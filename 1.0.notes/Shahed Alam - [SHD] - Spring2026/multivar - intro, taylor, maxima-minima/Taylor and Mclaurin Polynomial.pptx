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6" r:id="rId5"/>
    <p:sldId id="267" r:id="rId6"/>
    <p:sldId id="264" r:id="rId7"/>
    <p:sldId id="259" r:id="rId8"/>
    <p:sldId id="257" r:id="rId9"/>
    <p:sldId id="263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84F4-F6FB-4802-8740-3BFD338D9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930A2-58E0-4C13-B749-3B41631E3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E6E1-8030-49BA-B8AE-6272DA29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FD662-F63E-4AE7-AB88-ED3767D5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196D9-CC4C-46AA-82B0-523E3B43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3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0B4C-F4CA-4263-9056-BC9D923B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AEC88-316F-441F-85AA-023665131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17D8F-C3E4-4891-8E20-9667BE5A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211F-AE4A-4EA1-B20D-BA40BD93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16579-C862-4213-A2F8-E0227EC8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2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F64C-92C8-47D2-9AAE-83863F97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D90EF-3B1C-4DD0-9E84-9F2783995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0CE51-883D-4A73-9E35-52496802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2B34A-0776-4818-9B04-E559F56A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F934B-BD88-4370-94CA-B5827E1B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6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AB7D-153C-440C-8D66-911C7856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A1E0-E4CE-4510-82A7-F26154F74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046A5-1ECC-422B-A897-28BB6073A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A7D32-BE71-4619-8264-98F6118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7F8E1-1F86-4B0F-9A6E-247FF016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A42D1-CB8F-43D0-BAA2-E9EDA656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4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86EC-CA2D-456E-BC66-CA7650A64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77BE0-87A1-47AF-84B1-AE95BF5F0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4EC20-DBD6-45C5-88A8-C89D5BA6D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B1890-ADAC-4963-89CB-1D13DB306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FAD60-F3B8-41E3-BC3A-385A217A1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9150F-8C4F-4375-9295-1B7F489B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9E74A-8218-4450-94FE-056109B4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DED820-67D7-44BF-BB28-27E6E887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8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9103-4BA8-4334-B439-881F1F6D2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47DEE-0F44-4710-B5D1-81ABC90E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4A62FF-AFBF-4C5A-B637-50710107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5A6CB-0F63-4DED-ACA9-B6D84AAC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E1C53-E488-48DB-8DEC-81458E93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36023-617D-4B99-A191-08B666F7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E120D-886B-4B99-8135-F2A116C3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0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962D-9A1C-4F3A-8718-5E88421E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B8492-F17F-490F-AC1C-7915E2D9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896D0-18A3-4B65-AD24-D4AA799BE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07D58-AA48-4440-8A19-47C55A1A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253D9-0AB3-4198-9761-A56CB967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1C276-DC3B-4123-93E1-87269A08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0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AF54-EE23-4289-ABA2-53895978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8D4A2-C42F-4673-A431-54EBD18C1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72CEA-AFB9-49A3-861A-849E21CB4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B9B40-1748-4088-BF91-D4F56EAB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9AB37-3491-4048-8A8D-00EC8B87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D9D7E-E1FD-4597-AA5E-DA91A2DC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5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D778-410E-41ED-99E2-FA468952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00B77-A1E5-4B83-AEF8-0D838508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F5DDF-2499-4D55-A90C-97F61650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C141E-67DC-4BFD-BF5C-3C7E1DCB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93FC4-11D4-4F26-AF15-0D7B0F37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3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84465-B8AC-41B7-A34C-6E4AC3476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B34C9-1DF8-460B-BBF0-B3F552853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7E6DB-3503-40A4-9636-1194CE07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BD73D-842A-4E83-A6A4-5E54F4CD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A110E-A7A0-48A1-ADE5-8757F7BD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5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72561-2395-4A52-A4E4-BCC3DCEE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8045-3F19-4CCC-9853-1873B57D0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00769-6999-4CD4-8702-F66A35DB8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2DE07-C0CF-4887-AECE-E7D0405BB595}" type="datetimeFigureOut">
              <a:rPr lang="en-US" smtClean="0"/>
              <a:t>3/6/2022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331C-CFA1-4EE0-820F-F80B24D4D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998A-F6FC-49C7-9347-48E9441BA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E062-DF8D-4D91-90E1-DC81D2D69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3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41B17B-9D56-470D-BB27-C7B416D75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Taylor and </a:t>
            </a:r>
            <a:r>
              <a:rPr lang="en-US" dirty="0" err="1"/>
              <a:t>Mclaurin</a:t>
            </a:r>
            <a:r>
              <a:rPr lang="en-US" dirty="0"/>
              <a:t> Polynomial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A99BF8-0527-4337-9102-603375174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Prepared by </a:t>
            </a:r>
          </a:p>
          <a:p>
            <a:r>
              <a:rPr lang="en-US" dirty="0"/>
              <a:t>Md Saif Kabir,</a:t>
            </a:r>
          </a:p>
          <a:p>
            <a:r>
              <a:rPr lang="en-US" dirty="0"/>
              <a:t>Lecturer, OAA</a:t>
            </a:r>
          </a:p>
        </p:txBody>
      </p:sp>
    </p:spTree>
    <p:extLst>
      <p:ext uri="{BB962C8B-B14F-4D97-AF65-F5344CB8AC3E}">
        <p14:creationId xmlns:p14="http://schemas.microsoft.com/office/powerpoint/2010/main" val="29131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83498-CB50-4527-B50E-2B0F538B8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83903" y="-771940"/>
            <a:ext cx="6301410" cy="840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6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FD248-5DFF-46D8-AB1A-6210972DC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4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632A02-4CB7-4E72-8539-5A749109B4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3479" b="20774"/>
          <a:stretch/>
        </p:blipFill>
        <p:spPr>
          <a:xfrm>
            <a:off x="702365" y="225286"/>
            <a:ext cx="9660835" cy="599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1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23B46-6FBA-4622-9208-BD42C397D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47218" y="-969480"/>
            <a:ext cx="6507645" cy="867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7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5874C-E4FF-4EED-A6B2-2ADF8A6FF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35621" y="-811281"/>
            <a:ext cx="6517584" cy="869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9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139A02-7AF3-49CD-9B56-571A3BCCF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02053" y="-1041954"/>
            <a:ext cx="6706431" cy="894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86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3C4B1-161E-4739-9ABC-EF2E9888A9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1" t="25155" r="4243" b="61792"/>
          <a:stretch/>
        </p:blipFill>
        <p:spPr>
          <a:xfrm>
            <a:off x="225288" y="238539"/>
            <a:ext cx="9120079" cy="5830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46AAFF-DC77-4443-B5EE-090758AC6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8" y="569843"/>
            <a:ext cx="4855464" cy="628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3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A55A06-2C85-4B1E-B48E-8B9C48BDBA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" t="34305" r="4422" b="43508"/>
          <a:stretch/>
        </p:blipFill>
        <p:spPr>
          <a:xfrm>
            <a:off x="132521" y="21533"/>
            <a:ext cx="7195931" cy="83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363B9-753E-4DED-A58E-60A12609E6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64"/>
          <a:stretch/>
        </p:blipFill>
        <p:spPr>
          <a:xfrm>
            <a:off x="6949622" y="437321"/>
            <a:ext cx="5242378" cy="642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D03BD-2D06-4D7E-BCAB-07E7AFE5EA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6" t="72" r="5475" b="72"/>
          <a:stretch/>
        </p:blipFill>
        <p:spPr>
          <a:xfrm>
            <a:off x="397565" y="848140"/>
            <a:ext cx="5883966" cy="22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6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C0466-94F1-40DB-93A7-2FADC6D04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89" y="147637"/>
            <a:ext cx="5647911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7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E62A2F-4FAB-4F1F-A802-FB3C99965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23299"/>
            <a:ext cx="5181600" cy="661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97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Taylor and Mclaurin Polynomial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Taylor and Mclaurin Polynomial</dc:title>
  <dc:creator>SAIF-PC</dc:creator>
  <cp:lastModifiedBy>SAIF-PC</cp:lastModifiedBy>
  <cp:revision>3</cp:revision>
  <dcterms:created xsi:type="dcterms:W3CDTF">2022-03-06T08:27:13Z</dcterms:created>
  <dcterms:modified xsi:type="dcterms:W3CDTF">2022-03-06T09:38:56Z</dcterms:modified>
</cp:coreProperties>
</file>