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0" roundtripDataSignature="AMtx7mjnT1mBbEq7xTb4ei5i/Eq+q+/+D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0" Type="http://customschemas.google.com/relationships/presentationmetadata" Target="meta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4cc9ed9aaf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4cc9ed9aa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3" name="Shape 23"/>
        <p:cNvGrpSpPr/>
        <p:nvPr/>
      </p:nvGrpSpPr>
      <p:grpSpPr>
        <a:xfrm>
          <a:off x="0" y="0"/>
          <a:ext cx="0" cy="0"/>
          <a:chOff x="0" y="0"/>
          <a:chExt cx="0" cy="0"/>
        </a:xfrm>
      </p:grpSpPr>
      <p:sp>
        <p:nvSpPr>
          <p:cNvPr id="24" name="Google Shape;24;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 name="Shape 32"/>
        <p:cNvGrpSpPr/>
        <p:nvPr/>
      </p:nvGrpSpPr>
      <p:grpSpPr>
        <a:xfrm>
          <a:off x="0" y="0"/>
          <a:ext cx="0" cy="0"/>
          <a:chOff x="0" y="0"/>
          <a:chExt cx="0" cy="0"/>
        </a:xfrm>
      </p:grpSpPr>
      <p:sp>
        <p:nvSpPr>
          <p:cNvPr id="33" name="Google Shape;33;p3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3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5" name="Google Shape;35;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3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3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 name="Shape 45"/>
        <p:cNvGrpSpPr/>
        <p:nvPr/>
      </p:nvGrpSpPr>
      <p:grpSpPr>
        <a:xfrm>
          <a:off x="0" y="0"/>
          <a:ext cx="0" cy="0"/>
          <a:chOff x="0" y="0"/>
          <a:chExt cx="0" cy="0"/>
        </a:xfrm>
      </p:grpSpPr>
      <p:sp>
        <p:nvSpPr>
          <p:cNvPr id="46" name="Google Shape;46;p32"/>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3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8" name="Google Shape;48;p3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3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0" name="Google Shape;50;p3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3"/>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33"/>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4"/>
          <p:cNvSpPr/>
          <p:nvPr>
            <p:ph idx="2" type="pic"/>
          </p:nvPr>
        </p:nvSpPr>
        <p:spPr>
          <a:xfrm>
            <a:off x="5183188" y="987425"/>
            <a:ext cx="6172200" cy="4873625"/>
          </a:xfrm>
          <a:prstGeom prst="rect">
            <a:avLst/>
          </a:prstGeom>
          <a:noFill/>
          <a:ln>
            <a:noFill/>
          </a:ln>
        </p:spPr>
      </p:sp>
      <p:sp>
        <p:nvSpPr>
          <p:cNvPr id="64" name="Google Shape;64;p34"/>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5"/>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6"/>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6"/>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3.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5.png"/><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n-US"/>
              <a:t>PARTIAL DERIVATIVE</a:t>
            </a:r>
            <a:endParaRPr/>
          </a:p>
        </p:txBody>
      </p:sp>
      <p:sp>
        <p:nvSpPr>
          <p:cNvPr id="85" name="Google Shape;85;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What is Partial Derivative</a:t>
            </a:r>
            <a:endParaRPr/>
          </a:p>
        </p:txBody>
      </p:sp>
      <p:sp>
        <p:nvSpPr>
          <p:cNvPr id="91" name="Google Shape;91;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 partial derivative is used in vector calculus and differential geometry. In Mathematics, sometimes the function depends on two or more variables. Here, the derivative converts into the partial derivative since the function depends on several variables.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pic>
        <p:nvPicPr>
          <p:cNvPr id="96" name="Google Shape;96;p3"/>
          <p:cNvPicPr preferRelativeResize="0"/>
          <p:nvPr/>
        </p:nvPicPr>
        <p:blipFill rotWithShape="1">
          <a:blip r:embed="rId3">
            <a:alphaModFix/>
          </a:blip>
          <a:srcRect b="0" l="0" r="0" t="0"/>
          <a:stretch/>
        </p:blipFill>
        <p:spPr>
          <a:xfrm>
            <a:off x="846943" y="450804"/>
            <a:ext cx="6009001" cy="5380152"/>
          </a:xfrm>
          <a:prstGeom prst="rect">
            <a:avLst/>
          </a:prstGeom>
          <a:noFill/>
          <a:ln>
            <a:noFill/>
          </a:ln>
        </p:spPr>
      </p:pic>
      <p:pic>
        <p:nvPicPr>
          <p:cNvPr id="97" name="Google Shape;97;p3"/>
          <p:cNvPicPr preferRelativeResize="0"/>
          <p:nvPr/>
        </p:nvPicPr>
        <p:blipFill rotWithShape="1">
          <a:blip r:embed="rId4">
            <a:alphaModFix/>
          </a:blip>
          <a:srcRect b="0" l="0" r="0" t="0"/>
          <a:stretch/>
        </p:blipFill>
        <p:spPr>
          <a:xfrm>
            <a:off x="6658803" y="1330394"/>
            <a:ext cx="3108048" cy="391185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4"/>
          <p:cNvSpPr txBox="1"/>
          <p:nvPr>
            <p:ph type="title"/>
          </p:nvPr>
        </p:nvSpPr>
        <p:spPr>
          <a:xfrm>
            <a:off x="599661" y="2766218"/>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EXAMPLES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pic>
        <p:nvPicPr>
          <p:cNvPr id="107" name="Google Shape;107;p5"/>
          <p:cNvPicPr preferRelativeResize="0"/>
          <p:nvPr/>
        </p:nvPicPr>
        <p:blipFill rotWithShape="1">
          <a:blip r:embed="rId3">
            <a:alphaModFix/>
          </a:blip>
          <a:srcRect b="0" l="0" r="0" t="0"/>
          <a:stretch/>
        </p:blipFill>
        <p:spPr>
          <a:xfrm>
            <a:off x="225287" y="0"/>
            <a:ext cx="8335617" cy="679040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pic>
        <p:nvPicPr>
          <p:cNvPr id="112" name="Google Shape;112;p6"/>
          <p:cNvPicPr preferRelativeResize="0"/>
          <p:nvPr/>
        </p:nvPicPr>
        <p:blipFill rotWithShape="1">
          <a:blip r:embed="rId3">
            <a:alphaModFix/>
          </a:blip>
          <a:srcRect b="0" l="0" r="0" t="0"/>
          <a:stretch/>
        </p:blipFill>
        <p:spPr>
          <a:xfrm>
            <a:off x="250341" y="599039"/>
            <a:ext cx="11318702" cy="509939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id="117" name="Google Shape;117;p7"/>
          <p:cNvPicPr preferRelativeResize="0"/>
          <p:nvPr/>
        </p:nvPicPr>
        <p:blipFill rotWithShape="1">
          <a:blip r:embed="rId3">
            <a:alphaModFix/>
          </a:blip>
          <a:srcRect b="0" l="0" r="0" t="0"/>
          <a:stretch/>
        </p:blipFill>
        <p:spPr>
          <a:xfrm>
            <a:off x="354462" y="348077"/>
            <a:ext cx="11063528" cy="540336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pic>
        <p:nvPicPr>
          <p:cNvPr id="122" name="Google Shape;122;p8"/>
          <p:cNvPicPr preferRelativeResize="0"/>
          <p:nvPr/>
        </p:nvPicPr>
        <p:blipFill rotWithShape="1">
          <a:blip r:embed="rId3">
            <a:alphaModFix/>
          </a:blip>
          <a:srcRect b="0" l="0" r="0" t="0"/>
          <a:stretch/>
        </p:blipFill>
        <p:spPr>
          <a:xfrm>
            <a:off x="278296" y="0"/>
            <a:ext cx="10018643" cy="686583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pic>
        <p:nvPicPr>
          <p:cNvPr id="127" name="Google Shape;127;p9"/>
          <p:cNvPicPr preferRelativeResize="0"/>
          <p:nvPr/>
        </p:nvPicPr>
        <p:blipFill rotWithShape="1">
          <a:blip r:embed="rId3">
            <a:alphaModFix/>
          </a:blip>
          <a:srcRect b="0" l="0" r="0" t="0"/>
          <a:stretch/>
        </p:blipFill>
        <p:spPr>
          <a:xfrm>
            <a:off x="781878" y="129382"/>
            <a:ext cx="10363199" cy="643466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10"/>
          <p:cNvPicPr preferRelativeResize="0"/>
          <p:nvPr/>
        </p:nvPicPr>
        <p:blipFill rotWithShape="1">
          <a:blip r:embed="rId3">
            <a:alphaModFix/>
          </a:blip>
          <a:srcRect b="0" l="0" r="0" t="0"/>
          <a:stretch/>
        </p:blipFill>
        <p:spPr>
          <a:xfrm>
            <a:off x="768626" y="241113"/>
            <a:ext cx="9753600" cy="652376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pic>
        <p:nvPicPr>
          <p:cNvPr id="137" name="Google Shape;137;g34cc9ed9aaf_0_0"/>
          <p:cNvPicPr preferRelativeResize="0"/>
          <p:nvPr/>
        </p:nvPicPr>
        <p:blipFill rotWithShape="1">
          <a:blip r:embed="rId3">
            <a:alphaModFix/>
          </a:blip>
          <a:srcRect b="82481" l="0" r="0" t="0"/>
          <a:stretch/>
        </p:blipFill>
        <p:spPr>
          <a:xfrm>
            <a:off x="768625" y="241115"/>
            <a:ext cx="9753600" cy="114287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pic>
        <p:nvPicPr>
          <p:cNvPr id="142" name="Google Shape;142;p11"/>
          <p:cNvPicPr preferRelativeResize="0"/>
          <p:nvPr/>
        </p:nvPicPr>
        <p:blipFill rotWithShape="1">
          <a:blip r:embed="rId3">
            <a:alphaModFix/>
          </a:blip>
          <a:srcRect b="0" l="0" r="0" t="0"/>
          <a:stretch/>
        </p:blipFill>
        <p:spPr>
          <a:xfrm>
            <a:off x="318052" y="124239"/>
            <a:ext cx="10866783" cy="6887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pic>
        <p:nvPicPr>
          <p:cNvPr id="147" name="Google Shape;147;p12"/>
          <p:cNvPicPr preferRelativeResize="0"/>
          <p:nvPr/>
        </p:nvPicPr>
        <p:blipFill rotWithShape="1">
          <a:blip r:embed="rId3">
            <a:alphaModFix/>
          </a:blip>
          <a:srcRect b="0" l="0" r="0" t="0"/>
          <a:stretch/>
        </p:blipFill>
        <p:spPr>
          <a:xfrm>
            <a:off x="132523" y="0"/>
            <a:ext cx="7699512" cy="666507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pic>
        <p:nvPicPr>
          <p:cNvPr id="152" name="Google Shape;152;p13"/>
          <p:cNvPicPr preferRelativeResize="0"/>
          <p:nvPr/>
        </p:nvPicPr>
        <p:blipFill rotWithShape="1">
          <a:blip r:embed="rId3">
            <a:alphaModFix/>
          </a:blip>
          <a:srcRect b="0" l="0" r="0" t="0"/>
          <a:stretch/>
        </p:blipFill>
        <p:spPr>
          <a:xfrm>
            <a:off x="291548" y="203544"/>
            <a:ext cx="9409043" cy="670983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4"/>
          <p:cNvSpPr txBox="1"/>
          <p:nvPr>
            <p:ph type="title"/>
          </p:nvPr>
        </p:nvSpPr>
        <p:spPr>
          <a:xfrm>
            <a:off x="679174" y="261799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CHAIN RULE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pic>
        <p:nvPicPr>
          <p:cNvPr id="162" name="Google Shape;162;p15"/>
          <p:cNvPicPr preferRelativeResize="0"/>
          <p:nvPr/>
        </p:nvPicPr>
        <p:blipFill rotWithShape="1">
          <a:blip r:embed="rId3">
            <a:alphaModFix/>
          </a:blip>
          <a:srcRect b="0" l="0" r="0" t="0"/>
          <a:stretch/>
        </p:blipFill>
        <p:spPr>
          <a:xfrm>
            <a:off x="1510748" y="417349"/>
            <a:ext cx="9170504" cy="602330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6"/>
          <p:cNvSpPr txBox="1"/>
          <p:nvPr>
            <p:ph type="title"/>
          </p:nvPr>
        </p:nvSpPr>
        <p:spPr>
          <a:xfrm>
            <a:off x="467139" y="2766218"/>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EXAMPLES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pic>
        <p:nvPicPr>
          <p:cNvPr id="172" name="Google Shape;172;p17"/>
          <p:cNvPicPr preferRelativeResize="0"/>
          <p:nvPr/>
        </p:nvPicPr>
        <p:blipFill rotWithShape="1">
          <a:blip r:embed="rId3">
            <a:alphaModFix/>
          </a:blip>
          <a:srcRect b="0" l="0" r="0" t="0"/>
          <a:stretch/>
        </p:blipFill>
        <p:spPr>
          <a:xfrm>
            <a:off x="1364974" y="982505"/>
            <a:ext cx="9119653" cy="471592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pic>
        <p:nvPicPr>
          <p:cNvPr id="177" name="Google Shape;177;p18"/>
          <p:cNvPicPr preferRelativeResize="0"/>
          <p:nvPr/>
        </p:nvPicPr>
        <p:blipFill rotWithShape="1">
          <a:blip r:embed="rId3">
            <a:alphaModFix/>
          </a:blip>
          <a:srcRect b="0" l="0" r="0" t="0"/>
          <a:stretch/>
        </p:blipFill>
        <p:spPr>
          <a:xfrm>
            <a:off x="1250022" y="1073427"/>
            <a:ext cx="9696274" cy="471324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pic>
        <p:nvPicPr>
          <p:cNvPr id="182" name="Google Shape;182;p19"/>
          <p:cNvPicPr preferRelativeResize="0"/>
          <p:nvPr/>
        </p:nvPicPr>
        <p:blipFill rotWithShape="1">
          <a:blip r:embed="rId3">
            <a:alphaModFix/>
          </a:blip>
          <a:srcRect b="0" l="0" r="0" t="0"/>
          <a:stretch/>
        </p:blipFill>
        <p:spPr>
          <a:xfrm>
            <a:off x="649358" y="145994"/>
            <a:ext cx="10164416" cy="6566012"/>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pic>
        <p:nvPicPr>
          <p:cNvPr id="187" name="Google Shape;187;p20"/>
          <p:cNvPicPr preferRelativeResize="0"/>
          <p:nvPr/>
        </p:nvPicPr>
        <p:blipFill rotWithShape="1">
          <a:blip r:embed="rId3">
            <a:alphaModFix/>
          </a:blip>
          <a:srcRect b="0" l="0" r="0" t="0"/>
          <a:stretch/>
        </p:blipFill>
        <p:spPr>
          <a:xfrm>
            <a:off x="530087" y="0"/>
            <a:ext cx="8812696" cy="683636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pic>
        <p:nvPicPr>
          <p:cNvPr id="192" name="Google Shape;192;p21"/>
          <p:cNvPicPr preferRelativeResize="0"/>
          <p:nvPr/>
        </p:nvPicPr>
        <p:blipFill rotWithShape="1">
          <a:blip r:embed="rId3">
            <a:alphaModFix/>
          </a:blip>
          <a:srcRect b="0" l="0" r="0" t="0"/>
          <a:stretch/>
        </p:blipFill>
        <p:spPr>
          <a:xfrm>
            <a:off x="6399345" y="2146853"/>
            <a:ext cx="5586888" cy="4711148"/>
          </a:xfrm>
          <a:prstGeom prst="rect">
            <a:avLst/>
          </a:prstGeom>
          <a:noFill/>
          <a:ln>
            <a:noFill/>
          </a:ln>
        </p:spPr>
      </p:pic>
      <p:pic>
        <p:nvPicPr>
          <p:cNvPr id="193" name="Google Shape;193;p21"/>
          <p:cNvPicPr preferRelativeResize="0"/>
          <p:nvPr/>
        </p:nvPicPr>
        <p:blipFill rotWithShape="1">
          <a:blip r:embed="rId4">
            <a:alphaModFix/>
          </a:blip>
          <a:srcRect b="0" l="0" r="0" t="0"/>
          <a:stretch/>
        </p:blipFill>
        <p:spPr>
          <a:xfrm>
            <a:off x="105188" y="0"/>
            <a:ext cx="6372196" cy="353833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pic>
        <p:nvPicPr>
          <p:cNvPr id="198" name="Google Shape;198;p22"/>
          <p:cNvPicPr preferRelativeResize="0"/>
          <p:nvPr/>
        </p:nvPicPr>
        <p:blipFill rotWithShape="1">
          <a:blip r:embed="rId3">
            <a:alphaModFix/>
          </a:blip>
          <a:srcRect b="0" l="0" r="0" t="0"/>
          <a:stretch/>
        </p:blipFill>
        <p:spPr>
          <a:xfrm>
            <a:off x="397566" y="300905"/>
            <a:ext cx="10902358" cy="5198747"/>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pic>
        <p:nvPicPr>
          <p:cNvPr id="203" name="Google Shape;203;p23"/>
          <p:cNvPicPr preferRelativeResize="0"/>
          <p:nvPr/>
        </p:nvPicPr>
        <p:blipFill rotWithShape="1">
          <a:blip r:embed="rId3">
            <a:alphaModFix/>
          </a:blip>
          <a:srcRect b="0" l="0" r="0" t="0"/>
          <a:stretch/>
        </p:blipFill>
        <p:spPr>
          <a:xfrm>
            <a:off x="416062" y="958712"/>
            <a:ext cx="11021479" cy="3706053"/>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pic>
        <p:nvPicPr>
          <p:cNvPr id="208" name="Google Shape;208;p24"/>
          <p:cNvPicPr preferRelativeResize="0"/>
          <p:nvPr/>
        </p:nvPicPr>
        <p:blipFill rotWithShape="1">
          <a:blip r:embed="rId3">
            <a:alphaModFix/>
          </a:blip>
          <a:srcRect b="0" l="0" r="0" t="0"/>
          <a:stretch/>
        </p:blipFill>
        <p:spPr>
          <a:xfrm>
            <a:off x="977297" y="450574"/>
            <a:ext cx="9998265" cy="581770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2022-09-13T10:01:44Z</dcterms:created>
  <dc:creator>Shaheera Rahman</dc:creator>
</cp:coreProperties>
</file>