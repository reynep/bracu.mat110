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1612.54919" units="1/cm"/>
          <inkml:channelProperty channel="F" name="resolution" value="1023.875" units="1/in"/>
          <inkml:channelProperty channel="T" name="resolution" value="1" units="1/dev"/>
        </inkml:channelProperties>
      </inkml:inkSource>
      <inkml:timestamp xml:id="ts0" timeString="2024-12-09T05:32:51.708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2973 1770 558 0,'0'0'-34'0,"0"0"11"0,0 0-1 0,0 0 8 0,0 0 83 16,0 0-19-16,0 0 10 15,0 0 2-15,0 0 0 0,0 0-7 0,0 0 2 0,0 0-4 16,0 0 0-16,0 0 4 0,0 0-5 0,0 0 4 0,0 0 2 16,0 0-2-16,0 0-8 0,0 0-7 0,0 0 1 0,0 0-1 15,0 0-2-15,0 0-11 0,0 0-3 0,0 0 5 0,0 0 10 16,0 0-8-16,0 0 3 16,-2 10 1-16,2-10-3 0,0 0 2 0,0 0-3 0,0 0-3 15,0 0-2-15,0 0 10 0,0 0-5 0,0 0-3 0,0 0 0 0,0 0-3 0,0 0 0 0,0 0-3 0,0 0-4 16,0 0 4-16,0 0 2 0,0 0-3 0,0 0 9 0,0 0-6 15,0 0 4-15,0 0 2 0,0 0 3 0,0 0-8 0,0 0-8 32,0 0 9-32,0 0 0 0,0 0 8 0,0 0 4 0,0 0 1 15,0 0-1-15,0 0-1 0,0 0 7 0,0 0-11 0,0 0-2 16,0 0-3-16,0 0-2 0,0 0 7 0,0 0-4 0,0 0 9 16,0 0-6-16,0 0 10 0,0 0-3 0,0 0 2 0,0 0-5 15,0 0-4-15,0 0-4 0,0 0-2 0,0 0 1 0,0 0-4 0,0 0 4 16,0 0 3-16,0 0-2 0,0 0-4 0,0 0-1 0,0 0 1 15,0 0 6-15,0 0-12 16,0 0 5-16,0 0-3 0,0 0 1 16,0 0-16-16,0 0 10 31,0 0-8-31,0 0 2 47,0 0 3-47,0 0-35 31,0 0 16-15,0 0 26-16,0 0 2 15,0 0 6-15,0 0-11 0,0 0 1 16,18 4-16 0,4 1 5-1,-22-5 11 1,38 3-14-16,-38-3-19 31,50 4 27-15,4-3-10-1,6 4 8 17,28-1-3-32,-73-4 0 0,-1 0-2 0,-1 3 8 0,2-3 5 0,1 2 10 0,0-2 3 0,0 0-2 15,1 0 4-15,-4 0-2 0,4 0 0 0,-4 0-5 0,4 0-3 16,-4 0 0-1,1 1-18-15,-1 0 1 0,2 0 0 0,-2-1 0 16,-1 2-4-16,1 0 5 0,-1-1-2 0,-2-1-1 0,3 0 3 0,-1 0 1 16,0 0 1-16,1 0-1 0,-1-1-1 0,-1 1-2 0,2 0 7 15,1 0-11-15,-1 0 6 0,4-2-2 0,-4-1 2 16,1 3-4-16,-1-1 4 0,2 0-5 0,0-1 3 0,-1 2-3 0,-1-3 2 16,-2 6-2-16,1-3-3 0,-2-3 4 0,-2 3 6 15,3 0-5-15,-2 0-6 0,-2 0 8 0,2 3-4 0,-3-3 0 0,2 0 1 16,-1 0 3-16,-1 0-11 0,0 0 7 15,-1 0-3-15,-2 0 6 0,2 0 0 0,-2 0 10 16,-1 0 4-16,1 0-4 0,0 0 10 0,0 0-3 0,0 2 4 16,-1-2-4-16,-2 0 7 0,3 0-7 0,-3-2-9 0,0 4 4 15,0-2-3-15,0-2 0 0,0 2-4 0,0 0 4 0,0 0-9 16,0 0-1-16,0 0 5 0,0 0-9 0,0 0 0 16,3 0 4-16,-3 0 3 0,0 0-10 0,0 0 5 0,2 0 2 15,-1 0-2-15,3 0 7 0,-3 0-9 0,4 2-2 0,-2-2 6 16,3 0 1-16,1 0 4 0,1-2-7 0,0 4 2 0,2-4-1 0,3 2 3 0,0-3 2 0,-2 3-4 0,0 0 5 15,3 0-5 1,-3-1-1-16,-1 1 3 0,2 0-6 0,-4 0 2 0,2 0 3 16,-1 0-1-16,-1-1-2 0,-1 1-2 0,-1 0 2 0,2 1-1 15,-2-2 2-15,2 1 6 0,0 0-7 0,1 0 2 0,-4 1 1 16,3-1-1-16,-1 1 1 0,0-1-8 0,-2 0 7 0,3 0-4 0,-3 3 7 16,1-3-3-16,2 0-7 0,0 0 6 0,-2 0 3 0,4 2 4 15,0-2-1-15,0 0-6 0,0 1-4 0,2 0 3 16,-1 0 2-16,3 1 0 0,-4 0-6 15,3-1 3-15,-1-1-4 0,-2 0 3 0,1 0 4 0,3 0-8 16,-4 0 5-16,2 0-1 0,-2 0 2 0,-1 0 0 0,4 2-2 16,-4-2 6-16,1 0-6 0,2 2 5 0,-4-2-3 0,-1 0 2 0,2 0-2 0,1 0 3 15,-1 3-1-15,-2-3-2 0,5 0 5 0,-1 0-7 0,3 0 9 0,-1 0-5 16,4 0 4-16,-1 0 3 0,3-3 13 0,-3 3 0 0,3 3-7 16,-3-6 10-16,3 3-8 0,-2 3 2 0,-1-3 1 15,4 0-6-15,-5 0-11 0,4 3 1 0,-2-3 2 0,0 0 0 16,2 0 2-1,1-3-3-15,-2 3-2 0,1 0 8 0,0 0-8 16,0 0 6-16,-1 0-4 0,1 0-2 0,1 0 4 0,-2 0-2 16,2 0 4-16,0 0-11 0,1 0 9 0,1 0-7 0,0 0 2 15,1 0 1-15,-1 0-1 0,1 0 1 0,-2 0-3 0,-2 0 4 16,1 0-8-16,1 0 9 0,-7-3-3 0,3 6 0 0,-4-3-2 16,3 0 0-16,-2 0 0 0,0 0 0 0,-1 0 8 0,0 3-11 15,1-2 0-15,2-1 1 0,1 1 4 0,-2 1-2 16,2-1-4-16,0-1 6 0,1 1-6 0,-3-1 8 0,3 0-2 0,2 0 3 15,-2 0-4-15,-1 0-2 0,5 0 2 0,-4 3 1 16,2-3 1-16,1-3-9 0,-2 6 9 0,1-3-1 0,2 0-4 16,-6 0 6-1,5 0-2-15,-5 0-6 0,4 0-1 0,-1 0 8 0,-3 0 1 0,1 0-10 0,-1 0 10 0,0 0-1 0,0 2 4 16,-1-1-2-16,0-1-6 0,2 2 2 0,0-2-4 16,-1 0-1-1,0 2-1-15,3 0 4 0,0-1-3 0,-1-1-1 16,-1 0 7-16,3 2 3 0,-5-1-3 0,3-2 1 0,0 1-5 15,-1 1 1-15,1-1-4 0,-1 0 6 0,2 1 8 16,-3-1-16-16,1 3 7 0,2-3 3 0,0 0 1 0,0 0-4 16,-3 0 0-16,1 2 2 0,1-2-11 0,2-2 11 0,-5 2-8 15,4 0 5-15,-1 0-1 0,0 0 7 0,-1-3-5 16,1 3 0-16,1-1 4 0,-1 1 3 0,0-1-4 0,2-1 2 16,-1-1-3-16,-1 1-9 0,2 2 12 0,-2-2-5 0,2 1 0 15,-1-1-1-15,-1 2 4 0,2 0-13 0,2 0 11 16,-4 0-1-16,4 0-5 15,-2-3 2-15,0 3 1 0,0 0 2 0,-4 0-2 0,6 0 9 0,-2 0-14 0,-2 3 12 0,2-3-3 16,2 0 7-16,-4 0-11 16,6 0 2-16,-6 0 3 0,3-3-1 0,-2 3 2 15,2 0-1-15,-2 0 6 0,1 0-9 0,2 0 9 0,-4 0-11 0,4 0 2 0,-2 0 0 0,-4 0 5 16,5-1-14-16,-3 2 2 0,0-1-3 0,-1 0 1 0,-1 0 11 31,0 3-10-31,-2-3 4 0,4 0 1 0,-4 2-1 0,3-2 6 16,-2 0 3-16,0 1-8 0,0 1-1 0,0-2 11 15,1 0-9-15,0 0 1 0,-2 0 4 0,4-2-8 0,0 2 3 16,-2 0 4-16,3-1-6 0,-3 1 4 0,6 0 0 0,-3-2 4 16,2 2 1-16,-1 0-7 0,2-3 5 0,-1 3-3 0,3-1 7 15,-4 0-12-15,2-1 2 0,-1 2 5 0,3-1-4 16,-4 1 0-16,3-1-5 0,-3-2 7 16,2 3-7-16,0 0 9 0,0 3 0 0,0-3-9 0,-1 0 0 0,-2-3 14 0,3 3-4 15,0 0-1-15,-1 0 0 0,1 0-4 0,0 0 2 16,-2-3 4-16,3 3 4 15,0 0-10-15,1 0 2 0,-2 0 2 0,-1 0-5 0,2-2 4 16,-1 2 3-16,-2-2-1 0,0 2-9 0,0 0 4 0,-2-1 2 0,1 1-2 0,1-2 7 16,-4-1-1-16,3 3-3 0,-1 0-4 0,-1 0 8 0,-4-1-1 15,4 0 1-15,-2 1-3 0,-3 0-6 0,2 0 1 0,0 0-1 32,-1 0 6-32,1 0-4 0,2 1-1 0,-2 0-4 0,2 0 3 15,-2-1-1-15,2 2-2 0,-2-2 5 0,-1 2-1 0,3-2 3 16,0-2 0-16,1 2-3 0,-1 0 1 0,4-2 5 15,-2 2 3-15,4-2-6 0,-2 1-4 0,-2 1 4 0,2-2-2 16,-1 2 6-16,1-3-4 0,-3 3 1 0,0-1-2 16,-3 2-3-16,2-2 4 0,-5 1 0 0,2-1 0 0,-1-1-1 15,0 2-3-15,-3 0 6 0,2 2-2 16,-1-4 1-16,-1 2 1 0,0 0-7 0,-1 0 5 16,-1 0-2-16,-1 0 11 0,3 0-14 0,-2-1 5 0,1 1 0 0,2-2 2 0,0 2-2 15,0-2 1-15,5 2 5 16,-2-1-12-16,0 1 8 0,4-2-2 0,-4 2-2 0,4-2-3 0,-1 2 10 0,3 0-3 0,-2-3-4 15,-2 3 6 1,2 0-6-16,-2-2-1 0,0 2-1 0,0-2 6 0,-2 1-6 0,0 1 4 0,1 0-1 0,-4-1 1 16,0 1 1-1,-4 0 3-15,1-1 1 0,-2 2-3 0,0-1-2 16,-2-1-2-16,-3 1 4 0,0 0-2 0,0 0-2 0,2 0 2 16,-4 0-2-16,4 0-1 0,-2 1 5 0,0-1-9 0,0 0 7 15,0 0-4-15,2 1 6 0,-2-2-2 0,1 1-2 16,1 0 4-16,-1 0-5 0,1 0 9 0,-2 0-6 0,3 0-1 15,-3 0 1-15,3 1 0 0,-3-1 1 0,2 0-2 0,-1 0 2 16,-1-1-2-16,2 2 1 0,-2-1 3 0,0-1-3 16,0 1 0-16,0 1 2 0,0-1-1 0,0 1-1 0,0-1-5 15,0-1 5-15,0 1 0 16,0 0-1-16,0 0 4 0,0-1-5 0,0 1 4 0,0-1-2 0,0 1 4 0,-2 1-6 16,4-1 0-16,-4 0 6 15,4 0-6-15,-2 0 5 0,0 0-6 0,0 0 5 16,0 0-1-16,1 0-6 0,-1-1 7 0,0 1 0 0,2 0-1 0,-2 0-1 0,0 0 2 0,-2-2-2 15,2 2-2 1,0 0 7-16,0 0-5 0,0 0 2 0,0 2-4 0,0-4 2 0,2 2-1 0,-2 0-4 0,0 0 12 16,0 0-7-1,0 0 0-15,0 0-4 0,0 0 4 0,0 0 0 16,0 0 2-16,0 0-6 0,0 2-3 0,0-2 11 16,0 0-6-16,3 0 2 0,-3 0 0 0,0 0-1 0,0-2 4 15,3 2 4-15,-3 0-6 0,2 0-4 0,0 0 1 0,1-3 4 16,0 3-5-16,0 0 6 0,5 0-6 0,0 0 3 0,0 0 0 15,3 0 1-15,0-1 1 0,0 1-7 0,3-1 3 16,-1-1-1-16,2 1 3 0,-5 1 3 0,3 0-4 0,1-2-1 16,-3 2 7-16,2 0 0 0,-1 0 0 0,-2 0-1 0,1 0-3 15,-2-2-2-15,-2 2 6 0,0 0-5 0,0 0 2 0,-4 0-4 16,2 0-2-16,-2 0-2 16,-1 0 6-16,-1 0 1 0,1 0-4 0,-2 0 6 0,0 0-4 0,0 0 1 0,3 0 3 15,-3 0 4-15,0 0-7 0,0 0-2 0,0 0 2 0,0 0 3 16,3 0-3-1,-3 0-1-15,0 0 8 0,0 0 20 0,0 0 1 16,-3 0 5-16,3 0-7 0,0 0 2 0,0-1-2 0,0 1 4 0,3-2-12 0,-6 0-18 0,3 2 6 0,0 0-8 16,0 0 5-1,0 0-1-15,-3 0 2 0,3 0 1 0,0 2-2 16,0 0-1-16,0-4-4 0,0 2 6 0,3 2-2 16,-3-4-2-16,0 2-2 0,0 0 5 0,-3 0 4 0,6 0-3 15,-3 0-3-15,0 0-4 0,0 0 5 0,0 2-6 0,0-2 6 16,0 0-7-16,0 0 0 0,0 0 7 0,0 0-1 0,0 0-30 15,0 0-26-15,0 0-34 16,0 0-43-16,0 0-39 0,0 0-51 0,0 0-49 0,0 0-54 16,0 0-34-16,0 0-33 0,0 0-24 0,0 0-41 15</inkml:trace>
  <inkml:trace contextRef="#ctx0" brushRef="#br0" timeOffset="2993.1701">2037 9896 1460 0,'-13'0'5'0,"-1"2"2"0,1-5 7 15,5 1 26-15,-4 2 15 16,-4 2 10-16,5-1 27 0,0 1 10 0,3 0 3 0,-3 0 0 0,1 3 2 0,4-2-15 16,-5 2-7-16,3 2-1 15,0 2-13-15,-4-1-9 0,2 2 11 0,1 6 7 0,-2 2 8 0,-2 5 8 0,3 2 19 0,-2 7-4 16,1 3 13-16,4 6-4 16,-3 1-12-16,3 9 2 0,1 0 3 0,4 6-11 0,1 1-13 0,4 4-10 0,0 3-21 0,3 0 7 15,1 5-7-15,2-1-6 0,2-1-22 0,-3 3-8 0,1-3-15 16,1 0 8-16,0-1-4 0,-1-1-3 0,-1-1 4 0,0 0-2 31,0-2-3-31,-4-4 1 0,1-1 3 0,-2-5-43 0,-1-5-40 16,-2-4-45-16,1-7-64 0,1-7-75 0,0-1-67 0,-6-7-81 15,3-3-87-15</inkml:trace>
  <inkml:trace contextRef="#ctx0" brushRef="#br0" timeOffset="3173.5552">1362 11060 2120 0,'-5'-22'18'0,"0"2"22"16,1 5 24-16,1-2 19 0,0 2 23 0,4-1 7 16,1 4 14-16,1-3 7 0,8 1-10 0,2-3-22 0,1 0-18 0,5-2-15 0,4 0-24 0,6-2-9 15,6-3-17-15,3 3-5 0,6 1-6 0,5-1 4 0,3 0-18 0,5 0-27 16,3 0-35-16,0 4-39 0,2 1-45 0,-2 0-53 16,0 2-66-1,-2-1-51-15,-1 1-54 0</inkml:trace>
  <inkml:trace contextRef="#ctx0" brushRef="#br0" timeOffset="3595.349">2494 10304 1254 0,'0'0'39'0,"0"0"29"0,0 0 17 0,0 0 13 16,0 0 35-16,-8-14 11 0,8 14 20 0,0 0 14 0,-24-9-33 15,16 13-24-15,2 1-14 0,-5 5-8 0,1 2-18 0,-1 5-6 16,-1 4-11-16,2 4 0 0,-4 4 14 0,5 5-7 0,-1 4-3 16,5 0-6-16,-1 4-12 0,3-1-3 0,3 4-6 0,3-3-13 15,5-1-25-15,-2-2 4 0,2 2 1 0,2-3-2 0,2-1 2 16,1-3-4-16,1-1-44 0,2-5-41 0,1-2-53 0,1-1-56 15,-1-4-78-15,2-6-60 16,-1-1-84-16</inkml:trace>
  <inkml:trace contextRef="#ctx0" brushRef="#br0" timeOffset="4130.7793">2761 10467 1148 0,'0'-7'10'0,"-3"2"20"0,4 0 17 16,-4 2 8-16,1 0 23 0,1 3 4 0,2-2 5 0,-1 2 3 0,0 0-7 15,4 0-20-15,-3-2-20 0,4 4-5 0,-2-4-16 0,1 2 8 16,0 0 9-16,2 0 9 0,1 0-3 0,-1-2 2 0,2 4 3 16,-3-2 3-16,2 2-8 0,0 0-9 0,-1 1-8 0,-1 1-8 15,0 0 11-15,1 2 4 0,-1 0 5 0,1 0-7 0,-1 0 12 16,-2 3 32-16,2 1 1 0,1 0 2 0,-1 4-19 0,-2-1-2 15,0 3-2 1,0 5 3-16,-1-1-13 0,1 2-39 0,-1 0-1 0,-2 2-11 16,3 1 4-16,-3 0-3 0,0 0-1 0,0 0 3 0,3 0-4 0,-2 0 15 0,-1-2-9 0,2-1 5 0,0 1-1 15,-1-5 0-15,1 0-2 0,-2-6-2 0,3-2 5 16,-1 0-10 0,1-4-2-16,0-1-1 0,-1-2 12 0,1-3-4 15,-3 0 4-15,3-2-2 0,1-1-1 0,-2-2-1 0,0-3 4 16,1-5-2-16,0-2-4 0,2-6 4 0,1-4-2 0,3-1-1 15,-2-6-1-15,1 0 7 0,-2 0 0 0,1-3 1 0,0 1-3 16,-4 2 2-16,-3 1-1 0,-1 0 23 0,-1-1 13 16,-1 3-5-16,1 0 13 0,0 3 6 0,-1 1 33 0,1 1 10 0,2 6 4 15,0 2 1-15,0 4 17 0,-2 2 9 0,6 3-6 16,-6 3-5-16,4 3-27 0,-6 2-15 0,4-1-8 0,0 1-17 16,-3 2-31-16,3-1-9 0,0 1-9 15,-1 2 1-15,1 1-1 0,1 2-1 0,-1 5-1 16,3 3-1-16,2 4-1 0,1 6 2 0,0 4 2 0,1 3 1 0,1 5-5 0,1 1 2 0,-1 2 2 15,0 1 3-15,2 2-3 0,1-1-2 0,-2-2-48 0,5-3-34 16,-4-1-51-16,4-3-57 0,2-5-55 0,-2-4-71 16,2 0-62-16,-2-5-60 0,0-3-31 0</inkml:trace>
  <inkml:trace contextRef="#ctx0" brushRef="#br0" timeOffset="4368.1006">3376 10810 1362 0,'-2'0'12'0,"4"0"3"0,-2 3 4 0,3-6 4 0,-3 7 6 15,0-3 41-15,0 2 22 0,0 1 26 0,5 1 6 16,-1 2 10-16,1-2 16 0,0 4 17 16,1 1 1-16,-2 0-27 0,0 4-11 0,2 1-2 0,-4 2-9 0,1 2 5 0,-3 2-28 15,-2 0-10-15,-1 1-7 0,-1 6-11 0,-2-3-13 0,-3 1-23 16,-2 3-4-16,-1-1-19 0,-1-1 11 0,-3 0-12 0,2-2 0 15,-3 1-3-15,2-4 1 0,0-5-22 0,2 0-54 0,1-5-44 16,5 0-71-16,-2-2-80 0,-1-5-86 0,1-8-93 0</inkml:trace>
  <inkml:trace contextRef="#ctx0" brushRef="#br0" timeOffset="5016.7741">3499 10426 1032 0,'2'-4'18'0,"-2"4"30"16,-2 0 11-16,2 1 29 0,0-1 18 0,0 3 13 15,-3-1 6-15,3 0 8 0,0-2-20 0,0 3-26 0,3-1-16 0,-3-2-29 32,0 3-19-32,0 1 20 0,3 1 2 0,-1 5 9 15,2 2 23-15,-2 2-4 0,1 1 11 0,2 8 2 0,0-2-3 16,1 2-29-16,-3 4 9 0,5-2-9 0,-3 1-20 0,3 0-2 16,-2-2-6-16,3 0 1 0,-1-3 2 0,0-3-3 0,4-3-17 15,-2-3-7-15,2-2-6 0,0 0 9 0,-1-3 4 0,2-4-6 16,-2-2 5-16,2-1 3 0,-1-4-1 0,1-3 1 15,-2-3 2-15,3-5-7 0,-1-3-1 16,-1-3-2-16,1-4 3 0,-1-4-6 0,-2-1 3 0,0-1-2 0,-4-4 3 0,2 1 6 16,-7 0 11-16,1-1 11 0,-4 1 8 0,2 4 16 0,-1 1 6 15,-2 5 5-15,0 2 4 0,1 6-5 0,-1 4-10 0,1 7-14 16,1 1-13-16,1 1-15 0,0 5-14 0,-2 0-6 16,2 1-2-16,-1 8-4 0,1 0 1 0,1 8 8 0,-1 2-2 15,2 8 3-15,-2 6 6 0,0 5 2 0,3 2-3 0,0 6 4 16,2 3-4-1,1 0 2-15,4 4-2 0,-1-1-1 0,4 4 4 0,-2 0-4 0,3 0 4 0,0 1 2 0,-1 2-3 0,3-2 0 16,-5-1-2-16,3-2 5 0,-3 1-6 0,0-4-1 31,-3-3-2-31,0-4-1 0,-3-3 5 0,-2-5-6 0,-3-1 8 16,-3-4-6-16,1-3 4 0,-4-1 7 0,-1-4 4 0,-5 1 6 16,2-4 18-16,-1-3 21 0,-3-2 17 0,0-5 18 0,0 0 11 15,-2-7 6-15,0 1 1 0,2-6 0 0,-3-3-20 0,-1-2-22 16,2-4-13-16,-4-3-13 0,2-6-16 0,-2-4-11 15,2-5-11-15,-1-5-8 0,2-5-9 0,4-6-10 0,2-3-31 0,2-6-32 16,4-2-15-16,4-1-33 0,2-3-12 0,7 0-29 16,3 2-23-16,2-1-14 0,4 3-14 0,-1 3-20 0,6 3-39 15,0 2-29-15,1 3-53 0,0 1-38 0</inkml:trace>
  <inkml:trace contextRef="#ctx0" brushRef="#br0" timeOffset="5351.3638">3896 10123 1580 0,'-13'-6'26'16,"-1"-5"17"-16,1 4 47 0,5-3 31 0,-6-4 37 15,3 4 28-15,0 1 21 0,-2-1 27 0,5 4-23 16,2-3-2-16,-1 6-45 0,3-1-24 0,3 2-27 0,-1-1-32 15,2 2-18-15,2 0-31 0,-1 1-5 0,3 1-19 0,-2 0 1 0,3 4-11 16,0 2-6-16,3 4 4 0,3 2-2 0,5 4 6 0,1 3-2 16,2 6 9-16,3 3 37 15,5 5-1-15,1 3 0 0,1 3-4 0,1 4 7 0,0 4 1 16,-2 2 2-16,2 0-3 0,2 5-37 0,-4 0 6 0,-2 3-5 0,-2 1 5 0,-2-1-5 0,0 3-5 16,-5-4 7-16,-3 1-1 0,-1-2 6 0,-3-1-10 15,-1-5 3-15,-1 0-2 0,-5-4 1 0,-1 0 4 0,-4-5-6 0,2-4-4 16,-6-4-5-16,-1 1 8 0,-2-4-5 0,-2-3-24 0,0-1-39 31,-2-4-39-31,-1-3-56 0,-2-1-65 0,2 2-74 16,-7-4-78-16,5-3-90 0</inkml:trace>
  <inkml:trace contextRef="#ctx0" brushRef="#br0" timeOffset="6990.0211">4665 10561 1233 0,'0'0'37'16,"0"0"35"-16,0 0 18 0,0 0 47 0,0 0 36 0,0 0 40 16,0 0 32-16,-13 9 31 0,13-9-21 15,0 0-1-15,0 0 3 0,0 0-35 0,0 0-13 0,0 0-28 0,0 0-16 16,0 0-27-16,0 0-13 0,0 0-28 0,0 0-21 0,0 0-7 16,0 0-23-16,0 0-13 0,0 0-2 0,18-2 3 0,-18 2-5 15,0 0 1-15,0 0 0 0,0 0-7 0,0 0-4 0,0 0 2 16,218-29-10-16,-183 25-10 0,-3 1-4 0,1 3-35 15,-3-1-47 1,-3 1-54-16,-3 1-67 0,-2 2-77 0,-5 4-80 0,-3 1-85 0,-4 3-92 0</inkml:trace>
  <inkml:trace contextRef="#ctx0" brushRef="#br0" timeOffset="7157.9764">4880 10929 2989 0,'-12'9'23'0,"1"0"37"16,0-2 19-16,5-7 40 0,-2 1 25 0,0 2 24 0,1-1 27 15,2-2-3-15,1 0-13 0,4 0-33 0,0 0-23 16,4 0-43-16,-2 0-26 0,1 0-21 0,4 0-28 0,-1 0 4 16,8 3-7-16,0-3-9 0,8 1 7 0,2-1 5 0,3 0 2 15,8 0-11-15,1 0-18 0,2-1-37 0,-3-2-37 0,0 3-45 16,-2-2-56-16,-3-1-67 16,-3 3-78-16,-2 0-80 0,-3 0-72 0</inkml:trace>
  <inkml:trace contextRef="#ctx0" brushRef="#br0" timeOffset="7844.2054">6442 9930 1384 0,'-16'-6'12'31,"-1"1"7"-31,-1 1 27 0,3-3 28 0,-5 2 30 0,-3 5 31 0,1-1 31 0,-3-3 13 0,4 2 7 0,-1 1 3 31,3 1-27-31,-3 0-24 0,6 3-30 0,-1-3-28 16,1 5-31-16,0 4-12 0,2-2-11 0,0 9-9 0,1 0 8 0,2 11 35 15,0 5 4-15,3 6 17 0,0 7 15 0,4 8 2 16,2 6 7-16,4 7 8 0,2 3-8 0,4 6-37 0,0 3-2 16,6 2-18-16,-1 5-12 0,0 0 1 0,2-3-15 0,0 1-9 15,0-4-1-15,-3-2 0 0,1-4 1 0,-1-4-4 0,-3-4-6 16,2-8 2-16,-1-4 5 0,-4-2-22 0,3-7-51 15,-4-6-54-15,-2-6-68 0,-1-3-77 0,-2-3-79 0,-5-5-95 16</inkml:trace>
  <inkml:trace contextRef="#ctx0" brushRef="#br0" timeOffset="8010.7958">5634 11083 2733 0,'-17'-22'29'15,"4"3"21"1,1 4 35-16,2-6 18 0,2 7 39 0,2 1 15 0,5-1 0 15,2 1 2-15,5 0-32 0,7 0-17 0,4-4-38 16,9-2-17-16,4-3-38 0,6 1-11 0,7-2 1 0,4 1-2 16,9-1-2-16,2 4-8 0,4-2-18 0,4 3-39 15,2 2-64-15,0 3-85 0,-3 0-106 0,1 5-107 0</inkml:trace>
  <inkml:trace contextRef="#ctx0" brushRef="#br0" timeOffset="8678.9742">6801 10355 1222 0,'-2'-2'25'0,"1"2"20"0,1-1 33 15,0 0 16-15,-2 1 30 0,1 1 19 0,-1-1 16 0,0 1 13 16,2 1-22-16,-1-2-12 15,1 2-18-15,-3 1-3 0,-2 1-21 0,1 1-6 0,-1 3 11 0,-2 7 6 0,-2-1 8 0,-2 8-5 16,-2 5-10-16,-1 4 0 0,-2 5 7 0,2 3-5 16,4 2-24-16,-3 4-12 0,6 2-15 0,1 1-5 0,4-1-1 15,2-1-12-15,3-1-18 0,2 1-8 0,6-1 1 0,2-4-8 16,2-2 5-16,3-3 0 0,5-4-54 0,1-5-51 0,4-1-55 31,-1-8-85-31,3 1-76 0,0-9-108 0</inkml:trace>
  <inkml:trace contextRef="#ctx0" brushRef="#br0" timeOffset="9132.188">7248 10718 1417 0,'0'0'17'0,"-1"0"5"0,1-4 14 0,1 4 10 15,-1 0-6-15,0 0 8 0,0 0 9 0,2 0-5 0,3-1-15 16,1-1-7-16,1 1-3 0,0 1-14 0,4 0 8 0,-3 0-7 16,3 1-14-16,0 2 11 0,-1 0 0 0,-1 1 1 0,2 0-11 15,-4 1 8-15,2 3 19 0,-3 0 6 0,-1 2 14 16,0-2-3 0,-2 4 4-16,-3-2 6 0,0 4 0 0,0-1 2 15,-3 0-22-15,-2 0 0 0,0 2 5 0,-4-1 0 0,1 1 0 16,-3 1 3-16,-1-4 0 0,0 3 8 0,-2-5 11 0,0 2 11 15,1-2-2-15,-1-3 28 0,0 0 8 0,0 0 0 0,1-4 23 0,-3-2 3 16,5-1 3-16,-6-4 1 0,4 0-10 16,0-4-19-16,-1 1 0 0,3-6 5 0,0 1-14 0,0-4-18 0,1-2-11 15,3-3-11-15,2 2-2 0,0-5-14 0,5 0-7 16,0 0-8-16,3-1 0 0,1 0 2 0,3 3-2 0,1 1-13 16,3 2 8-16,0 2 2 0,0 2-10 0,-1 4-4 0,2 2-13 15,-2 2-5-15,1 6 9 0,-2-2 0 0,1 6-4 0,1 1-5 16,3 1 7-16,-2 5 0 0,5 1 7 0,-3 5 0 15,3 2-7-15,1 2 5 0,1 2 1 0,1 4 4 0,-2 1-6 16,2 2 1-16,-2-1 4 0,1 0-4 0,-1 3-2 0,2-4-8 16,-3 1-50-16,2-3-58 0,-5 0-62 0,2-4-104 15,-3 1-100 1,-4-1-111-16</inkml:trace>
  <inkml:trace contextRef="#ctx0" brushRef="#br0" timeOffset="9399.0436">7778 10925 2399 0,'-3'0'20'0,"1"1"12"0,-1-1 0 0,1-4 6 16,2 4 5-16,0 4 5 0,-3-4-6 0,3 0-1 0,3 0-21 0,-1 3-11 16,1-1-2-16,2 3-4 0,-2 1-10 0,3-1-1 15,-1 3 10 1,-2 2-2-16,0 2 4 0,-1 3 2 0,-2-2 8 0,-2 4 15 15,-1 0 9-15,-3 2-4 0,-2-1 2 0,-3 4-2 0,0-2 3 0,-3 1 1 0,-1 0-9 0,0-1-17 16,0 1-1-16,-2-3 0 0,3 1-8 0,-2-2 11 0,0-1-11 31,-1-2-6-31,4 1-43 0,-1-3-47 0,1 1-84 0,-4-3-83 16,1-3-98-16</inkml:trace>
  <inkml:trace contextRef="#ctx0" brushRef="#br0" timeOffset="9973.093">7879 10735 1042 0,'0'5'15'0,"0"-3"27"0,1-2 24 16,-1 0 9-16,0 0 30 0,0-2 4 0,2 2 9 15,1-1 11-15,0-3-3 0,4 2-15 0,1-3-10 0,3-2-7 16,-2-5-10-16,4 1 6 0,1-3 1 0,-1-3-7 0,4-3-4 15,-4 2-1-15,1-4-10 0,-1 0-5 0,-2 0-15 0,-2-2-10 16,1 0-1-16,-5 1 5 0,1-1-6 0,-2 0 8 16,-2 3 10-16,-2-1 12 0,0 5 2 0,-3 0 6 0,1 5 1 15,-2 0 7-15,1 5 5 0,1 1-16 0,-1 2-20 0,0 4-14 16,1 0-9-16,-1 0-14 0,1 5-9 0,2 0-14 16,-3 5-11-16,1-1 1 0,-1 8 6 0,-3 4 1 0,3 4 3 15,0 4 11-15,0 7 3 0,-1 0-3 0,4 5 6 16,2 1-3-16,1-1 1 0,2 1 1 0,4-2 2 0,-1-1-2 15,2-5-3-15,5 1 3 0,-3-7-3 0,2-1-7 0,0-5 7 32,2-4 0-32,-2-3-3 0,-1-4-1 0,1-5 11 0,-1-1 14 15,-1-3 4-15,-1-2 36 0,-1-4 15 0,1-4 16 16,-5-1 11-16,2-2 0 0,0-5 1 0,-2-1-9 0,-1-2-5 16,-2 0-22-16,-1-1-21 0,-1 1-20 0,-1-1-4 0,-1 4-4 15,-1-1-11-15,2 2-5 0,0 1-2 0,-3 6-12 16,3-4 1-16,-2 3-26 0,1 1-35 0,1 2-41 0,0-2-53 15,0 1-63-15,0 3-59 0,0 0-75 16,-2 3-90-16,2-3-61 0</inkml:trace>
  <inkml:trace contextRef="#ctx0" brushRef="#br0" timeOffset="10385.0051">8217 10071 1309 0,'-5'-13'25'0,"-4"3"38"0,4 2 36 16,-1-4 36-16,1 3 31 0,0 0 24 0,-2 1 23 0,0 3 9 15,4 2-12-15,0 1-16 0,1 0-31 0,2 1-40 0,0 1-30 16,0 3-26-16,2-2-25 0,1 3-8 0,-3-2-16 0,5 6-17 16,3-1-7-16,1 5 6 0,2 5-1 0,3 0 2 15,2 7-3-15,5 3 10 16,-2 5 5-16,5 1-3 0,-2 1 2 0,1 4 1 16,4 2 8-16,-4-2 4 0,0 8 7 0,4-3-9 0,-3 3-2 0,-2 1-4 15,3 0 1-15,-4 0-2 0,1 3-9 0,-5-2-3 0,1-1 11 0,-2 2 16 0,-6-3 21 31,0-3 4-31,-4 3 2 0,-2-1-4 0,-4-3 8 0,-4 1-4 16,-2-2-17-16,-7-4-16 0,2 0-22 0,-8 1-1 0,-1-4 0 16,-2-1-1-16,-3-1-4 0,0-7-55 0,0-1-47 0,0-1-76 15,-2 0-93-15,0-4-127 0</inkml:trace>
  <inkml:trace contextRef="#ctx0" brushRef="#br0" timeOffset="11359.9291">9354 10215 2364 0,'0'-5'29'0,"0"5"31"0,0-5 34 0,0 2 18 31,-2 2 21-31,1 1 2 0,-3 1 3 0,3 0-4 0,-1 1-37 16,2 0-27-16,0 6-32 0,2 3 0 0,1 7-17 15,2 6 8-15,0 5 14 0,4 8 9 0,-3 5 11 16,4 5 1-16,2 6-1 0,-4 2-24 0,2 1-6 0,-2 0-4 15,3 2-18-15,-2-2-1 0,-2-3-6 0,-1 1-34 0,0-7-39 16,-1-3-70-16,-2 1-79 0,0-6-90 0,-3-6-97 16</inkml:trace>
  <inkml:trace contextRef="#ctx0" brushRef="#br0" timeOffset="11539.0708">9147 10822 3138 0,'-18'-8'22'0,"-1"-1"27"0,2 6 21 0,0-2 39 0,10 0 16 15,-7 2 30-15,6-1 16 0,3 0-2 0,2 1-19 16,3 1-24 0,5 1-25-16,8-3-36 0,4-3-18 0,8 0-23 0,8-3-22 15,9-2 7-15,8 0-2 0,7 0-6 16,5-3 4-16,4 1-39 0,1 1-34 0,-1-1-54 0,-4 2-58 16,-1 4-78-16,-7-1-88 0,-2 4-101 0,-6-2-109 0</inkml:trace>
  <inkml:trace contextRef="#ctx0" brushRef="#br0" timeOffset="11940.324">10503 10019 1084 0,'-5'-9'21'0,"2"-4"35"0,0 1 33 0,-5 0 30 16,-1 3 44-16,0-1 31 0,-1-2 25 0,-3 2 25 0,0 0-5 15,-1 3-20-15,-2 2-5 0,-1 1-15 0,0 0-35 16,-1 2-31-16,-1 2-15 0,3 3-24 0,-1 1-13 0,2 2-20 15,0 3-15-15,2 6-20 0,-1 2 4 0,4 7-1 0,1 5 4 16,3 7 5-16,4 3-3 0,4 10 12 0,1 5-11 0,6 0 6 16,3 9 0-16,3 2-4 0,1 3-12 0,6 2-5 15,0 0 0-15,-1 2-1 0,1-1-7 16,0 3 1-16,-2-5-12 0,-2 0 9 0,-1-2-4 0,-4-5-3 0,-2-2 3 0,3-6-54 16,-7-1-44-1,-1-8-74-15,2-4-71 0,-7-6-97 0,-2-3-83 0,-4-8-92 16</inkml:trace>
  <inkml:trace contextRef="#ctx0" brushRef="#br0" timeOffset="12090.958">10010 10930 2376 0,'0'-16'23'0,"0"3"13"16,3 1 13-16,5-5 19 0,2 1 16 0,3 2 8 0,8-2 11 15,3 0-3-15,6-1-22 0,9 0-9 0,2 1-17 0,7-1-18 16,-1 3-13-16,2-1-12 0,4 2-9 0,-1 4-9 15,-2-1-56-15,-1 4-80 0,-3 1-70 0,-6 2-106 0</inkml:trace>
  <inkml:trace contextRef="#ctx0" brushRef="#br0" timeOffset="13429.5673">10816 10883 1647 0,'3'-3'30'15,"-1"2"12"-15,-2-2 32 0,6-1 23 0,-6 0 10 0,-2 3 14 16,4-2 9-16,-1 0 2 0,1 3-32 0,1-1-7 15,0-1-18-15,4 2-21 0,-2 0-3 0,4 2-10 0,-3-1-6 16,4 2 1-16,2 1 19 0,-2 3-9 0,0-2-6 0,3 4 7 16,-3-1-7-1,0 2-7-15,0 0 6 0,-3-1 9 0,1 3 8 0,0 0-9 0,0-2 2 0,-4 2-13 0,1 2 7 16,-2 0 3-16,-3-2-4 0,0 1-20 0,0-3-27 0,0 2 17 16,-3 2-9-16,-2 0 2 0,1-2-4 0,0-1 6 0,-3-1-10 15,0 1 6-15,1-1 8 0,-1-2-6 0,0-1-2 31,4 0 5-31,-2-4-6 0,0-1-1 0,5 0 1 0,0-2 0 16,0 0 1-16,0-3-1 0,0-1-9 0,3 3-6 0,1-5-30 16,0-2-8-16,2-2 5 0,-1-3-3 15,3-3-4-15,-3-1 2 0,1-4 13 0,2 1 1 16,-3-4 36-16,1 3 4 0,-3-1 8 0,2 2 29 0,-2 1 9 0,3 0 27 16,-4 2 27-16,3 0 16 0,-2 4 27 0,3-3 17 0,-2 4 12 0,-1 2-8 15,0 2 3-15,1 0-8 0,-4 2-28 0,0 4-17 16,0 0-35-16,0 2-13 0,0 1-28 0,-4 0-14 15,4 1-16-15,-3 1-22 0,6 1 6 0,-3 0-4 0,4 4 9 16,1 1-7-16,3 3 17 0,-1 2-8 0,2 5 0 0,4 1 7 16,0 2-11-16,0 2 8 0,0 1-6 0,1 0 0 0,-1-3 0 15,4 6-4-15,-1-6-21 0,2-1-42 0,-1 0-50 16,2-4-41-16,3 0-49 0,-3-2-46 0,2-3-82 0,-1-3-48 16,-4 0-61-16,1-4-42 0</inkml:trace>
  <inkml:trace contextRef="#ctx0" brushRef="#br0" timeOffset="14114.4838">11525 10157 1201 0,'2'-5'14'0,"0"-1"34"0,-1-1 12 0,-1 0 42 16,0 3 24-16,0-3 40 0,0 0 32 16,-3-1 30-16,3 3 16 0,-2 2-9 0,1-1 14 15,-2 2-32-15,-2-1-19 0,4 3-20 0,-6 0-28 16,4 0-26-16,0 0-30 0,-2 5-9 0,0 0-25 0,-5 2-7 16,1 5-8-16,-2 5-15 0,-6 5 22 0,0 7 4 0,1 4 1 0,-3 6 0 0,3 4-15 15,2 3 8-15,3 3 3 0,4 1 0 0,1 0-32 16,6-2-2-16,1 2-9 15,4-1-10-15,5 0 12 0,4-6-8 0,2 0-1 0,8-3-11 0,2-4-35 0,1-5-55 0,-1-2-58 16,2-7-65-16,4-3-70 0,0-2-77 0,-6-9-86 16,1-4-79-16</inkml:trace>
  <inkml:trace contextRef="#ctx0" brushRef="#br0" timeOffset="14521.6146">11815 10654 2052 0,'0'-9'43'0,"0"0"18"0,0 2 37 0,3-3 37 16,-3 5 4-16,0 0 14 0,0-2-1 0,0 5-1 0,0-1-35 16,3 2-24-16,-3-1-37 0,5 2-39 0,1 2-5 0,-1-1-11 15,3 4 5-15,4 0-4 0,0 0-5 0,-1 4 5 16,1 1 2-16,1 1 1 16,-5 2 5-16,0 3-7 0,-4 0 2 0,-2 3-2 0,-2 2 3 0,-5-1 0 0,-1 1-2 0,-5 3 5 15,0-3-2-15,-1-2 3 0,-1 0-5 0,-3-2 21 0,2-3 5 16,-2-3 7-16,3 0 11 0,-3-4 23 0,1-4 22 15,-3 1 14 1,4-4 20-16,-2-4-3 0,-3-1 3 0,4-4 6 0,-2-2 4 0,2-2-6 0,0-2-20 0,5-2-10 16,0-1-13-1,2 2-9-15,3-1-6 0,0 0-12 0,3-1-4 16,2 2-10-16,0-1 6 0,2 2 7 0,3-1-9 0,0 1-3 16,3 0-8-16,2-1 0 0,2 4-7 0,1-1-12 0,2 0-10 15,2 4-15-15,-2 0 6 0,3 2 2 0,-1 2-3 16,3 5-1-16,-2 0-5 0,-1 3 7 0,2 2 0 0,0 1 5 15,3 4-11-15,-2 3 1 0,0 1 1 0,0 2 11 0,0 4-7 16,0 2 2-16,0-1-6 0,1 4 0 0,-4 0 6 16,0 1-3-16,-2 1-35 0,1-1-57 15,-4-1-57-15,1 0-73 0,-2 0-68 0,-3-4-74 16,0-1-77-16,-5 0-94 0,2-6-37 0</inkml:trace>
  <inkml:trace contextRef="#ctx0" brushRef="#br0" timeOffset="14749.6992">12182 10868 2120 0,'3'0'29'0,"-1"0"20"0,0 0 21 0,-2-4 11 16,3 4 20-16,-6 3 6 0,3-3 11 0,0 1 8 0,3-1-30 16,-3 4-6-16,5-1-10 0,3 2 4 0,-4 0 1 15,2 3-8-15,3-1-10 0,-1 2-10 0,-1 1 3 0,-1 0-9 16,2 0-11-16,-5 3-13 0,0 0-14 0,-3 2-3 0,0 1 1 15,-3 0 1-15,0 1-4 0,-8 1-3 0,1-1 6 0,-3 2-9 16,-4 0-2-16,0 1 6 0,-2-3-38 0,0-2-36 16,0-1-72-16,-2 1-73 0,1-1-93 0,1-6-90 0</inkml:trace>
  <inkml:trace contextRef="#ctx0" brushRef="#br0" timeOffset="15280.3454">12338 10769 1137 0,'0'3'25'0,"3"-3"32"0,0 0 42 16,-3 0 15-16,2-3 6 0,-1 1 6 0,1-3 10 0,1-1 1 16,2-4-12-16,0-3-23 0,6-2-32 0,-3-4 0 0,3-3 6 15,1-2 1-15,1-3-2 0,-3-2 5 0,4 0 1 0,-5-2 11 16,1-2-11-16,-1-2-5 0,-4 1 11 0,1-1 11 16,-2-3 4-16,-1 5 5 15,-3 1-11-15,0 3 0 0,-3 3 15 0,-1 3 6 16,1 4-13-16,-2 5-15 0,1 1-1 0,0 4-16 0,0 5-2 0,-1 3-20 0,2 1-22 0,1 1-14 15,-1 3-14 1,0 1 2-16,1 5-18 0,-1 4 4 0,-2 3 2 16,1 5 0-16,-1 6 10 0,0 2-5 0,2 6 5 0,2 5-3 15,-1 0 4-15,4 1-1 0,-1 0 0 0,6-2 2 16,-1 0 0-16,3-2-1 0,-1-5 1 0,3-2-7 16,0-4 9-16,0-1-3 0,3-7 1 0,-1-3-4 0,0-4 5 0,-1-5-3 0,1-2 12 15,0-2 19-15,0-6 1 0,-2-2 29 16,-1-1 8-16,2-5 21 0,0-3 12 0,-2-1 15 0,-4-2 16 15,2-1-10-15,-2-1-3 0,1 1-26 0,-4-2 0 0,0 3-28 16,-3 1-6-16,0 3-23 0,-2 1-30 0,1 0 12 0,-1 2-6 16,1 1-8-16,1 3-10 0,-4 0-37 0,4 1-35 15,-3 2-48-15,6-1-44 16,-3 0-81-16,-3 0-86 0,1 1-74 0,-3 1-82 16,-2 0-70-16</inkml:trace>
  <inkml:trace contextRef="#ctx0" brushRef="#br0" timeOffset="15602.5891">12550 9963 2843 0,'-3'-14'38'15,"1"1"15"-15,1 3 44 0,-3-1 28 0,6 3 36 0,-4 1 16 16,1 2 0-16,-1 0-7 0,2 4-42 0,2 0-2 15,1 2-57-15,2 2-19 0,9 0-38 0,-1 2-19 0,4 5 5 16,4 2 5-16,2 5 6 0,7 0-11 0,0 7 12 0,2 3 1 16,0 6 7-16,-2 1 6 0,0 3-3 0,-2 3 4 0,-1 2-4 15,-2 1 6-15,-3 2-7 0,-1 0-3 0,-2 4-6 16,-2-2 1-16,-6 0 0 0,-1 3 2 0,-4-2 5 0,-3-1 1 16,-7-1 10-16,-1-2 1 0,-3-1-6 0,-5 2 1 0,-4-3-7 15,-4-3-7-15,-1 2 0 0,-2-8-7 0,1 2-3 16,-2-5-7-1,-2-2 1-15,0-4-59 0,6 0-44 0,-3-5-52 16,-1-4-80-16,3 5-89 0,-2-8-97 0,1-2-101 0</inkml:trace>
  <inkml:trace contextRef="#ctx0" brushRef="#br0" timeOffset="16205.1135">13519 10111 1548 0,'0'-2'9'0,"-2"-3"14"15,1 2 16-15,-1 0 16 0,1 2 26 0,-3 0 26 0,1-2 21 16,3 3 17-16,-3-1 5 0,3 2-6 0,0-5-15 16,-2 4-14-16,1 0-8 0,-3 0-27 0,-1 4-21 15,-5 0-12-15,0 3-10 0,-2 6 3 0,-4 2 23 0,-3 4 7 0,3 6-8 0,-4 4 7 16,3 5 1-16,0 3 13 0,5 5 1 0,-1 0-10 16,5 3-21-16,3 4-12 0,5 1-6 0,0-3-14 0,5 4 12 15,2-3-28-15,2 0-3 0,5-4-1 0,2-3-1 16,5-2-11-16,2-5-41 0,2-5-46 0,-2-3-86 0,1-4-55 15,-1-4-74-15,2-9-75 0</inkml:trace>
  <inkml:trace contextRef="#ctx0" brushRef="#br0" timeOffset="16673.4452">13655 10580 1802 0,'-4'-10'17'16,"4"1"31"-16,5-2 22 0,-1 3 27 0,0 0 7 0,0 1 11 15,2 1 8-15,1 0 4 0,2 3-14 16,-1-1-30-16,2 1-8 0,0 3-16 0,3 0-8 0,1 0-13 0,-1 5-6 16,1-1 14-16,-2 4 31 0,-2 1 2 0,2 2-10 0,-2-2-12 15,-2 5 1-15,-2 1 7 0,-3 2 5 0,0 3-24 0,-3-2-30 16,-3 2 0-16,0 1-2 0,-3-1-3 0,1 2 2 16,-3-5-6-16,3 4-4 0,-3-3 5 0,1-3-2 15,0 1-9-15,1-3-5 16,3-4 7-16,0 3-1 0,-1-5 4 0,0-2-4 0,4-3 2 15,0-1 2-15,0 0 1 0,0-1 2 0,4-1 3 0,0-2-2 0,-4 2 6 0,3-2-3 0,0-2-2 16,5-3-4-16,0-2 4 0,1-1 2 0,1-5 1 16,1 0-5-16,3-5-2 0,-1-1 10 0,1-2-3 0,-3-1 1 0,-1-1 14 31,0 1 19-31,-3-3-3 0,-1 3 14 0,2 0 20 16,-2 0 14-16,-2 2 24 0,0 3 25 0,-2-1 5 15,1 5 1-15,-3 1 26 0,0 5-4 0,0 2-16 0,-3 1-16 16,1 5-26-16,-1 0-17 0,5 4-38 0,-5-2-11 15,3 2-25-15,-4 1-8 0,4 1-7 0,0 1-17 0,4-2 13 16,-3 7-9-16,-1 2 18 0,5 4-7 0,1 2-5 0,5 6 5 16,-3 1 0-16,0 4 11 0,2 1 0 0,2 2-18 0,-1 2 7 15,-2-1-37-15,1-3-43 0,1 1-43 0,5-4-61 0,-1-3-59 16,-2-2-62-16,-1-5-52 0,-1 0-89 0,1-6-55 16,0-3-36-16</inkml:trace>
  <inkml:trace contextRef="#ctx0" brushRef="#br0" timeOffset="20302.8718">14420 10714 1960 0,'0'0'21'0,"-76"-35"28"0,76 35 25 0,0 0 31 0,0 0 34 0,0 0 27 0,0 0 31 16,0 0 17-16,0 0-2 0,-22-14-13 0,22 14-11 0,0 0-29 15,0 0-35-15,0 0-21 0,0 0-18 0,0 0-5 0,0 0-21 16,0 0-12-16,0 0-10 0,0 0 2 0,0 0-11 0,0 0 10 16,0 0-21-1,0 0 8-15,41-11-15 0,79-9 0 0,-104 17-11 16,-2 3 2-16,2 0-2 0,-2 0-47 0,2-2-38 0,-2-1-72 16,2 3-94-16,-10 0-98 0,1 0-83 0</inkml:trace>
  <inkml:trace contextRef="#ctx0" brushRef="#br0" timeOffset="20753.618">14840 10500 2306 0,'-3'-4'11'0,"1"0"29"0,2-4 17 0,2 4 10 0,1 0 18 0,-3 2 4 16,5-3 4-16,0 4 3 15,1-3-11-15,0 2-23 0,-1 1-19 0,6 0-8 16,-3 1-16-16,3 1-7 0,0 2-4 0,2 0-3 0,-2 1 0 0,0 1-8 0,1 3 6 16,0 1-2-16,-4 0 1 0,2 1 3 0,-3 0 2 0,-1 2-4 15,-2 2 0-15,-3-2 5 0,-1 3 0 0,-3 0-4 0,-2 2 3 16,0 0-3-16,0 1-2 0,-4-2 3 0,1 0 1 0,0-1-5 16,-1 1-1-16,0-4 8 0,0-1-8 0,1-4 11 31,-1 4 19-31,0-6 3 0,-1 1 12 0,1-1 12 0,-1-3 21 15,-1-2 16-15,0 0 8 0,2-2 14 0,-1-3-3 0,-1-1 24 16,2-2-10-16,1 0 6 0,-1-2-11 0,2-1-8 16,2-2-1-16,0-1-15 0,2-1-15 0,0-2-21 0,1 1 0 15,2 2-3-15,2-2-7 0,1-1 2 0,0 2-4 0,4 2-15 16,-1 0 8-16,2 4-8 0,1 1 1 0,-1 0-7 16,2 3-16-16,-1 1-9 0,2 2-1 0,2 2 16 0,0 0-23 15,2 4 13-15,1 2-12 16,3 1-1-16,-3 3 6 0,5-1-2 0,0 7 0 0,-1-3-8 0,0 4 8 0,2 3-1 15,-1-2-3-15,1 2-5 0,-2 1 18 0,-2-1-17 0,1-2 5 16,-2 1-51-16,-1-5-44 0,-2 3-65 0,1-5-50 0,-4-3-62 16,0-1-87-16,-5-3-58 0,0 0-96 0</inkml:trace>
  <inkml:trace contextRef="#ctx0" brushRef="#br0" timeOffset="21039.827">15038 9951 2542 0,'-13'-25'28'0,"0"2"28"0,3 4 28 0,0-1 33 15,3 6 41-15,-2 2 14 0,5 6 10 0,0 1 2 0,4 3-31 16,-1 0-35-16,2 6-25 0,1-1-29 0,4 2-47 16,3 4-12-16,4 4-14 0,1 4 8 0,6 5 4 0,0 4-1 15,8 3 4-15,1 8-6 0,-1 1 10 0,2 3 22 0,-1 1 12 16,-1 1-6-16,1 3 3 0,0 2 8 0,-4-2-12 15,0 2 5-15,-2-2 0 0,-2 3-25 0,-3-3-5 0,-5 0 1 16,-3 0-4-16,-2-2-2 0,-3-1 10 0,-3-3-9 0,-6-1 1 16,-4-2 1-16,-1 0 0 0,-7-3-1 0,-2-1 3 15,-4-4-5-15,-3 0-5 0,-5-3 5 0,0-3-53 0,-3 0-46 16,1-4-78-16,-3-2-99 0,-4-1-103 0,0-2-118 0</inkml:trace>
  <inkml:trace contextRef="#ctx0" brushRef="#br0" timeOffset="22091.9724">16005 10128 1635 0,'2'-3'36'16,"1"0"20"-16,-1 2 37 0,0-2 16 0,-2 3 18 15,0 0 8-15,0 2 4 0,0-1-1 0,0-1-38 0,0 1-22 16,0 0-29-16,0 4-17 0,0 2-14 0,2 5 22 0,1 3 6 16,-1 2-2-16,1 7 1 0,0 5 7 0,4 6-11 15,-1-1 3-15,0 5 1 0,2 0-34 0,-1 3-11 0,2-1 1 16,-1 2 4-16,-2 1-3 0,1-1-2 0,-3-1 1 0,1-4-6 15,-5 1-4-15,5-4-65 0,-5-3-37 0,-5-3-76 16,-1-4-64-16,1-6-68 0</inkml:trace>
  <inkml:trace contextRef="#ctx0" brushRef="#br0" timeOffset="22277.4534">15781 10550 2435 0,'-16'-11'40'0,"2"-1"26"0,0 4 27 16,7-6 37-16,1 7 2 0,-1 2 12 0,3 0-4 0,2 0-5 15,4 2-32-15,2 2-21 0,6-2-26 0,10 3-40 0,4-2 0 32,6-1-13-32,8 1 2 0,3 1 5 0,8 0-12 15,2-2-6-15,4 3 0 0,1 0-2 0,-3-2-2 0,4 2-19 0,-6 0-37 16,1 2-52-16,-3-2-52 0,-3-2-67 0,-2 0-71 16,-4-3-63-16</inkml:trace>
  <inkml:trace contextRef="#ctx0" brushRef="#br0" timeOffset="22659.8109">17186 9956 1558 0,'-5'-5'12'0,"0"2"36"0,2-4 20 0,-3 0 39 15,-2 0 22-15,0-1 27 0,0 1 31 0,-3-2 15 16,2 4 6-16,-1-3-17 0,-1 3-8 0,3 1-27 0,-1-3-14 16,-2 6-16-16,3-1-14 0,-2 2-20 0,2-2-15 0,-2 6-10 15,1-3-13-15,1 6-4 0,-1 0-9 0,1 3 1 0,0 5-12 16,0 4 15-16,1 5 9 0,0 5-3 0,-1 3 8 15,3 6 0-15,2 4 4 0,0 4-8 0,3 4-2 0,2 1-12 16,-1 2-13-16,6 7-2 0,-4-2-4 0,0 3-13 0,3 0 2 16,-4-1-4-16,1 3-4 0,0-5-1 0,-3-1 3 15,-3-5-19-15,3 0-56 0,-1-5-51 0,-3-6-64 0,1-5-68 16,-3-4-78-16,-1-3-73 0,-3-5-103 0</inkml:trace>
  <inkml:trace contextRef="#ctx0" brushRef="#br0" timeOffset="22830.6769">16531 10706 3125 0,'-4'-17'17'0,"1"5"32"15,1-1 13-15,7-5 16 0,-1 3 27 0,3 1 9 0,2-1 4 16,9 1 2-16,1-1-18 0,11 3-31 0,3-1-16 0,10 0-13 16,3 0-30-16,4 3-2 0,7 2-7 0,-2 1-1 15,-1 2-1-15,2 2 1 0,-3 0-56 0,-3 6-61 0,-5 1-61 16,-5 1-90-16,-4 7-54 0,-5-1-67 0</inkml:trace>
  <inkml:trace contextRef="#ctx0" brushRef="#br0" timeOffset="23435.377">17330 10738 1724 0,'-2'1'36'0,"0"0"31"31,1-2 26-31,2 0 17 0,-1 1 7 0,0 0 12 0,-1 1 8 16,-1 0-8-16,4-1-32 0,-2 0-31 0,1 2-32 16,1-2-14-16,-2 1-11 0,2 2-5 0,-1-2-11 0,3 3 5 15,-4 2-1-15,3 1 5 0,0 1 5 0,0 1 32 0,0 6 5 16,5-1-6-16,-2 0 1 0,1 1 3 0,-1 0-5 0,3-1-2 16,-1 0 2-16,2 0-30 0,1-3-9 0,-2-1 5 15,1-2 6-15,1-2 1 0,0-1 2 0,0 2 2 0,0-7 2 0,0 0-5 16,-1 0 9-16,1-5-4 0,0-2 4 0,0-2-4 15,2-3-1-15,-2-5 1 16,1 0-3-16,-1-4 1 0,-1-1 3 0,1-1 2 16,-2-6 3-16,-1 4 5 0,-3-2 20 0,0 2 6 0,-2-2 14 0,-2 3 21 0,-2 1 2 0,1 5-2 15,-3 3 8-15,-2 3 1 0,2 4-16 0,1 1-11 16,-1 5-18-16,2 1-22 0,-1 1-16 0,0 1-6 0,2 4-16 16,-3 5-1-16,2 1-6 0,-4 9 0 0,-3 1 1 0,3 4 6 31,1 8 8-31,-3 4 1 0,4 4-6 0,-2 2 0 15,3 4 2-15,2 1 1 0,0 1 7 0,2 3-8 0,0-2-5 16,1 0 9-16,0-2 4 0,0 0-8 0,1-3-2 16,-1 0 3-16,0-2-6 0,0-2 1 0,-3-3 4 0,5 0-9 0,-5-2 7 15,0-6-2-15,-5 2 6 0,2-4-1 0,0-5-2 16,-4-2 4-16,3 0 2 0,-3-8 0 0,0-1-2 0,0-4 7 16,1-1 3-16,-2-1-2 0,0-6 4 0,-3 0 1 0,-2 0-1 15,-1 0-3-15,-2-1 7 16,-3-5-2-16,1-1-2 0,-3 0 3 0,-1-3 2 0,1 0 12 15,-1-1 7-15,1-1 19 0,3 0-12 0,-3-4 6 16,2 4 3-16,4-5-3 0,0 3 3 0,5-5-9 16,3 2-6-16,4-3-20 0,3 3 4 0,7-6-10 0,3-2-6 15,4 1-3-15,8-2-5 0,2-1-8 0,2-3 1 16,5 5-1-16,0-3 4 0,2 2 5 0,-1 1-5 0,3 1-5 16,-3 2-28-16,-1-2-36 0,-1 4-17 0,0-1-52 15,-5 2-61-15,2-1-70 0,-5 4-68 0,-4 3-70 16,-3-1-65-16</inkml:trace>
  <inkml:trace contextRef="#ctx0" brushRef="#br0" timeOffset="24373.1468">18158 10067 959 0,'3'-3'14'0,"1"-1"22"0,1-3 29 15,-1 7 15-15,-3-6 17 0,3 2 28 0,-1 0 23 0,0 1 31 16,-1-2 3-16,-2 5 13 0,1-3 5 0,-1-1-2 16,0 4 10-16,0 0-8 0,-1 0-9 15,-3 0-17-15,1 0-1 0,2 2-23 0,-3-2-21 0,3 2-24 16,-4-2-15-16,1 3-26 0,0 2-15 0,0-1-9 16,-3 2-18-16,-3 6-2 0,-2 5-5 0,-4 4 5 15,-1 5 2-15,-2 3 15 0,0 6-6 0,0 5 2 0,5 5-1 0,-2 1-8 0,6 2-3 0,6 2 8 16,-1 2-18-16,5 0-2 0,1-3-7 0,6 0-1 0,2-1 3 15,5-3 6-15,2-5-7 0,3-1-9 0,6-6-11 16,1-4-43 0,3-7-39-16,2-3-70 0,2-7-74 0,-1-2-73 15,-2-10-82-15,0 0-80 0</inkml:trace>
  <inkml:trace contextRef="#ctx0" brushRef="#br0" timeOffset="24851.5878">18384 10476 1471 0,'0'3'23'0,"1"-3"37"0,3 1 2 16,-3 0 18-16,3-1 17 0,-4 2 0 0,3-1 6 15,-2 0 0-15,1-1-20 0,1 1-36 0,0-1 8 0,3 0 8 16,-1 3-14-16,3-2 7 0,3 1-12 0,-1-1-1 0,1 4 4 31,0-1-5-31,1-1-9 0,-2 4-23 0,-2 0-2 16,0-1-13-16,-4 3 16 0,0 1 8 0,-4 0-10 0,1 1 9 15,-2 4-4-15,-3-1 1 0,1-1 3 0,-4 3 4 0,0-1-15 16,-1 0-5-16,0 1 5 0,-6 0-2 0,5-2-5 0,-7 0 2 16,5-2-7-16,-2-2 8 0,-3 1 11 0,2-5 8 15,-2 2 11-15,3-4 8 0,-2-4 26 0,2 3 19 0,-2-6 12 16,2-1 6-16,-3-4 27 0,3-1 3 0,1-1-4 15,2-5 8-15,1 1 2 0,1-3-25 0,2-1-5 0,2-1 1 16,4 0-26-16,2 0 2 16,1 1 3-16,3 1-5 0,1 1-10 0,2-1 21 0,-2 5 5 15,0 2-3-15,1 0-10 0,0 3-16 0,0 2-13 0,1 3-15 0,-1 1-10 0,1 2-19 16,3 3-15-16,1 2-6 0,2 1 10 0,1 4-2 0,1 2 9 16,1 3-2-16,3 2-5 0,1 1 8 0,-5 3-4 0,4-2 7 15,-1 1-10-15,-4 1 1 0,4 2-17 0,-3-4-19 16,0-1-29-16,-3-1-57 0,2-4-32 0,-3 0-86 0,1-4-63 31,-3-2-74-31,-2-2-86 0,2-2-82 0</inkml:trace>
  <inkml:trace contextRef="#ctx0" brushRef="#br0" timeOffset="25187.43">18755 10805 833 0,'0'5'7'0,"2"-1"29"0,1 0 6 0,-3 0 36 16,-1-1 9-16,-1 1 25 0,4 1 25 0,-6 0 8 16,4 2 20-16,0 0-6 0,0 0 16 0,0 1-27 0,-1 0 8 15,1 1-12-15,-3 2-9 0,1 0-14 0,-7 0-22 0,4 1-23 16,-5 1-23-16,-3 2-4 0,0-1-18 0,-4 3-19 16,4-3-17-16,-8 1 11 0,4 0-4 0,-2-1 1 0,1 0 0 0,3-3-59 15,2 1-59-15,-1-3-54 0,1-1-75 0</inkml:trace>
  <inkml:trace contextRef="#ctx0" brushRef="#br0" timeOffset="25635.88">18832 10663 1158 0,'7'-8'9'0,"1"0"15"0,2-4 12 0,0 1 13 0,0-3 7 16,-3-2 20-16,2 0 10 0,2-2 5 0,0 0-4 15,-3-3-15-15,5 0-6 0,-4-3 14 0,-1 2 4 0,3-2-8 16,-6-2 6-16,5 1 19 0,-9-1 25 0,6 2 19 0,-3 1 8 16,-1 2 9-16,-3 4 1 0,0 2-9 0,0 4 13 0,-2 3-8 15,1 1-31-15,-3 4-17 0,2 1-13 0,-1 2-38 0,1 2-17 16,2-1 2-16,0 1-25 0,-1 1-23 0,-1 3 1 15,0 4-4-15,-1 4 4 16,-2 1-5-16,4 6 14 0,-3 2-7 0,0 6-7 0,-1 3 11 16,5 2-6-16,-3 2 4 0,3-2-11 0,3 1 11 0,-1 0-7 0,4-2 0 0,0-3-1 0,-1-1 1 15,2-3 1-15,-3-4 1 0,7-2 5 0,-3-4-7 16,0-4 3-16,1-3 0 0,-1-3 14 0,0-3 6 0,-1-3 27 16,0 0 25-16,1-4 18 0,0-3 23 0,2-3 17 15,1 0 21 1,-5-2 6-16,5-1 13 0,-6-2-26 0,4-2-17 15,-5 5-17-15,-3-2-14 0,2 3-19 0,-6 0-26 0,3 1-14 16,0 2-19-16,-1-1 3 0,-1 6-12 0,0-3-10 16,-1 3-38-16,2-2-49 0,1 3-51 0,-5-1-55 0,2 0-90 15,-2-1-87-15,0 4-85 0,-1 0-99 0</inkml:trace>
  <inkml:trace contextRef="#ctx0" brushRef="#br0" timeOffset="25987.9935">19054 9967 2697 0,'-2'-11'41'0,"-1"4"44"0,-1-1 17 0,1 2 35 16,4 1 26-16,-4-1 7 0,3 1 6 0,0 3-1 15,0 0-43-15,2 2-44 0,3 0-19 0,0 2-35 0,2 0-22 16,3 6-5-16,4 1-7 0,2 3-2 0,2 1 5 0,3 4-3 16,3 5-1-16,-1 4 4 0,3 1-6 0,-3 4 0 15,-2 2 9-15,1 1 3 0,-1 7-1 0,-5-3-3 0,1 3 2 16,-3 0-2-16,0 2 3 0,-3 0 0 16,-1-1-4-16,-2 3-1 0,-2-3 4 0,-3 4 11 0,-3-2-1 0,0-1 4 15,-3 2 1-15,-3-3-4 0,-3 0 1 0,-3-2-1 0,-1-2-7 16,-5-4-3-16,-3 1 7 0,0-4-13 0,-4-1 0 15,-2-1 8-15,1-4-46 0,-1-1-51 0,2-3-52 0,-1-2-78 16,1-1-95-16,-2-5-85 16</inkml:trace>
  <inkml:trace contextRef="#ctx0" brushRef="#br0" timeOffset="26490.5361">19758 10045 1504 0,'-4'-5'38'0,"4"3"19"0,4-5 43 0,-4 2 35 0,-4 3 33 0,4 0 37 15,-3-1 38-15,2 2 20 16,-4 1-24-16,2 0 10 0,1 0-32 0,-1 3-38 16,3-2-30-16,-1 1-31 0,-1 0-50 0,0 0-12 0,2 4-16 0,-3 3-24 0,2 6 3 15,-6 3 9-15,1 7-4 16,1 4 1-16,-3 8 14 0,0 3-12 0,-1 7 8 15,4 1-8-15,-1 5-12 0,1-2-5 0,4 4 4 0,1 1-7 0,0-1-4 0,1-2-1 0,2-1-2 16,4-1-2-16,-2-5-43 0,5-3-53 0,0-7-54 0,0-4-69 31,0-3-74-31,3-7-62 0,1-6-92 0</inkml:trace>
  <inkml:trace contextRef="#ctx0" brushRef="#br0" timeOffset="27008.2161">19966 10539 1647 0,'-1'0'39'0,"-3"0"4"0,4 3 8 0,0-6-5 15,0 6-3-15,2-1 5 0,-2 3 32 0,2 0 8 0,-1 1-27 16,2 2-2-16,1 2-2 16,0 1 10-16,5 2 3 0,0 2-4 0,-1-1-31 0,1 1-8 0,5-1-8 0,-1-2-6 15,1 1-2-15,1-4-11 0,2-2 7 0,-3-2 5 0,3 0 9 16,-1-3 7-16,0-4 18 0,2-3 12 0,-3-1-1 15,1-5 21-15,1-1 17 0,0-2 8 0,0-4-4 0,0-2 11 16,2-4 5 0,-3-2 14-16,0 1-2 0,-2-3-11 0,-1 2 13 0,-4-2 2 15,0 2 10-15,-1 2 3 0,-4 6-9 0,-1 0-28 16,-3 7 9-16,0 0 4 0,-2 4-39 0,2 5-29 0,-1 2-13 16,-3 1-23-16,4 2-25 0,-3 4 15 0,3 3-12 15,-3 7-10-15,0 2 9 0,0 3 19 0,-3 9-24 0,2 6 8 16,0 2 15-16,-3 7-11 0,6 2-3 0,-3 5 3 0,3-2-4 15,1 6-8-15,1-3 20 0,-1 1-9 0,2-1-12 16,0 1-1-16,-2-3-16 0,1-1-9 0,-1-1-1 0,0-1-1 16,-1-1 15-16,-3-3-1 0,-1 0 1 0,1-6 5 0,-2 1 15 15,-2-5 10-15,-2-2-6 16,-1-8 4-16,3-1-18 0,-1-6 4 0,-2-3 15 16,5-5-8-16,-3-4 14 0,6-4 10 0,-3 2 9 0,2-4 11 0,-3-4 9 0,2 0-3 0,-4-4-6 15,0 0 9-15,-4-4-5 16,0-2-11-16,-3-4-5 0,-3-1-9 0,7-2-9 0,-6-1 5 0,6-4-7 0,-1-2 2 0,4-1-9 15,2-4 0-15,4 1 0 0,5 1-3 0,-1-3 1 16,6-2-25 0,3 3-28-16,5 0-47 0,4 2-29 0,-2-4-56 15,8 3-67-15,4-3-49 0,2 1-65 0,1 3-41 0,1-1-26 16,5 3-25-16</inkml:trace>
  <inkml:trace contextRef="#ctx0" brushRef="#br0" timeOffset="27292.7146">20614 10602 1892 0,'-9'5'51'0,"2"-2"51"0,0 1 56 0,5-4 50 16,-3 3 49-16,2-3 49 0,-2 2 34 0,4-2 39 0,1-1-30 16,0 2-37-16,1-1-34 0,1-1-56 0,1 1-37 15,0-1-50-15,2 1-35 0,0-3-45 0,4 3-19 0,2-4-12 0,7 0-21 16,1 0 10-16,3-2-13 0,6 0-7 0,1-1-44 16,2 1-49-16,-1 1-61 0,2-2-77 0,-4 2-85 15,-2 1-113-15,-4 2-108 0</inkml:trace>
  <inkml:trace contextRef="#ctx0" brushRef="#br0" timeOffset="27810.7029">21014 10559 1148 0,'-3'4'12'0,"3"0"27"0,0-4 12 0,3 1 32 16,-3-1 16-16,0 2 24 0,4-2 29 0,-4-2 19 15,1 2 8-15,5-1-16 0,-3-3 7 0,7-3-23 0,-2 0-6 16,4-3-14-16,1-2-18 0,4-2 0 16,0-2-9-16,3-5-9 0,-1 1-12 0,-2-1-10 0,2-3-2 0,-3 0-1 0,1 1 0 15,-1-3-9-15,-2-1-10 0,-2 4 10 0,-2-4-3 16,-2 0 10-16,0 3-4 0,-3 0 0 0,0 2 0 0,-3 5 7 15,2 1 7-15,-4 5-10 0,2 2 1 0,-4 4-13 0,2 2-15 16,0 1-11-16,-3 4-11 0,2 1-8 0,-1 2-16 0,1 2 0 16,-3 3-4-16,-1 4 7 0,1 3 10 0,-3 5 4 15,2 4-6-15,-4 6 0 16,6-3 3-16,-2 8-3 0,4 0-2 0,-3 1-9 0,8 0 4 0,-3-1 3 0,4-3 7 0,2-1-13 16,3 0 8-16,-2-5-7 0,4-2 14 0,-2-4-2 15,0-5 2-15,0-2-11 0,0-2 1 0,-2-5 8 0,-1-3 7 31,2-2 19-31,-1-3 25 0,2 0 27 0,-2-3 23 0,1-4 26 16,0 1 14-16,1-2 9 0,-1 0-9 0,-1-5-12 16,0 4-23-16,0-5-24 0,0 0-28 0,-2 0-21 15,1 1-20-15,-6-2-12 0,4 2 15 0,-2 0-17 0,-3 2-10 0,4 1 2 16,-4 1 4-16,0 2-2 0,1 2-17 0,2 1-14 16,-6 0-60-16,3 1-27 0,3 0-55 0,-2 2-53 0,-1-1-73 15,2 0-86-15,-4 2-65 0,1 0-59 0,-3-2-54 0</inkml:trace>
  <inkml:trace contextRef="#ctx0" brushRef="#br0" timeOffset="28117.9242">21351 9859 2928 0,'-6'-12'34'0,"3"4"43"0,-1 1 40 15,8-2 29-15,-6 1 13 0,0 3 18 0,2 3-1 0,2-2 0 16,1 1-29-16,0 3-42 0,8 0-40 0,0 3-31 0,5 1-5 16,3 1-22-16,6 5-7 0,2 2 0 0,6 4 2 0,-1 4-4 15,3 4 10-15,-2 3-1 0,2 7-10 0,-2-1 1 16,-3 4 14-16,0 2 9 0,-4 2-6 0,-1 2 1 0,-3 1-4 16,-5-1 8-16,1 1-1 0,-4 1 9 0,-2-1-5 0,-4 0-13 15,0 0-3-15,-2 1 9 0,-6-3-11 0,-2 1 2 16,-6-1 1-16,-4 0-2 0,-3 0-3 15,-5-4 2-15,-6 4 13 0,-3-3-15 0,-4-3 13 0,-3 3-7 0,-8-3-2 0,2-3-14 16,-5-3-65-16,4-1-62 0,-2-3-72 0,-3-3-89 0,-2 1-126 16</inkml:trace>
  <inkml:trace contextRef="#ctx0" brushRef="#br0" timeOffset="31740.8155">6591 11837 548 0,'0'-3'11'0,"0"2"18"16,0-1 12-16,-2 1 10 0,1 0 8 0,-1 1 3 0,0 0 13 16,1-3 13-16,-1 3 2 0,1 0-3 0,1 0-8 0,0 0-6 15,0-1-3-15,0 1 14 0,0-3-4 0,-2 3 2 0,2-1-12 16,0 1-6-16,0-1 5 0,0 1 5 0,0 0 7 16,0 0-12-16,0-1-4 0,0 0-12 0,0 1-1 0,2 0-11 15,-4 0-9-15,4 0-6 0,-2 0-11 16,0 0-6-16,0 1-5 0,0-1-4 0,0 0 2 0,1 0-4 0,-1 1 8 0,0-1-10 15,2 0-1-15,-2 1-2 0,1 0 3 0,1-1-3 0,-2 3-2 16,2-2 4-16,-1-1-5 0,3 4 7 0,0 3 3 16,5-3 0-16,-1 3 0 0,2 0 7 0,2 4-5 0,3-1 2 15,4 1 4-15,0-1-1 0,1 1-6 0,1-1 4 0,1 1 1 16,2-3 1-16,3-1 6 0,-2 4-3 0,2-6 4 0,-1 4-4 31,1-3 9-31,-1 0-2 0,1 1 2 0,-2-2 10 0,2 1 12 16,-4 0 1-16,4-1 0 0,0 1-5 0,-1-1 4 15,4 1 17-15,-2 0 3 0,1-2-3 0,-1 1-19 0,2 0 7 16,0-1-7-16,-3 1 8 0,3 1 6 0,0-4-8 0,2 2-6 16,-1-1-8-16,1-1 10 0,1-2-10 0,-1 2 5 15,3-1-9-15,-1-1-7 0,-4 0-12 0,3 0-1 0,-3 0-3 16,-1 0 1-16,1 2-2 0,-2-2-1 0,0 0 2 0,2 0-5 16,0 0 7-16,0 1 2 0,1-1-3 15,3 1-4-15,1-1 9 0,0 0-8 0,3 0 4 16,0 3 3-16,3-3-9 0,-3 0 0 0,5 0 7 0,-2 2-2 0,-1-2-2 0,-1 0 8 0,2 0-10 15,0 2 1-15,-1-2 11 0,2 1-8 0,-2-1-3 16,0 0 4-16,0 0-9 0,3 0 4 0,-3 3 1 0,4-2 6 16,-3 0-11-16,3 0 4 0,-3 1-1 0,2-1-1 0,1-1 7 31,-1 4-9-31,-2-3 14 0,5 0-19 0,-4 0 10 0,3 0-1 0,2-1 1 16,-1 0-5-16,1 0-4 0,0-1 11 0,1-1-3 15,-3 0 4-15,2-1-4 0,-2-1-4 0,0 2 5 16,0-2 3-16,-3 0 3 0,1 1-2 0,-3-1-3 0,0 3 2 15,0-1-5-15,-2 0 7 0,-3-1-1 0,2 1 4 0,1 0-4 16,-3 2-4-16,0-1 1 0,2-3 0 0,0 4 0 16,1-3 5-16,2 2-8 0,4 0-3 0,-1-2 5 0,0 0 1 15,4 1-3-15,0 1-5 0,1-1 8 0,2 0-1 16,-2 0 6-16,1 2-5 0,-1 3-4 0,0 0-4 0,-1 0 0 16,-2 4 11-16,0 1-7 0,0 0-1 0,-3 1 4 0,1 3 1 15,-3 0-5-15,-4 1 7 0,3 1 0 0,-2 2-7 0,3-1 15 16,-4 1-11-16,0 2-5 15,0-1 6-15,1-1 0 0,-1 1 3 0,-1-1-7 0,1 1 12 0,-4 0-17 0,3-1 4 16,-4 2 2 0,-1-1 0-16,0-1 6 0,-3 1-9 0,0 0 5 0,9-2-10 15,-12 2 5-15,-1-3 6 0,-3 1-6 0,2-1-4 0,-3-1 1 0,-2-1 7 0,-1-1-2 0,-11-1 4 16,9 1 4-16,-4-4-9 0,2-1 5 0,-1-1 0 0,-2 1-1 31,-2-4-4-31,-1-2 7 0,1 0-2 0,-2 0 1 16,0-1 5-16,0-3-7 0,-1 1 1 0,0-3-1 0,1 0 1 15,3-3-5-15,1-3 7 0,0-1-3 0,-1-1-7 0,1-1 7 16,2-2 4-16,3-1 0 0,-1-2-1 0,-2 4 10 0,0-2-12 16,3 1-4-16,-1 1 5 0,1-1 1 0,1 2-3 15,0-2-1-15,-2 2 1 0,6 0-7 0,2-1 0 0,-1 3 13 16,5-1 0-16,0 0 1 0,1 1-3 0,-1 1 4 0,2-2 5 16,2 5 4-16,1-2 8 0,0 2 4 0,0 0 0 15,3-2 0-15,4 5-6 16,-3 0 6-16,0 1-6 0,0-2 0 0,2 2-10 0,-3 2-12 15,2 1 0-15,1-2 7 0,-3 4 0 0,2-3-11 16,0 3 3-16,0-2-2 0,1-1 6 0,2 3-1 0,0 0-1 0,-1 0-4 0,-1 0 0 0,0 0 1 16,0 3-3-16,-1-1 1 0,0-2-2 0,-2 2 1 15,1-1 2 1,-3 2 0-16,1-1-2 0,-1 1 11 0,1-2-6 16,-2 3-1-16,2-2-6 0,1 0 6 0,0 0-5 0,3 0-1 15,-1-1 2-15,0-1-3 0,1 2 4 0,1 0 1 0,0-2 1 16,3 0-1-16,0 2 7 0,-2-1-5 0,3-1 0 15,-2 0-1-15,1 3 2 0,2-1-3 0,-2-1 9 0,-2 2-2 16,1 0-7-16,-1-1 1 0,0 0 1 0,-3 3-5 16,3-2-4-16,-2 2 2 0,2 0-2 0,0-1-6 0,3 3 3 15,2-1 3-15,1-2-1 0,4 3 4 0,-1-1 3 0,2-2 1 16,1 3-4-16,2-2 8 0,-2 0-1 0,2 0-6 16,1 0 9-16,-2 0-11 0,1 0 17 15,2-1-10-15,-5 1-1 0,3-3-1 0,-3 2-1 16,1-2 11-16,-5 2-8 0,1-1 6 0,3-2-16 0,-3 2 2 0,1 0 6 0,0-2 4 15,4 1 2-15,3 0-6 0,4 0 4 0,-1-2-1 0,8 0-3 16,0 0 10 0,2 0-8-16,3-2 1 0,-2 0 31 0,1 1 7 0,-3-1-6 0,2 0 2 0,-7 0 12 0,2-1-10 15,-2 0 11 1,-5 2-6-16,-1-3-25 0,-3-1-12 0,-4 3 8 16,2-3-3-16,-2 3 0 0,-3-2 0 0,1 1-7 0,-2-2 11 15,3 3-11-15,1-1 7 0,-2-1-5 0,2 2 4 0,-2-2 1 16,2 0 12-16,-5 2 0 0,-4-4-12 0,4 6 2 15,-9-4 2-15,1 1 0 0,0 1 1 0,-6 0-6 0,2-1-18 16,2 0 1-16,-1 2 8 0,6-2 2 0,-4 1-9 0,3-2 3 16,-1 2-7-16,4 0 5 0,-1-2 8 0,2 0-3 15,-1 1-4-15,4-1-1 0,1 0 8 16,3-2-4-16,0 3 12 0,6-2-17 0,-2 1 12 16,-2-1-7-16,4 1 5 0,-3 1 4 0,-1-1-7 0,-4 2 1 0,3-1-1 0,-6-1 5 15,-1 1-9-15,0 1 6 16,-8-1-4-16,1 0-2 0,-1-2 6 0,-4 4-6 15,1-3-8-15,-1 2 3 0,-3-3 3 0,1 1-1 0,1 2 1 0,-2-4 2 0,-1 1-3 0,3 0 2 16,-2-2 4 0,3 1 5-16,1-2-12 0,3 0 3 0,2-1-2 0,2 1-6 0,4-1 11 0,1-2 0 0,5 1-1 15,3 0 1 1,-1 0 7-16,7 1 1 0,0-2-6 0,1 3 5 16,0-1-7-16,4 2 3 0,-3 1 1 0,-2-1-2 0,-3-1 3 15,-2 0 0-15,1 0-2 0,-5 1 4 0,1-1-8 16,-5-3 4-16,0 2-6 0,2 1-3 0,0-4-2 0,-2 2 1 15,2-2 5-15,0 0-5 0,4 0 2 0,2 0-1 0,5-1 6 16,-1 0 0-16,3 0-1 0,1 0 1 0,0-3 3 16,-2 0 3-16,1 1-1 0,-1-3-2 0,0 0 3 0,-1 1 1 0,2-4 3 15,-2 2-8-15,-1-2 1 0,-1 0-6 0,-2 1 10 16,-1 1-9-16,-1-1 4 16,-4-1 0-16,-4 4-11 0,-2-3 4 0,-5 4 8 0,-2-1-6 15,-3 3-5-15,-4-1 8 0,0 2-7 0,-2 1-3 0,-4 0 8 0,3 4 2 0,-2-1-5 16,0-1 7-16,-2 3-2 0,-1-2-4 0,2 1 8 0,-5 1 1 15,-1-2-5 1,-2 1-21-16,-2 0-54 0,2 2-33 0,-8 0-54 0,1 1-81 0,-4 1-88 0,-6 2-87 0,0-2-86 0</inkml:trace>
  <inkml:trace contextRef="#ctx0" brushRef="#br0" timeOffset="32760.8769">9936 13172 917 0,'1'-5'7'0,"1"0"22"0,2-3 13 16,-1 1 23-16,-3 0 6 0,2 0 26 0,0-1 30 16,-1 1 15-16,1 0 9 0,1 0 6 0,-3 0-5 0,3 0-1 15,-3 1 0-15,0 1-9 0,2 1-15 0,-2 1-2 0,0-1-11 16,0 2-26-16,0 1-3 0,0-1-29 0,-2 2-1 16,2 0-26-16,0 0-12 0,-3 2-15 0,3 1-7 0,0 0-1 15,0-2-5-15,-2 6 11 0,1 3 0 0,-1 1-1 0,-1 3 1 16,3 5 1-16,-2 3 2 0,-1 5 2 0,-1 3-2 15,4 2-6-15,-2 0-4 0,1 4 15 16,1 0-3-16,-2 0-4 0,2 1 6 0,0-3 5 0,0 2 39 0,2 2 9 0,-1-4-7 16,1-1 4-16,-2-2-5 0,0 0 7 0,4-5-7 15,-4 4 2-15,3-7-3 0,-3-1-9 0,2 1 12 0,0-5-12 16,-1-2 10 0,1-3 11-16,-1-2 8 0,1-4 3 0,3 0-17 0,-4-4 4 15,1-2 13-15,0 0 20 0,1-1 3 0,1 0 4 16,3-1 0-16,-1 0 0 0,2-2-8 0,6 3-2 0,-1-3-19 15,7-1-13-15,0-1-9 0,0 0-18 0,5 1-5 16,-3-4-16-16,1 4-8 0,0-4-1 0,1 3-7 0,-1-2-22 16,-2 0-61-16,3 1-54 0,-4-3-72 0,4 6-85 0,-5-2-93 15,3 5-95-15,-3-1-77 0</inkml:trace>
  <inkml:trace contextRef="#ctx0" brushRef="#br0" timeOffset="33012.7471">10650 13563 1892 0,'-2'-4'15'0,"-1"2"9"16,3-1 15 0,0 0 17-16,0-1 9 0,-3 3 4 0,-1 0 10 15,4 1-3-15,0 0-16 0,0 0-9 0,1 0-22 0,3 2-11 16,-2 1-12-16,0 1 0 0,1 1 19 0,2 5 19 15,0-1 2-15,-1 4 5 0,4-1 5 0,-3 2-3 0,3 2 5 16,-2 1-3-16,2 1-29 0,-2 1-14 0,2-2-4 16,-3 4 1-16,3-3 4 0,-1 1 0 0,-2-2-6 15,0 0-5-15,3-1-73 0,-3 0-89 0,-2-5-90 16,2 0-102-16</inkml:trace>
  <inkml:trace contextRef="#ctx0" brushRef="#br0" timeOffset="33162.7009">10626 13283 2423 0,'-1'-12'-3'0,"-1"0"1"15,0 3 2 1,1-8 0-16,-1 1-3 0,2 7-3 0,0-1-4 0,2 3-34 0,4 2-48 0,-1 2-57 0,7-1-75 31</inkml:trace>
  <inkml:trace contextRef="#ctx0" brushRef="#br0" timeOffset="33582.9951">10860 13525 1592 0,'3'0'9'0,"0"0"13"0,-3 0 10 0,5 0 4 16,-3-2 2-16,0 2 4 0,1 0 8 0,4 0 3 15,-2 2-12-15,5-2-14 0,-1 2-8 0,4 0-10 0,-2 3 4 0,4 1-4 0,-2 3-7 16,1-1-2-16,-1 4 6 16,0-1-5-16,-2 2-1 0,0 3 11 0,-3 0-9 0,0-2-2 0,-2 2 6 0,-3 0 2 0,2-4-2 31,-3 1 3-31,-1-2 4 0,-1-2 1 0,0-4 21 0,2 3 20 16,-2-5 4-16,-2-2 28 0,2-1 26 0,-1-1 25 15,1-1 28-15,0-2 7 0,0-1-10 0,0 2-21 0,0-1-11 16,1-3-32-16,1-3-27 0,-2 2-18 0,3-3-31 15,3-4-13-15,0 1-14 0,1-2 6 0,1 0-5 0,1-1 11 16,1 0-7-16,-1 0 1 0,5 3 0 16,-1 2-2-16,1-1 1 0,-1 3-2 0,4-2 9 0,-4 6-11 0,2 1-1 0,-2 0-1 15,-1 4-4-15,-2 0 4 0,0 2 8 0,-2 0-8 16,0 6 5-16,1-2 7 0,-2 2 2 0,2 6-1 0,-1 0-1 16,1 0-7-16,-4 4 10 0,0-1-1 0,2 4-7 15,0-3-7-15,-4 5 5 0,1-3-11 0,-1 2-54 0,0-3-47 16,0 3-74-16,-3-1-69 15,0-1-86-15,0-4-99 0</inkml:trace>
  <inkml:trace contextRef="#ctx0" brushRef="#br0" timeOffset="34249.8754">11534 13668 1011 0,'33'-13'16'0,"-33"13"3"16,0 0 16-16,96-38-13 16,-82 33 0-16,2 1 2 0,-2-1-11 0,1 0 7 0,-1 0-12 0,-5 3 3 15,3-3 6-15,-5 2 14 0,-1 0 11 0,-4 1 3 16,1-1 5-16,-6-1 4 0,3 2-4 0,-5-3 17 0,-1 4 8 0,-2-3-9 16,0-1 20-1,-1 3 20-15,-2-1 9 0,0 0 24 0,-3-1 17 0,-1 4-9 0,0 0-15 0,-1 0-3 16,-2 3-21-16,2 2-20 0,2 1-13 0,-2 2-34 0,2 2-8 15,3 1-13 1,1 1-2-16,3 0-10 0,2 4-6 0,5-2 1 0,0 2-7 16,0 1 9-16,9-2-11 0,-1 2 7 0,2 0-2 0,2-3-4 0,4 1 10 0,3-3-13 0,0-2-15 15,3 0-30 1,0-4-32-16,2-3-47 0,-1 2-56 0,-3-7-22 16,3 1-47-16,-5-4-24 0,1-1-7 0,1-4 17 0,-4-3 12 15,0 2 41-15,0-2 50 0,1-1 29 0,-4 1 37 16,1 1 48-16,-3 0 49 0,1 3 18 0,-5 0 49 0,1-2 35 15,-1 2 34-15,-1 2 35 0,1-3 30 0,-5 3 11 0,1-1-3 16,2 1 20-16,-2 0-16 0,1 0-11 16,-3 0-35-16,2 3-26 0,2-2-31 0,-1 1-29 15,0 5-19-15,-1-2-24 0,0-1-15 0,4 3-18 0,-1 0 3 16,-3 3-4-16,5-1-7 0,-2 2 4 0,1 0 2 0,-1 0 4 0,2 4-2 0,-5-1-3 16,0 2 1-16,0 1-1 0,-3 0 8 0,0 2-2 15,-3 0-6-15,0 0 1 0,0 0 7 0,-7 3-5 0,2-1-2 16,-1-4-4-1,-2 1 3-15,-2-1 2 0,-1-2 7 0,3 2-11 0,-2-4 7 0,1 0 10 0,-1 0-2 0,1-5 14 16,2 3 22-16,-3-1 21 0,4-3 13 0,1 0 38 0,0 0 5 31,0 0-1-31,0 0 12 0,5-7-7 0,-2 2-15 16,0 0-15-16,5-4-17 0,-3-1-36 0,6-3-7 0,-1-1 2 16,1 2-13-16,2-5-3 0,3 5-8 0,1-5-13 0,2 0 6 15,2 5 6-15,0-3 2 0,0 3-7 0,0 2 3 0,0 1-4 16,-2 4-1-16,0 1 3 0,-1 1-7 0,-1 3 0 15,-1 4-8-15,3 1 4 0,-2 1 2 0,1 1-2 0,3 4 1 16,1 1 6-16,-3 1-7 0,3 2 2 0,-1 1 3 16,-2-1-6-16,2 5-16 0,-2-3-43 0,-1 0-55 0,0 0-78 0,-2 2-71 15,-4-1-96-15,0-2-96 0</inkml:trace>
  <inkml:trace contextRef="#ctx0" brushRef="#br0" timeOffset="34777.4858">12292 13650 1492 0,'-3'-1'5'31,"1"1"10"-31,-1 1-7 0,3-5 3 0,-1 4-1 0,-1 3 7 16,-1-2-4-16,3 2 1 0,0-1-7 0,3 1-7 0,0 0-1 16,2 3 0-16,-2 2 8 0,2 0-10 0,2 4 2 15,-3 0-4-15,2 2 4 0,-1-2-3 16,0 3 2-16,0-1-3 0,0 1 1 0,-4-3 2 0,1-1 4 15,2-3 13-15,-4 2 27 0,3-3 10 0,-3-2 26 0,2-1 27 0,-2-2 20 0,0-2 27 16,-2 0 33-16,1-3 13 0,1 2 9 0,0-3-8 16,-2-1-22-16,-1 0-17 15,0-2-34-15,3 0-26 0,-3-4-37 0,1 0-18 0,-1-4-39 16,-2 1-1-16,2-3-1 0,0 2-8 0,1-5 14 16,-1 3 3-16,0 1 8 0,3-1-8 0,0 2 2 0,3 1 9 0,0 1 1 0,0 4-1 0,2 1-11 15,2-1-6 1,-1 2-6-16,3 0 6 0,2 2-2 0,-1-1-14 0,6 2 9 0,-3 0-6 0,2 0-1 0,1 0 9 15,1-1-5 1,1 2-6-16,-4 3 6 0,2-2 3 0,-2 0-5 16,1 1 4-16,-3 1 7 0,-3 0-11 0,1 3 2 0,-4-1 5 15,-3-2-7-15,0 3 7 0,-1 1-4 0,-2 1 0 16,-2 1 1-16,1 1 22 0,-2 3 32 0,1-1-5 0,-1 4 3 16,0 0-11-16,0 4 3 0,0 1 5 0,-1 1-5 0,1-2-18 15,3 5-28-15,-3-3 1 0,3 2 7 0,0 0 3 16,3-3-6-16,2-1-5 0,0-2 8 0,6 0-2 0,-2-1-1 15,3-4 8-15,3 0-15 0,3-4 0 0,1-1 6 0,-1-2-4 0,3-3-19 16,1-3-21-16,2-2-12 0,1-4-4 0,0 2 1 16,-1-3-11-16,2-2-30 0,0 0-22 0,-2 0-28 0,1 2-31 15,-6 2-41 1,-5 1-36-16,-4 3-36 0,-4 3-37 0,-4-3-17 0,0 7-18 16</inkml:trace>
  <inkml:trace contextRef="#ctx0" brushRef="#br0" timeOffset="67403.2448">13533 12859 298 0,'3'0'9'0,"-3"0"14"0,3 0 11 0,-3 0-6 0,2 0 10 0,-2 0 4 16,0 0 12-16,2 0 8 0,-2 0-1 0,0-2-8 15,0 4-12 1,0-2 14-16,0 0-2 0,1 0 5 0,-1 0-8 16,0 0-3-16,0 0 0 0,0 0-1 0,0 0 10 15,0-2-13-15,0 2 0 0,0-3-8 0,0 1-2 0,-1 0-2 16,2-1-9-16,-1 2 0 0,2 0-9 0,-2-3 6 0,1 1-8 16,1 1-8-16,-2 1 2 0,0-1 2 0,0-1-3 15,0 3-7-15,0-1 3 0,3 1-4 0,-3-1 8 0,0-1 7 16,0 2-8-16,0-1-10 0,0 0 1 0,0-2 6 0,0 3-4 15,0 0 4-15,5 0-2 16,-5 0-6-16,0 0 12 0,0 0-2 0,0 0 4 0,0 0 1 16,0 0 2-16,0 0-10 0,1 0-6 0,-1-3 9 15,0 3-4-15,0 0 0 0,0 0 4 0,0 0-5 16,0 0-4-16,0 0 5 0,0 3 6 0,0-3-3 0,-1 0-12 16,1 0 11-16,0 0 0 0,0 0-3 0,0 0 2 15,0 0 5-15,0 0-6 0,0 0-5 0,0 0 9 16,0 0 0-16,0-3-5 0,0 3 4 0,0 0 1 0,-5 0 0 15,5 0-3-15,0 0 6 0,0 0 0 0,0 0-14 16,0 0 11-16,0 3-12 0,0-3 12 0,0 0-9 0,0 0 12 16,0 0-3-16,0 0-2 0,0 0 4 0,0 0-3 15,-3 0 4-15,3 0-1 0,0 0 13 0,3 0-8 0,-3 0-1 16,0 0 7-16,0 0 11 0,5 0 1 0,-5 0 12 0,0 0-1 16,0 0-2-16,0 0 7 0,0-3-7 0,0 3-5 0,0 0-1 15,0-2-3-15,0 4-5 0,0-4-8 0,0 2 8 16,0 0-4-16,0 0 0 15,0 0 1-15,0 0 7 0,0 0-1 0,0 0-2 0,0 0-2 16,0 0 9 0,0 0-1-16,0 0-7 0,0 0 3 0,0 0-2 0,0 0 3 0,0 0-3 0,0 0 11 0,0 0-2 15,0 0-8-15,0 0-2 0,0 0-4 0,0 0-8 16,0 0 6-16,0 0-13 31,0 0-26 0,0 0 25-31,-8 26-16 16,-2 16 14 0,4-17 9-16,-1 0-11 0,-5 9-2 0,-1-2 5 0,-1 9-2 15,-2 2-1-15,-2 6 5 0,-4 2-6 16,-1 6-4-16,-1 2 10 0,-6 3-5 0,0 1 4 0,0 3 1 16,0-1-6-16,0 0 0 0,2-4 0 0,1-3-1 0,4-2 4 0,3-1-2 15,3-6-4-15,4-1 2 0,2-6 4 0,2 0 1 0,-1-3-1 16,4-2 3-16,-2 0-8 15,3-2 2-15,1-4 3 0,-1-2-3 0,0 1 1 0,-1-4 1 0,3-3-3 0,0-4 2 16,-1 1 5-16,3-4-3 0,-2-4 0 0,3-2 1 0,0-3 1 16,0-7 14-1,0 0-64 1,0 0-17-16,0 0-58 0,0 0-43 0,0 0-55 16,0 0-48-16</inkml:trace>
  <inkml:trace contextRef="#ctx0" brushRef="#br0" timeOffset="69134.4676">13996 13484 487 0,'0'0'-3'0,"0"-2"16"0,3 1 6 0,-3 1 11 0,0-2 12 0,0 2 7 16,2-2 0-16,0 1 3 0,-1 0 23 0,5-3-7 16,-3 0 5-16,2-1 10 0,3-2-1 0,-1 0-1 0,-1-3 13 15,5 2 14-15,-5-3-14 0,4-2 0 0,1 1-2 0,-3-4-7 31,1 0 4-31,4-2-2 0,-4-1 0 0,3-2-13 0,2 0 1 16,-5-3 0-16,2 2-5 0,-1 0-3 0,-1 0-4 16,-1 1 10-16,1 3 4 0,-1 0 10 0,0 3-4 15,-1 1-6-15,-3 4 4 0,3 2-8 0,-3 2-13 0,-2 2-7 16,1 0-22-16,-3 4-14 0,0 3-5 0,0-2-4 0,0 2-9 16,-3 2-9-16,3 2 10 0,-2 3-13 0,2 5 6 15,-1 6 5-15,1 1 4 0,0 9-7 0,0-1 5 16,1 6-2-16,1 2-4 0,1-1 8 0,-1 1-2 15,3-1-3-15,2-1-5 0,0-2 11 0,1-3-7 0,1 0 4 0,2-3 1 0,-3-1-2 16,2-3 2-16,-1-3-4 0,1 0 3 0,-4-3-3 0,-3-1 3 16,2-3 3-16,-1 0-3 0,-4-3 0 0,0-1-7 15,-6-1 1-15,3 0-6 16,-3-1 6-16,-1-1 0 0,-5 1-8 0,2-1-3 16,-4 0 4-16,-2 0 9 0,2 3-4 0,-5-3 12 0,0-2-10 0,0 2 6 0,0-2 3 0,1-1 3 0,-2 0-9 15,3-3 2 1,3 2 2-16,0-3-5 0,2 0 4 0,6 0 1 15,-1 0 1-15,2 0 1 0,3 0 5 0,2 0-7 0,2 0 4 16,2 0 0-16,4-3-1 0,0 3-7 0,6-1 3 16,4-3 0-16,5-1 0 0,2 1 2 0,7-1 1 0,1-2-6 15,2 3-17-15,2-4-45 0,-6 3-49 0,2 4-62 0,-1-1-66 16,-2-2-75-16</inkml:trace>
  <inkml:trace contextRef="#ctx0" brushRef="#br0" timeOffset="70890.6881">14697 13498 73 0,'-2'0'75'0,"5"-2"-63"0,-1 2 19 0,-2 0 5 0,5-2 5 16,-5-1-4-16,5 3 0 0,-5 0 5 0,4-2-71 15,-4 2 64-15,3 0-16 0,-2-1-9 0,3 0-1 0,-1-2 17 16,0 3 8-16,2-2-1 0,-2-1-5 0,1 3 11 0,1-3 4 16,-2 2 12-16,1 1-7 0,-3-1 4 15,-1-2-4-15,0 3 2 0,0 0 6 0,0-1-7 16,0 1 2-16,4 0-9 0,-4-3 15 0,0 2-22 16,0 0 9-16,1 1-10 0,1-3-1 0,-1 0-7 0,-1 3-7 0,2-1 7 0,-2-2-13 15,0 2 11-15,2 0-14 0,-2 0 4 0,-2 1-7 0,4 0 3 16,-4 1 1-16,2-1-6 0,-2 0 0 0,2 0-5 15,-3 0-1-15,3 0 5 16,0 0 3-16,-1 0-10 0,1 0-2 0,0 0 7 0,0 0-2 0,0 0 3 0,0 0 2 0,0 1-6 16,-4-1-4-16,4 0 13 0,0 0-4 0,0-1-1 15,0 2-1 1,-1-1-9-16,1 0 6 0,0 0-1 0,-2 0 6 16,2 0-4-16,0 1 4 0,0 2-6 0,0-3 0 0,0 0 10 15,-2 0-12-15,2 0 6 0,2-3-2 0,0 3 3 0,-2 0 1 16,-2 0-6-16,2 0 7 0,0 0-8 0,2 0 7 15,-2 0-6-15,-2 0 0 0,2 0 1 0,0 0-5 0,0 0 6 0,0 0 0 16,0 0 16-16,0 0 15 16,0 0-9-16,0 0 6 0,0 0 6 0,0 0-9 15,0 0-2-15,0 0 4 0,0 0-4 0,0 0-6 0,0 0 1 16,0 0-10-16,-63 45-1 47,0 13 1-32,37-33-10-15,26-25 21 16,0 0 2-16,0 0 2 16,0 0 2-16,0 0 12 0,0 0 7 0,0 0 0 15,60 43 10 1,-60-43-7-16,0 0-2 0,0 0-5 0,0 0-8 16,0 0-8-16,125 36-15 0,-104-31 0 0,-4-4 1 0,2 4-4 15,-6-3-2-15,1 3-5 0,-1-1 4 0,-2 1-3 0,-5 1 2 16,-1-1-5-16,0-1 6 0,-5 4 0 0,0-2-4 15,-4 2 2-15,1-1-2 0,-5 3 4 0,-2 1 7 0,-2 0-1 16,-5 3-9-16,1-2 4 0,-3 1 0 0,1-1-2 0,-2-3 7 16,1 3-12-16,3-3-2 0,-1-4 1 0,4-2-53 15,-4 2-42-15,4-1-52 0,1-4-61 0</inkml:trace>
  <inkml:trace contextRef="#ctx0" brushRef="#br0" timeOffset="71309.6852">14927 13298 906 0,'0'-3'28'0,"2"-1"25"0,1 0 19 16,-2 0 39-16,1 1 12 0,0-1 19 0,-1 2 24 15,1-1 13-15,0 3-31 16,-1-2-27-16,1 1-18 0,-1 1-36 0,1 0-12 0,1 1-22 0,-3 3-21 0,1 2-8 0,2 1 13 31,1 4 14-31,2 1 6 0,-1 5 21 0,1 3 1 0,3 4 2 16,0 2-6-16,-3 3-3 0,2 4-15 0,0-2-8 15,0 3-7-15,0 0-25 0,-2 1 3 0,5 0-1 0,-2-1-1 16,4 0-2-16,-2-4 8 0,0-1-4 0,3-4-1 16,-1 1 2-16,-2-6-4 0,5-3-10 0,-5-2-50 0,1-4-45 0,-2-3-55 15,-2-1-55-15,1-4-91 0</inkml:trace>
  <inkml:trace contextRef="#ctx0" brushRef="#br0" timeOffset="71450.1342">14897 13668 1074 0,'-19'7'36'0,"5"-7"13"0,3 0 9 16,5 0 14-16,2 0 9 0,1-2 7 0,3 2 2 16,3-2 1-1,5-2-38-15,5-1-13 0,6-2-12 0,6-2-11 0,9-3-5 16,2 0-9-16,11-3-35 0,4-1-29 0,1-4-55 15,7 3-52-15</inkml:trace>
  <inkml:trace contextRef="#ctx0" brushRef="#br0" timeOffset="72074.8647">16004 13147 1169 0,'-3'6'1'0,"-2"-1"10"16,1 1-7-16,4-4 1 0,-1 2 33 0,-1 2 10 16,-1 4 9-16,1 0 31 0,-2 2-8 0,3 8-4 0,-1 2 8 15,2 2-1-15,0 7-4 0,3-2-2 0,3 3-6 0,2 2-28 0,0-1 1 16,2 1-2-16,-1-2 3 0,2-1 3 0,1-3-10 15,-2 0-6-15,-3-2-2 0,2 0-7 16,4-6 7-16,-5-3-6 0,-2 3-2 0,3-6-6 16,-1-2-12-16,-1 0-5 0,-1-5 1 0,-3-1 9 15,2-2-5-15,-4-4 3 0,1 0-1 0,-1 3 24 0,-1-6 15 16,0 3 21-16,0 0 12 0,-1 0-2 0,1-4 1 16,-2 0 2-16,2-2 1 0,-1-2-25 0,-4-2-21 0,2-1-17 15,0-4-12-15,0 1-2 0,-4-2-2 0,2 0 7 16,-4 2-3-16,1-1 1 0,0 2 5 0,-6 1 15 0,5 2 10 15,-4-1 0-15,-1 6 5 0,1-2-1 0,-3 4-4 16,-1 1-1-16,-1 2 3 0,-2 0-19 0,-1 3-8 0,1 3-6 16,-1 0 1-16,1 3-8 0,-1-1-2 0,4 3 10 0,4 0-12 15,3-2-1-15,4 3 1 0,0-2 2 0,6 2-4 0,3-2 8 16,5 1 10-16,2 0-8 0,2-3-1 0,7 3 4 0,3-4-8 16,5 0 0-16,3-2 3 0,0-5-5 0,6 0-5 15,3-3-42-15,0-1-33 0,0-3-52 0,-1 0-55 0,-3-1-51 16,-1 0-79-16,-3-1-49 15</inkml:trace>
  <inkml:trace contextRef="#ctx0" brushRef="#br0" timeOffset="72344.6945">16389 13571 679 0,'7'-2'10'0,"1"-1"13"0,2 1 13 31,-2 2 15-31,1-5 4 0,1 2 19 0,0-1 18 15,0-2 6-15,3 1 0 0,-3-2 14 0,0 3 1 0,-3-1-11 16,1 0 22-16,-8 5-1 0,0 0-7 0,0 0 6 0,0 0 0 16,0 0-30-16,2-20-12 0,-7 18 0 0,-4 0-31 15,3-3-16-15,-2 5-10 0,-4-2-14 0,-2 4-7 0,1 1-1 16,0 1-1-16,-4 1-12 0,0 2 17 0,0 4-11 0,1 0 6 16,2-1-5-16,-2 5 1 15,5-1 7-15,0 0-3 0,6 1 6 0,0 1-15 0,5-1 10 0,0 0-7 0,5 0 5 16,3-1 4-16,1-2-15 0,4 1-19 0,3-4-37 0,2 3-34 15,0-3-47-15,9-6-57 0,-3-3-56 0</inkml:trace>
  <inkml:trace contextRef="#ctx0" brushRef="#br0" timeOffset="72898.4443">16693 13542 1011 0,'0'0'57'15,"9"-24"-5"-15,-9 24 22 0,0 0 16 16,0 0 15-16,0 0 1 0,0 0-5 0,0 0-12 0,0 0-25 15,7-20-23-15,-7 20-12 0,23-21-20 16,-18 23-14-16,4 0 4 0,-2 1-6 0,-1 0 2 16,4 30-10-1,-6 18 6 1,-10-44 18-16,1 0-6 0,-3 1-2 0,0-3 6 0,1 1-8 0,0-1-1 16,-1-2 14-16,0 1-11 0,-2-3-6 0,3-1 5 15,-2 0 0-15,-1-1 8 0,2-3 22 0,0 0 14 0,2-2 9 16,-3-3 8-1,4 2 16-15,-1-3 3 0,1 0 9 0,0-2-8 0,2 0-6 16,-1-2-12-16,2 2-10 0,2-1-2 0,0-1-16 0,0 4-3 0,2-2-10 0,2 0 2 16,0 3-13-16,1 0-1 0,2 2-7 0,-1 0 2 0,2 2 4 15,-2 3-9 1,4-1-2-16,-2 2 1 0,-1 3 1 0,5 0-5 0,-3 3-1 0,4 4-1 0,-4-1 5 0,5 4-2 31,-1 0-2-31,2 7 1 0,0 0 1 0,-2 4 4 0,1 1 0 16,0 5 1-16,2 0-8 0,-3 4 7 0,2 1-2 0,0 1 4 15,-1 1-1-15,-1 3-2 0,0 0-5 0,0-2 0 0,-1 2 7 16,-2 0-7-16,0-2 8 0,0-1-7 0,-3 2 4 16,1-2-8-16,-3-1 9 0,2-1-5 0,-6 1 1 0,1-5 2 15,-2 3-5-15,-2-5 1 0,-3 1 6 0,0-7 7 0,1-1-1 16,-6-4 17-16,-1-1 8 0,-2-3 4 0,1-1 12 0,-1-4 6 16,-1-4-1-16,-2 1 2 15,-3 0 2-15,3-3 3 0,-6-2 0 0,4-2 10 16,-5-3-8-16,1 0-4 0,-2-3 11 0,-1-1 12 0,1-4-2 0,2-2-14 0,0-5-11 0,0-2-9 15,4-2-7-15,1-1 0 0,4-5-15 0,5-3-18 0,1 0-2 16,5-3-2-16,6 1-16 0,5-3-25 0,3 0-9 0,7 1-45 16,2-1-40-16,4 1-58 0,5 4-49 0,2 0-62 15,1 2-41 1,3 0-41-16</inkml:trace>
  <inkml:trace contextRef="#ctx0" brushRef="#br0" timeOffset="73633.0735">17009 13513 1297 0,'2'0'25'0,"-2"0"12"15,-2 0 14-15,4 3 5 0,-2-3 3 0,0 1-4 0,-2 0 0 16,1 1-3-16,1 0-25 0,0 1-13 0,0 0-14 0,0 1-6 16,3 4-1-16,1-1 3 0,-1 3 4 0,0-1-1 31,2 5 1-31,-2-1-3 0,2-2 2 0,-1 2-2 0,-1-1-1 16,-2 0-2-16,4 1 4 0,-4-5 3 0,1 2-5 0,-1-4 19 15,1-2 17-15,-4-2 32 0,4 1 32 0,-2-3 32 0,-2-3 27 16,1 2 39-16,-1-3 15 0,2 0-10 0,-1-3-19 0,-4 0-32 15,2-3-31-15,0-2-32 0,1-1-28 0,-1-4-39 16,1 0-14-16,2-1-2 0,0 1 7 0,2 1-5 0,-2 2 3 16,5-1 8-16,0 3-7 0,1 1-5 0,0 3 0 0,0-1 8 15,1 3-19-15,4-1 16 0,0 2-11 0,0 1 0 16,3 2-5-16,-1 1 11 0,3 0-4 0,-4 2-6 0,4 0 11 16,-3 3-13-16,-4 2 8 0,2-2-2 0,-3 5 4 0,0-1-6 15,-1 2 5-15,0 2 4 0,-4 0-4 0,1 2 4 16,0 1-4-16,-2-1 4 15,1 1 2-15,-3-3-1 0,0 1 0 0,2-1-51 16,-2-3-7-16,3-1-30 0,-3-4-39 0,4 3-39 0,0-2-39 0,-3 0-39 0,1 0-23 0,-1 1 6 0,3-5-11 31,1 2 7-31,-2-1 24 0,3-2 17 0,0-3 44 16,2 1 42-16,-1-2 19 0,2-4 43 0,-1 3 30 0,-2 3 47 16,1-4 37-16,-3 2 27 0,4 2 12 0,-5-3 24 0,2 0 22 15,-2 2 23-15,4-2 10 0,-4-1-20 0,3 1-4 0,-3-2-7 16,5-1-6-16,-2 3-22 0,1-2-20 0,3 0-30 15,-1 0-2-15,0 1 3 0,-1 0-15 16,6-2-6-16,-4 3-11 0,5-2-3 0,-3-1 15 0,1-1 21 0,-1 2-12 0,-1 0 3 16,1 0 7-16,0-1 8 0,-6 0-2 0,1 2 10 0,-2 0-17 15,-1-1 9-15,-4 1-1 0,0-2-4 0,-4 3 4 16,0 2-9-16,-2-2 25 0,-1 1-6 0,-2 2 9 0,-2 1-23 16,0 1 20-16,-2 1-14 0,-3 1-5 0,2 3 4 15,-2 2-29-15,0-2-7 0,1 7 3 0,0-3-13 0,4 4-18 16,0 2 2-16,0-2 0 0,5 4-1 0,4-2 2 0,2 3 2 15,2-2-9-15,4 1 6 0,5 0 4 0,-1-1 0 0,5-1-2 16,3-2-7-16,-1-2-17 0,7-4-42 0,-3-1-43 31,4-1-48-31,0-3-62 0,-1-2-73 0,3 0-77 0,3-7-65 16</inkml:trace>
  <inkml:trace contextRef="#ctx0" brushRef="#br0" timeOffset="74251.9196">17636 13554 700 0,'7'4'6'0,"-1"1"15"0,3-4 7 0,4 1 27 0,1 1 7 15,-3-3 25-15,7 0 7 0,-2-3-1 0,4 3 18 16,1-3 2-1,3-2 1-15,-2 1-27 0,0-1-1 0,-3-2-26 16,-2 2 1-16,-1-2 19 0,-2 0-13 0,-3 2 1 0,-4-1-14 16,0-1 3-16,-4 0-4 0,-1 0 12 0,-4 0 6 15,-1 0-7-15,-3 0-2 0,3-1 1 0,-5 4 13 0,0-2 6 16,-3 2 2-16,2 1-1 0,-3 1-20 0,-3 4-2 0,-1-1-1 16,-1 3-19-16,1 0-5 0,-5 4-8 0,2 1-8 15,3 1-6-15,1 0 3 0,2 4-9 0,2 1-2 0,3-1 0 16,2-1-4-16,4 3 0 0,2 0 4 0,5-2 2 15,1 2-1-15,5 2-2 0,5-4-2 0,6 2 0 0,3-5-20 16,5-1-35-16,5-4-47 0,5-3-52 0,2 1-60 0,1-5-58 16,4-5-76-16</inkml:trace>
  <inkml:trace contextRef="#ctx0" brushRef="#br0" timeOffset="74538.911">18338 13196 1972 0,'-6'0'50'15,"-1"-2"33"-15,3 1 43 0,-1-4 29 0,1 1 35 0,0-1 21 16,1 2 34-16,0-3 16 0,1 2-52 0,4 2-33 15,-2 0-48-15,6-1-28 0,2-1-33 0,5-1-17 16,4 3-35-16,4 0-17 16,6-4 0-16,-1 2-1 0,8-2 11 0,0 2 2 0,1 3 0 0,3-3-8 0,-2 1-5 0,-1 3 4 15,-2-2-4 1,1-1-49-16,-4 1-52 0,0-1-72 0,-5 2-73 0,-2 1-71 0,-6 0-56 0,-2-3-60 0</inkml:trace>
  <inkml:trace contextRef="#ctx0" brushRef="#br0" timeOffset="74725.8948">18605 13049 1052 0,'-6'2'12'0,"1"1"0"0,2 1 6 15,3-2 30-15,0 1 27 0,-3 5 30 0,2-4 8 0,-1 5 37 16,0 4-5-16,-1 2 33 0,3-1-10 0,-1 7-24 0,1-2 8 16,0 4-25-16,0 1-12 0,1 3-29 0,1-1-7 15,-1 1-35-15,-1 0 3 0,4 1-3 0,-3-1-37 0,1 0-8 16,-1 0 5-16,2-2-5 0,0 0-2 0,0-3 6 0,-1 2 0 15,1-4-8-15,1-1-65 16,-3-1-62-16,1 0-94 0,1-4-82 0</inkml:trace>
  <inkml:trace contextRef="#ctx0" brushRef="#br0" timeOffset="74870.9252">18729 13687 2318 0,'0'0'45'0,"0"0"36"0,0 2 14 0,-2-7 30 0,4 3 10 16,-4-1 1-16,0-1-1 0,4 0-1 0,-2 0-44 0,3-5-37 16,2 2-31-16,3-3-77 0,1 2-66 0,-2 0-59 15,1 0-79-15,2 0-101 0</inkml:trace>
  <inkml:trace contextRef="#ctx0" brushRef="#br0" timeOffset="75573.7929">19212 13216 833 0,'-3'-5'19'0,"3"5"11"16,0 0 16-16,0 0 14 0,0 0 7 0,0 0 6 0,0 0-4 15,0 0-1-15,0 0-22 0,-12-6-4 0,12 6-22 0,-8 120-14 47,9-95-1-47,1 3-4 0,1 0-2 16,3 2 1-16,-1-4 0 0,-2 1-10 0,0 0 9 0,2-1-5 15,-2-2 24-15,1-4 26 0,-4-1 2 0,1-3-2 16,-1-4 25-16,2-4 40 0,-2-8 25 0,-2 9 50 0,2-9 3 0,0 0 27 16,0 0 10-16,0 0-1 0,0 0-21 0,0 0-34 15,0 0-39-15,-21-36-38 0,21 36-28 0,0 0-39 16,0 0 3-16,0 0 2 0,-49-155 2 0,46 126 8 0,2-2-3 16,1 0 0-16,1 0-1 0,-1-1-10 0,3 3-16 15,6 4 3-15,-2-1 3 0,1 6-2 0,3 2-10 0,0 1 2 16,4 5 0-1,2 2-3-15,0 4 3 0,2 2-10 0,2 3-4 0,4 1 1 0,2 4 7 0,3 2-3 0,-1 2 4 16,2 2 0 0,2 1-6-16,-3 2 11 0,-3 2-9 0,2-3 4 15,-7 2-9-15,-5 0 2 0,-1 0-1 0,-6-1 1 0,-2-1 1 16,-6 0-6-16,-2-2 9 0,-2 1-3 0,-3-1 10 16,-5-2-2-16,0 1 0 0,-10-1-1 0,0-1 4 0,-3 3 5 15,-7-3-5-15,0 2 1 0,-6-2-10 0,3-2-32 0,-4 1-39 16,7 0-54-16,-3 0-61 0,3 1-70 0,0 1-82 15,5-1-79-15</inkml:trace>
  <inkml:trace contextRef="#ctx0" brushRef="#br0" timeOffset="75833.0422">19465 13721 2306 0,'0'5'33'0,"0"2"33"15,0-4 23-15,0-1 2 0,5-2 15 0,-6-1 6 0,1-1 1 16,0 0-3-16,0 2-32 0,0-1-39 0,3-2-80 15,1 2-98-15,-1 2-121 0</inkml:trace>
  <inkml:trace contextRef="#ctx0" brushRef="#br0" timeOffset="77278.8305">22459 10128 959 0,'0'0'15'0,"0"-6"30"0,2 5 20 0,-2-2 10 15,0 3 18-15,0 0 32 0,0-1 6 0,0-1 9 16,1 1 5-16,-1 1-17 0,2-3-21 0,-2 3-9 0,0 0-11 16,0 0-36-16,1 0-9 0,-1 3-10 0,0-2-27 0,0 2-5 31,2 1-7-31,0 5 3 0,1 4-2 0,2 3 39 15,4 5 1-15,-3 8 7 0,2 4 29 0,3 6-6 0,-1 5 14 16,-1 6-8-16,-2 2-1 0,0 4-30 0,0 2 1 16,-3 2-4-16,1-2-28 0,-1 3 7 0,-4-3-6 0,1-2 8 15,-1-2-11-15,0-4 0 0,0-2 2 0,2-5-4 0,-2-2 13 16,1-7-90-16,-1-5-50 0,3-3-67 0,-1-6-62 16</inkml:trace>
  <inkml:trace contextRef="#ctx0" brushRef="#br0" timeOffset="77463.4433">22272 10779 2685 0,'-5'-1'19'0,"0"2"18"0,1 1 12 0,11-5 12 0,-5 1 3 0,0 2-2 0,1 0 2 0,7-2-4 0,3-1-15 31,7-1-22-31,9 1-9 0,2-3-9 0,7-1-1 0,8 2 1 16,-2-1-3-16,4 1 5 0,-4 0-5 0,0 3 3 15,-4-1-24-15,-4 1-53 0,-1 2-59 0,-5 0-63 0,-3 0-57 16,-2 2-66-16</inkml:trace>
  <inkml:trace contextRef="#ctx0" brushRef="#br0" timeOffset="81277.6403">23861 10169 844 0,'-3'-60'7'0,"3"60"10"16,0 0 16-16,0 0 19 0,0 0 25 0,0 0 11 0,0 0 31 0,0 0 12 0,-46-107 3 15,25 61-11-15,15 44-2 16,-2-3-15-16,8 5-21 0,0 0-2 0,0 0-30 16,0 0-13-16,0 0-13 0,0 0 5 0,0 0 4 0,0 0 14 0,0 0 7 0,0 0 13 0,0 0 4 15,0 0 11-15,-103 144 29 0,90-102-5 0,0 7-15 0,1 2-20 16,2 4-7-16,3 5-22 0,1-1-4 0,3 3-7 0,-1-2-34 15,1-1 6-15,3-1-1 0,3-2 6 0,1-4-9 32,2-3 1-32,0-3 0 0,5-4 0 0,0-6 5 15,1-2-7-15,2-8 1 0,0-2-51 0,-2-5-54 0,0-4-55 16,-1-3-48-16,-5-3-50 0,0-5-57 0</inkml:trace>
  <inkml:trace contextRef="#ctx0" brushRef="#br0" timeOffset="81434.572">23472 10813 1481 0,'-25'-24'22'0,"6"2"36"0,-2-2 37 0,9 3 34 0,-6 3 26 16,7-1 31-16,0 5 22 16,3-2 3-16,5 6-20 0,0-1-41 0,6 2-29 15,4-2-36-15,2 1-30 0,5 0-31 0,7-1-24 0,5 1-3 0,8 1-1 0,4 1 7 16,1 1-10-16,9 0 0 0,1 4 4 0,1 1 5 0,-1 2-23 16,-3 2-56-1,-2 1-49-15,-3 4-53 0,-6 0-36 0,-5 2-65 0,-3-1-48 16</inkml:trace>
  <inkml:trace contextRef="#ctx0" brushRef="#br0" timeOffset="81928.2367">24010 10610 1233 0,'0'-4'25'0,"3"2"13"0,-2 0 8 0,3-3 12 16,-3 5 16-16,2-3 2 0,1-1 3 0,0 1 5 16,2 1-25-16,-1-3-16 0,3 3-9 0,-1-1-9 0,3 1-14 0,-3-1 2 0,3 3 5 0,-1 0-17 15,-1 2 7-15,0-1 6 16,-2-1 0-16,3 4-3 0,-4-1-8 0,2 2 8 0,-4 0 23 0,2 2 12 0,-2 0-3 16,1 3-10-16,-2 0 10 0,-1 0 34 0,3 3 5 0,-4 0-14 15,0 3-23 1,-2 0 2-16,2 1 14 0,-3-1 6 0,3 1 3 15,-5-2-40-15,1 0 2 0,-1 1 4 0,3-4-7 16,-1 1-3-16,-2-4-17 0,3 1 1 0,-1-3-11 0,3 0 4 16,-1-3-3-16,1-1-3 0,0-1 3 0,1-2 4 0,-1 1 3 15,0-2 0-15,2 1 4 0,1-2 14 0,-1 0-3 0,3-1 9 16,-2-3-3-16,5-2-6 0,-1-2 2 0,5-4-5 16,-1 0 2-16,3-6-18 0,-1 0 4 0,2-6-7 0,-2 2 9 15,-1-5 7-15,0 4 20 0,-3-2 6 0,0 2 7 16,-1 0 15-16,-4 1 14 0,1 7 22 0,-4 0 7 0,1 5 4 15,-2 0-22-15,-2 7 1 0,-1 0-15 0,0 3-2 16,-1 1-18-16,1 2-32 0,3 1-13 16,-1 0-13-16,-1 2-2 0,0 3 1 0,1 2-2 0,-1 3-4 0,0 5 1 0,-2 3 13 15,1 3 2 1,1 2 1-16,2 3-5 0,0 2-7 0,0-1 13 16,5-1-6-16,-1-3-9 0,6 0-56 0,-2-3-34 0,0-1-53 15,5 1-56-15,-2-3-63 0,0-2-69 0,1-5-62 0,1 1-51 16</inkml:trace>
  <inkml:trace contextRef="#ctx0" brushRef="#br0" timeOffset="82365.4234">24474 10550 1791 0,'0'-8'8'15,"-1"-2"29"-15,-1 0 19 0,5 3 27 0,-3 0 12 0,0 3 20 0,2-2 3 0,0 4-2 0,-1-1-7 16,-1 3-31-16,5 0-14 0,-4 0-31 15,4 4-14-15,-2-1-20 0,4 2-2 0,-1 0 4 0,2 4-5 16,-4-1 8-16,1 4-10 16,-2 0 8-16,1 5-4 0,-3 0 2 0,-1 2 6 15,-1 3-3-15,-1-1 2 0,0 3-8 0,-1-3 6 16,-2 1-2-16,2-1 2 0,2-2 4 0,-4-1-12 0,2-4 3 0,2-2-2 0,-1 0 4 0,2-5 7 0,0-2-4 16,0-2 13-16,0-2-9 0,2-1 22 0,-1-1 12 15,1 0 22 1,-1-2-3-16,4-1-4 0,-1-3 1 0,1-3-9 15,5-2 3-15,1-5-17 0,0-3-15 0,2-1-15 0,2-3 1 16,0-1-7-16,0-3 1 0,-2 0 2 0,0 0 17 0,-4-1 7 16,1 3 24-16,-3-1 37 0,0 5 17 0,-4 0 38 15,0 5 17-15,-3 3 15 0,0 2 10 0,0 5 7 0,0 0-29 16,-1 3-37-16,-1 3-17 0,0 2-37 0,-1 0-16 0,2 2-19 16,-3 1-22-16,2 1-20 15,-2 5 7-15,3 3-2 0,-2 3-2 0,-1 5 4 0,0 1 2 0,0 8 0 0,1 2 5 16,2 1-4-16,-3 1 4 15,4-1-9-15,5 0 10 0,3-3 4 0,0 0-10 16,6-1-46-16,2-4-43 0,1-2-45 0,1-5-55 0,3 0-51 0,2-2-93 0,-4-5-88 0,2-2-96 16</inkml:trace>
  <inkml:trace contextRef="#ctx0" brushRef="#br0" timeOffset="85740.9293">25336 10038 938 0,'0'0'24'16,"0"0"5"-16,0 0 15 0,0 0 13 0,-21-36 4 15,21 36-5-15,0 0 9 0,-30-9-9 0,19 10 3 0,-1 7 18 16,-1 0-9-16,-4 0 5 16,0 5 13-16,-1 6 19 0,-1 5 1 0,0 3 7 0,-2 7-2 0,5 2-22 0,1 3 22 15,2 7-10-15,4 3-20 16,1 3-14-16,4 1-8 0,6 5-7 0,1-4-4 15,5 4-12-15,5 1-21 0,-4-2-12 0,8-4 2 0,1-2 7 16,4-3-6-16,2-4-3 0,2-5-15 0,3-5-49 16,1-2-59-16,2-6-48 0,-1-6-65 0,2-4-67 15</inkml:trace>
  <inkml:trace contextRef="#ctx0" brushRef="#br0" timeOffset="86175.7235">25495 10535 1558 0,'-1'0'41'0,"-1"0"8"15,2-1 26-15,3-2 10 0,-3 2 7 16,4 1-8-16,-4 0 10 0,1 1-9 0,2-1-35 16,2 1-8-16,3 1-25 0,1-1-7 0,3 3-13 0,2 1 6 0,-2 1-4 0,4 2 5 15,-3 1-2-15,1 2-5 0,-3 1 4 0,-1 0-4 0,-4 5 3 16,-2 0 4-16,0 1-4 0,-6 0 2 0,2 2-4 0,-6 1 11 15,0-4-10-15,-1 3 1 0,-1-2 0 0,-6-1 0 32,5-2 4-32,-1-2-3 0,-2-1 1 0,-3-3-2 0,5-1 9 0,-2-3 20 15,3-1 11-15,-4-4 6 0,4 0 9 0,-3-4 10 0,0-1 13 16,1-3 9-16,-2-1-1 0,1-2-14 0,0-5-12 16,2-1 3-16,2 0 0 0,-2-1-4 0,5-5-9 15,-1 1-12-15,3-2-2 0,5 1 3 0,-2 0 15 0,4 2-13 16,2-1-16-16,2 2 2 0,0 2-5 0,3 2 4 0,-1 1 3 15,-2 4-13-15,1 1-8 16,4 2 1-16,-5 2 3 0,1 3-4 0,2 3 0 16,0 3-4-16,2 2-5 0,1 4-1 0,2 3 1 0,0 0-1 15,3 5-1-15,-3 2-1 0,2 3 12 0,0-1-6 0,-1 3 3 0,0-1 5 0,-4 3-4 16,0 0 2-16,1-1 2 0,-1 0 1 0,-1-1-28 0,0-2-53 16,2 0-71-16,-6-1-76 0,0-2-93 0,1-2-93 0</inkml:trace>
  <inkml:trace contextRef="#ctx0" brushRef="#br0" timeOffset="86394.2841">25946 10752 2006 0,'1'4'17'0,"-2"-2"10"0,-2 0 5 0,6-2-1 15,-3 0-2-15,-3 2-2 0,3-2-4 0,0 2 0 0,0 3-17 16,0 1-6-16,3 0-3 0,-2 6 22 0,3-2 16 0,-3 4 2 15,-1 1 4-15,0 0 6 16,-1 2 8-16,-3 1-7 0,-5 1 2 0,1 2-20 0,-3-1-12 0,-3-2 0 0,-2 1 3 16,-3-1-5-16,1 0-8 0,0-1-1 0,-1-2-4 0,1-3-47 15,3-2-48-15,0 1-61 0,6-4-67 0,-2-2-88 0</inkml:trace>
  <inkml:trace contextRef="#ctx0" brushRef="#br0" timeOffset="86844.9352">25967 10730 1427 0,'-2'-1'9'0,"4"2"33"0,-2-3 13 16,1-1-1-16,4 0-1 0,-2-1-7 0,2 0 8 15,3-4-4-15,1 0-10 0,4-5-28 16,0 0-20-16,0-1 1 0,0-1 3 0,1-2 7 0,-1 1 15 15,-2-2 8-15,2-2 6 0,-4-1-3 0,1 0 19 0,-2-1 6 0,0-2 4 16,-4 0 21-16,3-1 0 0,-1-1 12 0,-5 2-4 0,3-1 12 16,-4 5 1-16,0-1 10 0,0 3 18 0,0 5-11 0,-4 0-5 0,3 1-22 15,-4 5 3 1,5 2-11-16,-3 2-21 0,2 1-10 0,1 2-26 16,0 0-14-16,-4 2-20 0,4 3 5 0,0 3-4 0,0 7 5 0,0-1-2 0,-3 8-1 0,3 2-5 15,0 5 11-15,0 6 0 0,0 0 3 0,0 3 2 0,3-1-2 31,1 2 2-31,0-1-4 0,6 0 7 0,-4-3-5 0,4-3-1 16,-1-3 3-16,2-1-8 0,0-5-5 0,2-3 1 16,0-5 9-16,0-4 1 0,0-2-5 0,-3-2 9 0,1-4-4 15,-3-5 21-15,-2 0 13 0,1-5 5 0,-2-1-8 0,2-5 5 16,-1 1 12-16,1-5-1 0,-2-2 1 0,2-3-20 0,-4 4-8 16,4-3-2-16,-7 2 4 0,1 2-10 0,-2 0-12 15,-2 0-1-15,-1 5-7 0,3 0-28 0,-4 4-43 0,2-3-49 16,2 3-73-16,-3 1-72 0,-2 3-94 0,3-1-86 15</inkml:trace>
  <inkml:trace contextRef="#ctx0" brushRef="#br0" timeOffset="87165.4196">26159 10089 1802 0,'-5'-14'9'16,"5"2"30"-16,-1-1 19 0,6-3 23 0,-5 6 25 0,1 0 9 16,2 2-2-16,1 1-4 0,0 2-7 15,3 4-30-15,0 1-20 0,6 1-24 0,0 2-25 0,4 2-4 16,4 4 1-16,1 2 9 0,3 5 3 0,4 1 20 0,-2 3 9 0,3 6 6 16,0-1 10-16,-2 5 15 0,0-1 5 0,-1 1 1 15,-2 3 9-15,0 1 1 0,-3-2-5 0,0 4-4 0,-5-1-9 16,-1-2-12-16,-3 4 19 0,1 0-5 0,-5-2-7 15,-2 2-24-15,-4 0-7 16,0-2 2-16,-6 1 2 0,-2 3-7 0,0-3-24 0,-4-2 0 0,-5 3-4 0,1-4 4 0,-4-1-1 16,1-1 3-16,-5 1 1 15,2-3-4-15,-1-3 5 0,-4 0-1 0,2-2-7 0,-1 0-26 0,1-3-46 0,1-2-65 16,0-1-80-16,-5 0-71 0,3-1-92 0,-1-5-87 0</inkml:trace>
  <inkml:trace contextRef="#ctx0" brushRef="#br0" timeOffset="88080.4509">27236 10053 948 0,'0'-3'18'0,"0"0"23"16,1-1 23-16,-1 1 12 0,-1 3 23 0,1 0 13 15,-2 2 13-15,1-2 12 0,1 1-5 0,-4-1-16 0,1 2-15 0,2 0-15 16,-4-1-20-16,-6 4-4 0,1 2 9 0,1 2 6 16,-8 4-3-16,0 6-1 0,-1 6 18 0,-3 5 6 15,4 2 1-15,-2 5-11 0,3 5-20 16,2-2-14-16,4 5-10 0,4 1-5 0,2-2-27 0,8 2-3 0,-1 0 1 0,3-2 2 16,2-1-3-16,5-1-5 0,0-1-1 0,4-3 4 0,4-4-6 15,-2-3-5 1,2-4-48-16,4-3-56 0,-3-2-53 0,0-5-60 15,0-3-82-15,0-4-86 0</inkml:trace>
  <inkml:trace contextRef="#ctx0" brushRef="#br0" timeOffset="88533.5124">27359 10485 1881 0,'2'-4'25'0,"-4"2"24"0,4-1 14 15,4-2 15-15,-6 3 7 0,0 2 0 0,0 0-2 16,3 0 4-16,-2 0-32 0,6 4-19 0,-1-1-19 0,2 1-11 16,5 1-4-16,-4 2-7 0,5 1 7 0,-1 2-6 0,0 1 4 15,-1 3 2-15,-4 0 4 0,2 1-3 0,-6 1 6 0,0 4 3 16,-3-2 0-16,-2 2-2 0,-3-3 1 0,-1 2-2 16,-4-1-2-16,3 0-1 0,0-1-4 0,-2-5-1 15,2 0 4-15,-1-1-2 0,2-4 3 0,4-1-3 0,-2-3 3 16,-1 0 1-16,4-3 2 0,0 0 23 0,0 0 6 0,4 0 4 15,-4-2 7-15,3-1 0 0,2-1-5 0,-1-4 5 0,3 1-12 16,4-7-16-16,-2 1-11 0,4-3-1 0,-1-5-10 16,3 0-3-1,0-4 9-15,0 2-6 0,-1-4 7 0,-3 2-8 16,0-1 1-16,-1 1 11 0,-1 1 25 0,-2 1 17 0,-3 3 6 16,1 1 41-16,-4 2 13 0,-1 4 32 0,4 2 22 0,-8 3-7 15,4 4-19-15,0 1-9 0,-3 1-18 0,0 2-44 16,2 2-14-16,1-1-31 0,-2 1-24 0,1 2-5 0,1 3 2 15,0 1-10-15,0 5 3 0,0 3 8 0,0 1 8 0,0 9-6 16,1-1 7-16,1 4 1 16,2 3-6-16,-1-1 1 0,1 2 4 0,2-1-2 15,0 0-10-15,1-2-44 0,4-4-52 0,-2-1-43 0,5-1-68 16,-3-6-67-16,2 3-91 0,0-6-84 0,0-6-95 16</inkml:trace>
  <inkml:trace contextRef="#ctx0" brushRef="#br0" timeOffset="88735.3538">27835 10631 2673 0,'-3'3'41'0,"-1"-1"50"0,1 1 18 0,6-6 42 0,-4 5 11 15,-1-2 21-15,2 0 7 0,0 1 4 0,2-1-46 16,3-1-42-16,1-1-19 0,8 1-44 0,0-3-9 0,7 3-22 15,0-3-7-15,2 2-9 0,7-4-32 16,-3 2-71-16,-2 2-82 0,-3-1-94 0,-1 1-94 16,-4 1-97-16</inkml:trace>
  <inkml:trace contextRef="#ctx0" brushRef="#br0" timeOffset="89102.6472">28230 10548 1848 0,'0'-2'38'0,"2"0"26"0,-2 0 32 15,4-3 13-15,0 3 8 0,-3 1 10 0,2-3-1 0,2 1 1 16,0-2-42-16,3 4-25 0,-2-1-32 0,6 2-12 16,0 0-10-16,1 0-11 0,0 3 7 0,4 5-6 0,-4-1 5 0,0 0-4 15,0 5 1-15,-4 0 7 0,-2 0-5 0,-6 4 0 16,1 0-9-16,-4-2 10 0,-2 5 4 0,-5-1 2 16,-3 0-4-16,-1-3-4 0,-1 2 7 0,-2-2-8 0,2-3 16 15,-3-1-16-15,-1 0 1 0,2-4-2 0,2-1 6 0,0-3-5 16,-2-2-2-16,4-1 10 0,-1-1 9 0,-3-1 25 15,3-3 24-15,3-2 13 0,-3 1 12 0,5-2 38 0,-1 0 9 16,4-4 3-16,0 3-24 0,3-6-9 0,2 3-24 0,3-1-7 16,2-1-18-16,3-1-18 0,1-2-8 0,4 1 3 15,1 1 11 1,2 1-6-16,1 1 2 0,1 1-9 0,3 2 0 0,-4 3-12 16,-1 1-5-16,3 3-5 0,-3 1-11 0,2 4 6 0,-1 1-15 0,0 1 13 0,0 1-1 0,2 5-1 15,-2 1-4-15,1 0 1 0,1 3 9 0,-1-1-10 0,-1 3 9 31,0 1-4-31,-4 0 1 0,4-1 4 0,-4 0 0 0,1-3-59 16,-2-1-68-16,0-1-56 0,-3-1-79 0,-3-1-102 16,1-4-84-16</inkml:trace>
  <inkml:trace contextRef="#ctx0" brushRef="#br0" timeOffset="89369.7025">28510 10140 1837 0,'-3'-15'28'15,"-1"5"33"-15,3 1 42 0,-1 1 34 0,4 3 10 16,-2 1 1-16,-2 2 4 0,2 1-3 0,3 4-26 0,1 1-32 16,2 4-44-1,5 1-32-15,-2 1-6 0,4 5-1 0,4 0 0 0,1 8 44 0,-1 0 6 0,2 3 1 0,-1 3-3 0,1 1-1 16,-3 1-9-16,1 4 0 0,-4-1-1 0,1 0-38 16,-5 2-5-1,-1 1 46-15,1-3 8 0,-4 4-8 0,-5-2 14 16,0-2-5-16,-5 0 5 0,-4 0 0 0,1-2-10 0,-5 0-49 15,-2-1-4-15,-4-2 12 0,0 0-8 0,-3-2 1 16,-2-4-4-16,2 1-56 0,-4-6-23 0,1-4-64 0,2 0-60 16,-1-3-91-16,3-1-80 0,1-6-71 0</inkml:trace>
  <inkml:trace contextRef="#ctx0" brushRef="#br0" timeOffset="89905.3372">28715 9977 1417 0,'0'-10'23'0,"3"-1"29"0,1 1 12 0,2-5 18 0,-3 3 13 15,2 0 9-15,1-2 0 0,-3 2 10 0,5 5-27 0,-3-1-24 16,3 2-19-16,-2 1-15 0,0 2-12 0,4 3-15 0,2 3 2 16,1 1-10-1,1 1 4-15,1 5-4 0,0 0 6 0,1 2-3 0,0 4-2 0,-2-1 17 0,-4 2 13 0,1 0 21 0,-2 2 0 32,0-2-4-32,0 0 9 0,-6 0 28 0,2-3 7 0,-1-1 2 15,0 0 11-15,-4-3-11 0,0-2 14 0,0-1 37 16,-4-2 21-16,4-3 4 0,0-1 20 0,-3-1 20 0,3-3-9 15,3 1-9-15,1-4-11 0,2-1-39 0,3-3-30 0,3-2-30 16,1-2-31-16,4-5-27 0,1 0-20 0,3-4 0 0,1 1-1 16,-1-2-1-16,4 3 8 0,-4 1-10 0,-1-1-35 0,0 6-34 15,-3 1-44-15,0 4-36 0,-4 0-44 0,-3 1-65 16,2 4-64-16,-6 2-82 0,-1 3-34 16,0 0-40-16</inkml:trace>
  <inkml:trace contextRef="#ctx0" brushRef="#br0" timeOffset="91728.8902">23510 11373 629 0,'-3'-1'6'0,"2"0"8"0,-4 1 13 0,0 0 5 0,0 0 10 15,-3-2 13-15,-1 4 7 0,-1-1 11 0,1 0 14 16,-4 1 0-16,2-1-5 0,-3-1 6 0,4 3 15 0,-2-3 6 16,1 2-2-16,1-2 16 0,2 0 0 0,3 2 5 0,-2-4 11 15,5 2 2-15,1 0-14 0,1 0-10 0,-4-1-2 16,8 1-19-16,-1 0-24 0,-2 0-13 0,5 0-23 0,-2 1-10 15,5-1-6-15,8 0-11 0,8 0 34 0,6-1 7 0,15-3 10 16,7 3 12-16,11-3 12 0,9-3 3 0,9 3-8 16,4-2 9-16,8 2 11 0,1-3-18 0,1 3-16 0,6-2-8 15,-2 3-8 1,2-1-5-16,-3-1 7 0,2 2-8 0,-3-1-48 0,-6-1 10 16,-5 2 5-16,-9-2 1 0,-8 4-7 0,-10-1-1 0,-9 1-3 0,-8 0 10 0,-12 1-10 0,-5 0 2 15,-9 0-2-15,-3-2-2 0,-6 2 7 0,-3-1-5 0,-3 0 5 31,-2 1-17-31,-2-3-11 0,-1 1-47 0,0 0-46 16,-1 0-58-16,-2-2-69 0,-2 2-66 0,-1 2-66 0,1-2-72 16</inkml:trace>
  <inkml:trace contextRef="#ctx0" brushRef="#br0" timeOffset="92315.3949">24093 11785 833 0,'-7'0'22'0,"4"0"22"15,-4-5 31-15,2 1 17 0,0 0 30 0,-1-3 9 0,-1-2 14 16,3 0 41-16,-1-1-13 15,1-1 4-15,4-1-14 0,0-2-17 0,1-3-27 16,6 1-9-16,-2 0 0 0,5-2-35 0,5 3-1 0,0-2-24 16,5 0-13-16,2 1 4 0,1 1-4 0,2 1 1 15,4 1-17-15,-3 1-2 0,0 5-8 0,1 0-10 0,2 3 3 0,-3 4-6 0,-2 1-4 0,-1 4-8 0,-2 7 14 32,-2 0-3-32,2 5 1 0,-12 5 2 0,1 2 2 0,-5 5-4 15,-5 5 7-15,-7 3 10 0,-4 1-15 0,-6 3 6 16,1-1-4-16,-9 1 4 0,-1-1-9 0,0 0 9 0,-4-5 2 15,0 1 22-15,1-2 25 0,-1-4 5 0,0-2 11 16,3-3 19-16,5-3 8 0,0-6 0 0,3 1-2 0,6-7-5 16,5-3-17-16,2-1-14 0,5-3 0 0,1-1-11 0,3-1 22 15,4-1 15-15,3 0 6 0,9 0-21 0,2 0-4 16,7-4 1-16,5-1-3 0,6 2-12 16,6-3-27-16,5-2-16 0,-2 1-8 0,-1-1-2 0,-1 3 0 15,-5 1-21-15,-1-1-62 0,-5 2-75 0,-4 3-81 16,-6 4-109-16,-6 3-103 0</inkml:trace>
  <inkml:trace contextRef="#ctx0" brushRef="#br0" timeOffset="98534.2784">8088 15390 793 0,'0'-3'5'0,"-2"-1"-3"0,2 1 3 0,-3 2 3 15,2-5 20-15,-1 2 13 0,-1 1 11 0,-1-1 7 16,3-1 10-16,-1 0 12 0,1 3-2 0,-1-3-1 0,2 2-28 15,0 1 0-15,0-1-5 0,0 3-4 0,-2-1 3 0,2 1 3 0,0-3 10 32,2 3 5-32,-2 0 12 0,-2-2-5 0,2 1 2 0,0 0 10 15,0 0-7-15,0 1-2 0,0 0-13 0,0-3 0 0,0 3-1 16,0 0-2-16,0 0-10 0,0 0-9 0,0 3-12 16,0-3-13-16,0 0-6 0,0 1 0 0,0 0-9 15,0 0 0-15,0 1-9 0,0-2 5 0,0 4-1 0,0-4-1 0,0 3 9 0,0-1-7 16,2 4 3-16,0-2-4 0,1 6 13 0,2 1-8 15,-2 2-5-15,3 4 5 0,2 3 2 0,-2 1 2 0,2 5-4 0,-3 2 5 16,4 1-5-16,-1 2 4 0,-3 2 4 0,2-1 4 0,-1 2-7 16,1 2 4-16,0-2 9 15,-4 0-9-15,0 0 8 0,1 0-7 0,-1-1 2 0,-2-1-6 0,-1-3 3 0,0-4-34 0,-1 1-47 16,-2-5-43-16,-1-1-57 0,1-6-51 0,0 1-56 0</inkml:trace>
  <inkml:trace contextRef="#ctx0" brushRef="#br0" timeOffset="98686.1245">7828 15950 1536 0,'-9'-7'19'0,"-2"1"27"0,5-6 33 0,-1 7 32 0,2-3 29 15,-26 4 16-15,25 0 13 0,4 3 4 0,-1-3-16 16,6 4-27-16,-3-3-33 0,6 3-36 0,2-2-24 0,27-1-18 0,-16-3-12 16,0 0-4-16,10-3-6 0,5 1 1 0,7-1 5 0,4 0 5 15,5-2-7-15,1 2-2 0,1 1-31 0,0 2-50 16,0 0-78-16,-3 2-68 0,0 3-89 0</inkml:trace>
  <inkml:trace contextRef="#ctx0" brushRef="#br0" timeOffset="99655.5723">10103 15149 1105 0,'-7'-3'9'0,"2"-2"15"16,1 0 16-16,-2 2 10 0,-2-1 12 0,1 0 5 0,-2 0 28 15,1 0 16-15,0 2-7 0,2-2 9 0,-2 1-2 0,2 2 5 0,-1-2-12 0,3 3-1 0,-1-1-20 16,-1-2-13 0,3 3 6-16,-4 0-26 0,4 3-8 0,-3-3-13 0,2 1 2 15,1 2-3-15,-3 1-5 0,1 2 8 0,-1 4 18 16,3 4 18-16,-2 6 5 0,0 2 35 0,-2 7 5 0,0 7-4 15,2 2-1-15,-1 6-13 0,4 3-20 0,-1 2-12 0,-3 5 38 16,6-1-36-16,2 5-3 0,-2-1 8 0,7-2-7 0,0 4 7 0,-1-2-11 16,4-3-4-16,4-2-47 0,-3-1-1 0,1-2-4 15,1-5-3-15,1-1 2 0,1-2-2 0,-1-3 6 16,2-3-4-16,1-4-60 0,-3-2-53 0,-1-3-41 0,1-1-63 0,-3-6-59 0,-3-2-75 16,-5-3-55-16,0-2-82 0</inkml:trace>
  <inkml:trace contextRef="#ctx0" brushRef="#br0" timeOffset="99823.0136">9673 16023 1558 0,'-2'-18'8'0,"-2"4"6"0,8 0 0 0,3-2 12 16,-1 0 6-16,4 3 5 0,4-1 12 0,2-3-4 0,7 2-7 0,6-1 1 16,4-1-1-16,2 0-16 0,7 0-3 0,1 0-8 15,1 1-11-15,1 0 4 0,2 7-5 0,-1-3-6 16,-2 4-35-16,-1 4-60 0,-5 0-58 0,-2 2-78 0</inkml:trace>
  <inkml:trace contextRef="#ctx0" brushRef="#br0" timeOffset="101151.6103">10514 15960 629 0,'0'0'29'0,"0"0"15"0,0 0 15 15,0 0 13-15,0 0 7 0,0 0 17 0,0 0 9 0,0 0-1 32,0 0-20-32,0 0-13 0,0 0-14 0,0 0-8 15,0 0-6-15,0 0-7 0,0 0-6 0,0 0 6 0,0 0-8 16,0 0 2-16,0 0-4 0,0 0 2 0,0 0-6 0,0 0 3 16,0 0 41-16,0 0-5 0,0 0 4 15,0 0 33-15,11 23 8 0,-11-23 13 0,0 0 4 0,0 0-20 0,0 0-45 16,0 0 32-16,0 0 8 0,0 0-34 0,106 140-14 15,-89-127 2-15,-2 1-11 0,2-2 2 16,1-1-3-16,0-5-25 0,-1 2-4 0,0-1 6 0,1-4 28 0,-2-2 3 0,3 0 9 16,-3-3 3-16,1-1 1 0,-2-1-4 0,0-4 2 0,-2 1-16 15,-2-6-16-15,0 1-9 0,-3-2 1 0,1-2-8 0,-4 0-4 16,0-2 3-16,-5-3-6 16,3 0 3-16,-3-3-9 0,-3 4 1 0,0-1-1 15,-2-1 10-15,0 5 2 0,-1-3-5 0,0 6-1 0,3 2 0 0,-4 3 10 0,2 1-3 0,2 4-7 0,-1 1-9 31,1 3 3-31,1-2-7 0,1 4 4 0,1 0 3 0,0 3-4 16,3 3-4-16,-2 3 7 0,4 4 0 0,-1 2-4 0,1 5 7 16,2 7-6-16,-2 0 3 0,5 0-1 0,-2 4 3 0,2 1-1 15,2 2 2-15,-2-3 6 0,0 0-7 0,0 1 4 0,0-1-8 16,-4 2 0-16,2-2 10 0,-2-1-3 0,-1 1-4 0,-3 0-3 16,-2-2 7-16,-2 1-4 0,1-2 2 0,-3-2 2 0,-3-2-4 15,-3 3 1-15,2-3 6 0,-4-2-5 0,-1-2 1 0,-3 1 1 16,0-4 6-16,-1-3 1 0,1 0 16 0,-1-5 16 0,1-1-1 15,-3-5 13-15,2-2-5 0,2-3 6 0,-2-3-9 0,4-4-1 16,-4 0-12-16,1-5-20 0,2-4-2 0,3-3-12 0,1-3-5 16,1-4-49-16,4-3-4 15,1-5-53-15,5 2-34 0,4-4-47 0,2 0-45 0,3 2-64 0,1 0-36 0,5-2-16 0,0 7-35 16</inkml:trace>
  <inkml:trace contextRef="#ctx0" brushRef="#br0" timeOffset="101663.1507">11107 15987 1870 0,'-2'-1'9'0,"0"-2"34"0,2-1 16 0,0 2 21 0,-1-1 22 0,-2-1 10 16,-2 3 5-16,4-2-1 0,-1 3-12 16,1 0-32-16,2 0-21 0,-1 3-24 0,3-3-17 0,0 3-14 0,0 1-8 0,0 3 7 15,2-1-4-15,2 3-2 0,-1 1 13 0,6 2-1 16,-3 3-2-16,3 1-1 0,2-1 7 0,-1 0-10 0,3-1 8 15,-2 1 5-15,3-1-13 0,1-2 11 16,-1-3-3-16,2 1 5 0,-3-3-8 0,1-1 1 16,1-1 4-16,1-3-7 0,-1-2 7 0,-5 0-2 0,2-2 0 0,-4-3 0 0,1-1 3 0,-5-3 2 15,4 1-2-15,-5-4 0 16,-3-1 2-16,2 0-5 0,-2-4 0 0,-1 0 1 0,-2 0-1 0,0-2 4 0,-2 0-7 0,1 1 4 16,-4 1 8-16,0 0 8 0,3 5 11 0,-2-1 4 0,0 5-1 15,-3 3 0 1,5 2-2-16,-3 3-9 0,5 0-2 0,-3 0-10 15,3 3-12-15,0 5-7 0,0-1 2 0,0 4 3 0,3 5 4 0,-3 5 2 16,5 3-1-16,1 2 3 0,-3 3-4 0,5 3-6 16,-3 2 10-16,5 3-11 0,1-2-2 15,0 1 7-15,0-1-6 0,1 1 1 0,1-2 5 0,1 4 7 0,-1-4-14 0,1 2 8 16,-3-2 0-16,1-1-1 0,-2 0 1 0,-2-1-4 0,0-1 6 16,-4-4-7-16,0 1 8 0,-4-4 1 0,0-1-1 0,-4-4 1 0,-3 1-2 15,2-4 6-15,-6-3-13 0,0-2 8 0,-5-3 0 0,2-1-4 16,-3-3 4-16,-2 0-2 15,1 0 1-15,-2-4-2 0,-1-2 9 0,2-1-4 0,-1-4 0 0,1 0 1 0,1-3 2 0,1-2-1 16,1-3 3 0,2-4-6-16,1-1-2 0,3-1-2 0,5-4-2 0,0-1-15 0,5-3-24 0,3 0-30 0,2 0-28 0,7 0-31 15,1-2-27-15,4-1-37 0,-1 6-32 0,6-3-28 0,0 1-21 16,1 2-26 0</inkml:trace>
  <inkml:trace contextRef="#ctx0" brushRef="#br0" timeOffset="102363.967">12139 15283 1319 0,'-3'-4'23'0,"1"4"8"15,-1-6 3-15,0 5 13 16,-3-1 9-16,1 1 18 0,-5 2 8 0,4-1 7 0,-5 0-24 0,3 5 20 0,-2-1 16 16,-2 3-8-16,2 2 14 0,-3 8-6 0,1 0 12 0,-1 6 7 15,1 4 11-15,2 6-24 0,-3 1-21 0,6 7 2 0,-1 1-30 16,6-1-6-16,1 5-23 15,2 0-12-15,6 0-9 0,3 0-7 0,3-1 4 0,6-3-7 0,2-1 10 0,3-4-11 0,4-2 6 16,0-2-6 0,6-4-25-16,-3-4-52 0,4-1-53 0,-2-3-67 0,-1-7-66 0,-2-4-66 0</inkml:trace>
  <inkml:trace contextRef="#ctx0" brushRef="#br0" timeOffset="102733.333">12496 15781 1395 0,'3'-15'19'0,"2"3"37"0,-2-1 12 16,0 1 1-16,2 0 5 0,-1 2-2 0,-3 1 6 0,8 0-2 16,-4 1-21-16,5 4-36 0,0-2-14 0,2 4-3 0,-1-1-3 15,4 6 8-15,0-2-10 0,0 3 0 0,-2 1 3 0,1 2-1 16,-1 0 7-16,-3 2-1 0,1 1-1 0,-5 2-2 0,0 1 5 0,-2 2 2 16,-3-1-5-1,-1 3 2-15,-3 0-3 0,-2 2 5 0,-1-1 2 0,-4 1-3 0,-1-3 2 0,0-1 8 0,-1-1 21 16,1-1 2-1,-2-2 11-15,-1-4 19 0,2-2 19 0,-1-1 18 0,1 0 9 0,1-6-4 0,-1 0-9 0,0-3-2 0,-1-3 14 16,1-2-11-16,-1-4-20 0,3 1-13 0,0-3-15 16,0-2 9-16,3 0-3 0,0-1 5 0,7-1-15 0,-3 2-8 15,6-2 17 1,1 3 3-16,2-3 3 0,2 4-1 0,-2 2 2 16,2-1 7-16,0 1-10 0,1 5-8 0,-1 2-20 0,-3-1-9 15,3 6 4-15,0-1-13 0,1 6-9 0,1-1-17 0,4 5 9 16,-3 0-4-16,5 0 4 0,1 7 5 0,0 0-1 0,5 2-4 15,-4 2 5-15,4 2 0 0,0 1-11 0,-1 3 6 16,1 1 1-16,-2 1-4 0,0-2-9 0,-2 1-42 0,-1-1-54 0,1-1-71 16,-6 0-79-16,-2-4-105 0,0 2-85 0</inkml:trace>
  <inkml:trace contextRef="#ctx0" brushRef="#br0" timeOffset="102949.3207">12989 15954 1859 0,'0'0'7'0,"3"-2"11"0,-3 2-3 16,5-2 1-16,-5 2-1 0,0 2-2 0,-1 0 0 0,2-2-6 31,-1 3-12-31,2 0 0 0,-2-1 0 0,0 5-3 0,2-2 11 16,-1 4 23-16,1 3 7 0,-4 1 11 0,1 1 0 0,-1 1 17 16,-3 2-3-16,0 2 8 0,-1-1-8 0,-3-2-23 0,-3 4-7 15,1-3-10-15,-3 0 5 0,1-3-22 0,-1-2 4 0,-2 0 2 16,2-3-5-16,2 2-15 0,-1-3-51 0,2-2-47 0,1 1-57 15,0-2-94-15</inkml:trace>
  <inkml:trace contextRef="#ctx0" brushRef="#br0" timeOffset="103354.3598">12999 15879 1427 0,'5'-7'11'0,"-5"-3"22"0,4 1-5 0,1-7 7 0,1 0 5 0,-2 1-3 15,0-4 4-15,4-2 3 0,1-1-18 0,1-2-21 0,-2-3 4 32,1-3-7-32,-4 0-2 0,5 0-2 0,-1 0 9 15,-3-2 13-15,-1 1 37 0,-2 2 9 0,2 2 20 0,-2 2 14 16,-1 4 15-16,-2 3 18 0,-2 3 11 0,1 2-1 0,-2 3-27 16,-1 3-3-16,1 3-26 0,0 0-8 0,0 4-17 0,-2 0-23 15,5 3-20-15,-3-1-17 0,0 6-2 0,1 1-10 0,-1 3 6 16,0 5-1-16,1 6-3 0,2 1 16 15,0 4-11-15,0 3 6 0,4 2-5 0,0 1 1 0,1 1 2 0,6 2-1 0,-3-4 0 16,6 1-9-16,-3-2 12 16,5 0-6-16,1-3 5 0,-4-2-2 0,4-2-2 0,0-2 4 0,-2-5-2 0,0-1 3 0,0-6 0 15,-2 0 3-15,-1-8 5 16,0 2 9-16,-3-5 13 0,4-1 2 0,-7-6 14 0,2 2 3 0,0-3 3 0,-4 0 7 0,1-2 5 16,-2-2 7-1,-1 0-6-15,0-1-8 0,-1 0-13 0,-1 0-6 0,0 2-5 0,-1-1-9 0,-3 1-7 0,4 1-15 0,-6 1-8 16,4 1-4-16,-1 2-24 0,-3 0-27 0,3 0-43 31,1 0-48-31,-2 1-74 0,-3 1-77 0,2 2-88 0,-1-2-83 0</inkml:trace>
  <inkml:trace contextRef="#ctx0" brushRef="#br0" timeOffset="103653.6414">13149 15245 2213 0,'-2'-13'17'0,"1"-3"21"0,2 2 18 0,4-1 15 16,-1-2 25-16,-3 5-1 0,3 0 1 0,1 4 2 0,0 2-15 15,1 1-23-15,4 1-20 16,1 3-16-16,3 4-24 0,7 1-3 0,-3 0 2 0,7 4-2 0,-2 5 1 0,6 1-1 0,-1 5 11 16,0 1 9-16,-1 5 32 0,2 1 5 0,-1 7-4 0,0-1 3 15,-2 4-7-15,-2 3 23 0,-1 0 15 0,-2 3-9 0,-3-1-25 31,-3 1-5-31,0 1 3 0,-3 2 4 0,-2 0 1 0,-4-3-11 16,0-1-19-16,-4 2 18 0,1 1-8 0,-6-1 5 16,-2-3 2-16,-1-1-7 0,-6-1 2 0,2 1-9 0,-5-3-1 15,-2-3-14-15,-1-1-3 0,-2-3-25 0,1-3-58 0,0-1-52 16,-1-4-64-16,-1-1-70 0,2-4-82 0,-1-3-86 0</inkml:trace>
  <inkml:trace contextRef="#ctx0" brushRef="#br0" timeOffset="104889.1963">9814 16755 457 0,'2'0'10'0,"-2"-2"32"0,-2 2 12 15,2 2 29-15,0-2 14 0,0 0 30 0,0 0 14 0,0 0 23 16,2-2 12-16,-2 4-29 0,1-4-7 0,3 2-34 0,0 0-13 0,-3-2-32 0,6-1-13 0,2 0-26 16,2 2 0-16,8-4 25 0,3 2 0 0,5 0 39 0,11-3 6 0,4 1 20 15,10-1 3 1,6 2 19-16,7-1-11 0,12 0-28 0,2-2 2 16,13 2-34-16,4-3-5 0,7 1-15 0,3 1-2 0,6-2-23 15,2 3-5-15,4-2 1 0,-4 2-8 0,2-2-3 16,-1 2-1-16,-4-3-2 0,-2 4-2 0,-5-1 4 0,-6 2-7 0,-6-1-1 15,-10 2 3-15,-9-1 4 0,-11 3 1 0,-10 3-6 0,-13-2 6 16,-9 0-5-16,-8 3 3 0,-6-1-11 0,-7-3-8 0,-4 3-6 16,-5-1-19-16,0 1-22 0,-6-2-43 0,-6 2-49 0,-3-1-42 15,-5 1-49-15,-4 2-45 0,-2-2-57 0</inkml:trace>
  <inkml:trace contextRef="#ctx0" brushRef="#br0" timeOffset="105433.6914">10814 17094 1244 0,'-11'0'12'0,"3"-3"17"15,2-1 5-15,-2-1 43 0,0 0 7 0,0 2 25 0,2-1 10 0,1-1 13 0,2 0-8 0,3-2-20 0,3-1-2 16,2-1-40-1,6 0-9-15,2-2-22 0,2-1-9 0,6-2-14 0,3 0 1 16,4 1-2-16,2-1 1 0,0 6-4 0,4-1 5 0,-1 1-5 0,0 4 1 0,-3 4-4 0,-1 0-2 0,-3 4 7 16,0 1-4-1,-6 3 3-15,-2 2-5 0,-1 2 6 0,-6 2 3 16,-2 5 8-16,-4 1 4 0,-5 4-5 0,-5 3 7 0,-9 1 19 16,-2 4 4-16,-7 2 12 0,-4 3 21 0,-3-1 2 15,-4 0 33-15,-2-4 10 0,0 1 11 0,1-3 9 0,2-4 10 0,5-4-6 0,2-3-16 16,5-2-7-16,3-5-28 0,5-2-6 0,2-5-11 15,6-3-30-15,4 1-11 0,1-3-9 0,1 0-9 0,4 0 1 16,3 0-7-16,3 0 9 0,5 2 8 0,6-2 12 0,6 0 1 0,4-2 8 16,6 1 6-16,4-6-10 15,3 5 3-15,0-4-12 0,0 0-12 0,1-1-10 0,-7-1-3 16,1 4-8-16,-3 0-3 0,-5 0-2 0,1 1 1 0,-6 1-3 0,-1 1-26 0,-3 1-53 0,-1-3-46 16,-7 2-81-16,4-1-66 0,-5 4-84 0,-5 0-70 0,-1 1-100 15</inkml:trace>
  <inkml:trace contextRef="#ctx0" brushRef="#br0" timeOffset="106595.1797">14138 15420 969 0,'-6'-8'3'31,"-5"4"11"-31,3 1 7 0,2-4 9 0,-5 4 19 0,1-1 2 16,1 0 9-16,-2 0 4 0,0 4-4 0,3 0-11 0,-3 0-1 16,1 0-11-16,2 0-17 0,-4 5 3 0,-1-2 24 0,3 6 0 15,-4 3 14-15,2 2 35 0,-4 5 0 0,3 9 14 16,1 1 8-16,2 8-2 0,4 6-33 0,-1 2 0 0,7 5-13 0,3 0-29 16,1 1-7-16,5 2-16 0,-1-2-6 0,6-2-5 15,2-4 2-15,6-2-6 0,-1-4 4 16,2 1-8-16,3-7 8 0,4-2 2 0,3-3-4 0,0-7-8 0,-3 1-43 0,3-6-47 15,-3-3-69-15,-1-5-85 16</inkml:trace>
  <inkml:trace contextRef="#ctx0" brushRef="#br0" timeOffset="107352.5863">14296 15778 487 0,'0'-3'22'0,"2"1"13"0,0-1 0 0,-1 3 14 31,-1-1 3-31,0 0 14 0,4-1-6 0,-3 2 1 0,-1 0-11 16,2-2 2-16,-1 2 7 0,-1-2 1 0,2 1 5 0,-2 1-11 15,3 0 26-15,-2 0 16 0,1 0-7 0,-2-3-5 0,3 3-5 16,0 0-10-16,-3 0-8 0,4 0 7 0,-3 0-19 0,1 0-15 16,-1 0-8-16,3 3-7 0,-4-3 1 0,1 1-4 0,-1 1 1 15,3 0-7-15,-1 1 6 0,2 1-3 16,-1-2 18-16,6 6 0 0,-5-1-4 0,4 0-1 16,-2 0 0-16,2 2-2 0,-1 2-3 0,-1 2 0 0,3 0-13 0,-5 2-3 0,-3-1 6 15,2 1-4-15,-1 2-9 0,0 0 5 16,-4 0 2-16,0 0-2 0,2-2 0 0,-3-1 1 0,2 2-5 0,-3-1 6 0,0-2 6 15,-1-3-7-15,2 1-1 16,1-1 0-16,-1-3 2 0,0 1-3 0,1-2 1 0,2-3 1 16,-3 0 1-16,2-3 6 0,2-2-5 0,-1 2 2 0,0-4 0 0,3 3 3 0,-3-7 0 0,0 0-8 0,5-1 2 15,0-3-11-15,-2-1 10 0,4-4-2 0,0-2-10 0,1-2 5 32,0-1-4-32,1-2 7 0,-1 2 4 0,-3-1-4 15,-2 0 0-15,-1-1-1 0,-2-1 7 0,0 4-2 0,0 1 26 16,-2-1 10-16,-1 4 20 0,2 3 20 0,-1 0 8 0,0 0 26 15,-1 7 10-15,2-1 7 0,-1 2-18 0,-2 2 9 0,1 0-11 16,-1 1-11-16,1 2-12 0,1 1-22 0,1 0-14 0,-1 0-15 16,2 1-9-16,0 1-17 0,2-1-17 0,-4 2-4 0,4-1-1 15,-1 5-1-15,1-2 2 0,1 7 6 0,-3 0 2 0,5 1-6 0,1 5 4 16,0 2 3-16,2 4-3 16,2-2 4-16,1 2 0 0,0-2-1 0,3-2-4 0,1 1 0 15,-3-1 11-15,6-6-1 0,-3 4 2 0,0-4-14 16,-3-2 4-16,2-2-31 0,-1 0-3 0,0-1-22 15,-5-7-42-15,-2 5-28 0,1-6-42 0,-2 2-15 0,-3-2-52 0,-2 2-5 0,-6-3-36 0,5 0-26 0,-3 1-26 16</inkml:trace>
  <inkml:trace contextRef="#ctx0" brushRef="#br0" timeOffset="108503.5111">14205 15729 112 0,'-2'-2'65'0,"2"0"-34"15,0 1 10-15,2-3 9 0,-2 4 15 0,-2-3 15 16,2 2 6-16,-3 0 20 0,5-2-65 0,-6 3 49 0,1 0 0 15,3 0-5-15,-1 0 3 0,1 0-9 0,0 0 6 0,0 0-24 0,-2 0 7 0,2 0-1 0,0-1-1 0,2 1 2 16,-2 0-13-16,0 0-2 0,0 0-16 0,-2 0 7 0,4 1-7 31,-2-1-12-31,-2 0-10 0,2 0 1 0,0 3-16 16,0-3-24 0,0 0 14-16,16 106 22 31,-10-91-8-31,-2-1 0 0,3 1-2 0,1-1-9 15,0 1 2-15,0-1 5 0,3 1 4 0,-3-1-4 0,3 1 5 16,2-5-3-16,-2 4-3 0,3-3 4 0,-3 0-3 0,5-1 0 16,-3-3-2-16,-1 1 5 0,2-2 13 15,-1-3 15-15,1 2 13 0,-3-5 10 0,1 3 5 0,-2-6 4 0,3 2 2 0,-2-3 14 16,-1-3-21-16,-2 1-13 16,1-1-7-16,-1-5-12 0,0 3 1 0,-2-3-10 0,2-1 5 0,-3-1-16 0,-1 2-2 0,0-3 5 15,-3-2-3 1,-1 0 0-16,0 3-6 0,-1-5 3 0,-3 2-1 0,0 0 5 15,-1-1-1-15,1-1-4 0,-4 1 1 0,-2 1 4 0,1-2 1 0,1 4-5 0,1-1-5 0,-1 3-1 0,-1 1 6 16,4 1 6 0,-3 2 0-16,5 2 3 0,3 7 22 15,0 0-16-15,0 0 3 0,0 0 0 0,0 0-3 16,0 0-15 0,0 0-24-16,0 0 0 15,0 0 4-15,-2 36 7 16,6-22 7-16,-1 2 3 0,3 0 3 0,-1 1 3 0,1 3-6 15,0 1 0-15,1 2-2 0,-1 3 1 0,2-3-4 16,0 5 4-16,-2 0-6 0,-2 1 4 0,2 0-5 0,0 2 11 0,-1-1-7 16,-1 3 7-16,1-1 0 15,-1 2-3-15,2 0-2 0,-3 0-2 0,0-1 7 0,3 3-6 0,-1-1 7 0,-2-2-8 0,2 1-1 16,-2-3 11 0,-1-1-3-16,4 1 1 0,-3-3-2 0,-1 0-4 0,-1-3 2 0,1-2 3 0,0-3 3 0,-2-3-6 0,-2-1 5 15,0 0-5-15,-1-7 1 0,0 0 10 0,0-2 1 0,-2-2 6 16,1-2-3-16,-4-1 6 0,-2-2-2 0,1-1 2 0,-4 0 6 31,-3-2 5-31,2-2 2 0,-5-2-1 0,3 0 18 0,-3-3-3 16,1-2 5-16,1-2 14 0,0-2 7 0,1-4-13 0,2 2 0 0,1-3 0 15,-1-3-21-15,5 2-1 0,1-4-7 0,3-1-15 0,3 0-7 16,-2-1 1-16,8-2-8 0,3 1-8 16,1-3 7-16,1 3-4 0,9 0 5 0,-4-2 2 0,8 2-3 0,0 0 1 0,6-3 0 15,-1 3-1-15,2 3 3 0,2-3-5 0,4 5-2 16,0-1 5-16,1 2-6 0,1 0 0 0,0 2 1 15,0 1 7-15,-4 3-5 0,0 3 0 0,-6-1 2 0,0 6-7 0,-8 4 6 16,-5-2-4-16,-1 5 0 0,-5-1-43 16,-4 0-48-16,-2 6-41 0,-2 0-68 0,-5-1-51 0,-1 5-96 0,2 2-82 0</inkml:trace>
  <inkml:trace contextRef="#ctx0" brushRef="#br0" timeOffset="110833.3441">25121 11647 1064 0,'0'-4'19'0,"0"1"21"0,-3-4 21 0,7 0 38 15,-5 3 8-15,1-4 13 0,-3 2 24 0,3-1 5 16,0 3-7-16,0 0-2 16,0 0-10-16,-2 2-31 0,2-2-6 0,-1 4-10 15,1 0-21-15,0 0-2 0,0 0-10 0,0 1-20 0,-4-1-12 0,4 3-9 0,0-1 6 0,0-2-7 16,0 0-7-16,0 0 3 0,0 0-3 0,0 0 8 0,0 3 8 31,0-2 1-31,0 1-10 0,-3-1 2 0,3 0 6 0,0 3 6 16,0 3 64-16,0 2-8 0,0 0-10 0,0 4 1 15,0 0 9-15,3 6-2 0,-3 2 10 0,4 1-1 0,-3-1-59 16,4 5 3-16,-4-2 5 0,2 3-2 0,-3 0-5 0,4 0 4 16,-4 0-9-16,0-2-12 0,0 3 3 0,0-4-10 15,0-1 4-15,-4-3 4 0,4 1 1 0,0-4-6 0,0-2-73 16,-3-3-52-16,3 2-95 0,-1-2-75 0,-5 1-99 15</inkml:trace>
  <inkml:trace contextRef="#ctx0" brushRef="#br0" timeOffset="110989.712">25048 12461 3263 0,'3'-1'20'16,"1"-1"23"-16,-1-1 20 0,0-9 21 0,-2 3 5 0,-1 1-7 0,2-1 4 0,-1 0 6 0,-1 1-25 0,4 1-23 31,-4-1-20-31,3-1-73 0,-2 4-60 0,4-2-56 0,-5 5-97 16,0 2-104-16,3-1-110 0</inkml:trace>
  <inkml:trace contextRef="#ctx0" brushRef="#br0" timeOffset="112632.2238">14821 15658 407 0,'0'0'-29'16,"0"0"12"-16,0 0 38 15,0 0 8-15,0 0 14 0,0 0 37 0,0 0 9 0,0 0 2 16,0 0 22-16,0 0-1 0,0 0 2 0,0 0 16 0,-16-4 0 16,16 4 5-16,0 0 11 0,0 0-2 0,0 0 1 0,0 0 10 15,0 0 1-15,0 0-10 16,0 0 8-16,0 0-6 0,0 0 0 0,0 0-10 0,0 0-17 16,0 0-9-16,0 0-17 0,0 0-14 0,0 0-21 15,0 0-10-15,0 0-28 0,0 0-3 0,0 0 2 16,0 0-3-16,51-13 6 0,-51 13-1 0,0 0-1 0,0 0 2 0,152-42-6 0,-128 38 4 15,-4 0-9-15,-1 0-9 0,2 2-4 0,-4 0-2 0,-3-2-13 16,2 4-52-16,-6-2-59 0,-2 2-69 0,-5 0-82 0,1 2-54 31,-4 3-88-31</inkml:trace>
  <inkml:trace contextRef="#ctx0" brushRef="#br0" timeOffset="113240.0842">15382 15761 497 0,'3'5'29'16,"1"-5"19"-16,-1 0 27 0,-1 0 16 0,-1 0 13 0,1-5 4 15,-1 2 5-15,1-2-6 0,0-4-27 0,3-2-21 16,0-2-19-16,3-1-15 0,0-4-7 0,1 0 1 0,0-2 9 15,-3-2 10-15,4 1 7 0,-3-1 6 0,0-1-7 0,-3 2 12 16,-2-4-4-16,1 4 10 0,0-1-6 16,-3 3 5-16,0-2 6 0,-3 0-5 0,0 4 14 15,1-1-10-15,-1 3 6 0,2 3-5 0,-3-1 1 0,1 7-5 0,3 0-14 0,-1 1-1 0,1 4-16 0,-3 1-3 16,1 0-9-16,4 1-8 0,-4-1-11 0,2 5-5 0,0-1-8 31,2 4 7-31,1 0 5 0,-2 5-1 0,6 0-7 0,-6 7 1 16,4 1 2-16,1 2-1 0,1 3 9 0,0 0-10 0,0 3-2 0,2 0-1 0,-2-1 14 0,2-2-5 0,-1 4-4 15,2-2 7-15,-1-2-2 0,2-1 6 0,-1-2-2 0,0-2-1 16,0-4-2 0,1 0 2-16,0-4 5 0,0-4-1 0,-1-1-1 15,2-3-1-15,-2 1 19 0,0-5 18 0,0-2 11 0,0-2 38 16,4-1 7-16,-3-3 5 0,-3 0 11 0,6 0 8 16,-4-5-14-16,0 0-9 0,0 3-11 0,-5-3-32 0,2-1-3 15,-3 3-7-15,1-1-11 0,-2-1-4 0,0 4 0 0,-3-1-13 16,0-1-3-16,0 3-5 0,0 3-5 0,-4-1 5 0,2 2-12 15,1 1-9-15,1-2-43 0,-2 2-32 0,2 0-39 0,-2 0-72 16,-1 2-57-16,2 0-58 0,-3 2-62 0,-1 0-54 0</inkml:trace>
  <inkml:trace contextRef="#ctx0" brushRef="#br0" timeOffset="113535.2226">15604 15236 1735 0,'0'0'59'16,"0"0"-1"-16,0 0 5 0,0 0-3 0,0 0 2 16,0 0 5-16,-3-32 0 0,3 32-15 0,0 0-35 15,0 0 2-15,36 11-23 0,22 14 1 16,-36-7 9-16,4 1-1 0,-5 4 16 0,2 2 19 0,1 1 5 15,1 3-9-15,-3 2 6 16,-1-1 26-16,-1 2 18 0,-4-1-9 0,1 2-12 0,-4-1-18 0,1-2 5 0,-7 4 36 0,-1-1 0 16,-4-1-28-16,-1 1-18 0,-2 2 3 0,-1-2 2 0,-4 1-5 15,-4-1-5 1,-1 0-37-16,2 1 7 0,-4-5-1 0,0 0 0 0,-1-1-6 16,0-6-45-16,14-22-32 0,0 0-54 0,0 0-56 0,0 0-74 0,0 0-62 0,0 0-92 0</inkml:trace>
  <inkml:trace contextRef="#ctx0" brushRef="#br0" timeOffset="113886.6268">15708 15095 1635 0,'0'-9'16'0,"5"-2"24"0,-5 2 17 15,4 0 11-15,-4 1-1 0,2 4-1 0,1-1 3 16,0 1-5-16,6 2-13 16,-2 4-23-16,4-1-22 0,4 3-3 0,2 2-3 0,3 4 2 15,1-1-1-15,1 7 6 0,3 0 9 0,1 1 16 0,-5 4 6 0,2 1 17 0,-3-1 20 0,1 0-1 0,-5 0 23 16,-1-1 16-16,-2 0-12 0,0-4 24 0,-2-2 11 0,-1-1-5 31,-4-1 6-31,1-5 16 0,-2 1 8 0,0-3 13 0,-2-4 26 16,-3-1-10-16,4 0 6 0,-3 0-5 0,2-6-25 0,-1-5-17 15,6-1-37-15,-2-5-29 0,2-4-24 0,3-4-34 16,2-5-12-16,-1-4-18 0,4-2-33 0,-3-2-24 0,1-3-34 16,-1 4-41-16,-4-1-30 0,0 5-56 0,0-1-57 0,-1 2-72 15,-5 9-32-15,3 4-49 0,-6 3-39 0</inkml:trace>
  <inkml:trace contextRef="#ctx0" brushRef="#br0" timeOffset="114324.8077">16892 15050 1802 0,'-1'-3'17'0,"-1"-2"27"0,0 0 14 0,6 4-3 0,-6-2 2 16,0 4 1-16,-1 1 1 0,2-2-6 0,-1 1-10 0,4 3-29 0,-2 2-17 0,3 4 42 0,-2 2 11 16,4 2 0-16,1 6 0 0,1 4 5 0,-1 3-12 0,0 2 7 15,3 3 3-15,0 1-38 0,-3 1-10 0,2 0-4 0,0 4-1 16,0 2 5-16,-4-1 4 0,1 1-6 0,-2-1 1 16,1 1-1-1,-3-1-6-15,-1-2-21 0,0 0-61 0,-3-4-67 0,-2-4-72 16,0-2-64-16</inkml:trace>
  <inkml:trace contextRef="#ctx0" brushRef="#br0" timeOffset="114488.4052">16677 15614 2189 0,'-6'-6'29'0,"-2"1"28"16,3 0 26-16,3-2 19 0,-1 1 17 0,-1 0 6 15,4 1 4-15,0 0-2 0,7-2-27 0,1 1-29 0,7 0-28 0,5-3-23 0,9-2-12 0,2 0 0 16,11 0-11-16,3-2 6 0,4 1 3 0,0 2 7 15,5-2-4-15,-4 2 8 0,-2 0-6 0,-1 1-6 0,-4 2 3 16,-5-2-28-16,0 4-57 0,-8-1-58 0,-2 1-55 0,-7 3-66 16,-4 2-78-16,-1-3-72 0</inkml:trace>
  <inkml:trace contextRef="#ctx0" brushRef="#br0" timeOffset="119555.9553">19639 14662 507 0,'0'-7'19'0,"-2"2"12"0,2-1 8 0,-1 0 7 0,-1 1 7 16,-1 4 8-16,0-2 6 0,1 0 2 15,2 3-21-15,-4-1-13 0,2-1-6 0,-2 0-9 0,0 4-10 16,1 0 0-16,-3-1-6 0,-1-1-12 0,-2 3 16 0,-1 1 19 0,-1 3 10 0,-4-2 17 16,0 4 6-16,-2-1 27 15,-2 3 4-15,2 0 25 0,-2 1 5 0,-1 3-3 0,0-1 3 0,1 5-12 0,0-1 20 16,0 6-32-1,-1 2 10-15,1 3 2 0,1 5-16 0,2 4 5 0,2 3-5 16,2 5-9-16,-1 4-21 0,7 0 0 0,-1 4-19 0,4-1-10 0,1 2-5 0,6 2-24 0,1-1-7 16,3-2 7-16,1 0-7 0,2 0 4 0,2-3-1 0,1-2-5 15,0-3 4-15,2 0 3 0,-2-5 1 0,2 0 1 0,-3-4 3 16,1-3-8 0,-5-5-65-16,1-3-48 0,-5-1-78 0,-3-4-55 15,-2-4-86-15</inkml:trace>
  <inkml:trace contextRef="#ctx0" brushRef="#br0" timeOffset="119706.4759">18857 15536 1735 0,'10'-17'5'16,"0"0"-1"-16,1 2 1 0,8-3 12 0,2-2 8 0,-4 0 9 15,7 3 4-15,6 0 2 0,5 1-4 0,3-1 4 0,7 3 0 16,2-1-20-16,1 5-6 0,3-2-3 0,-4 5-5 0,1-1-30 0,-5 6-49 0,0-1-56 15,-4 3-65-15</inkml:trace>
  <inkml:trace contextRef="#ctx0" brushRef="#br0" timeOffset="120276.0876">19626 15446 865 0,'2'-1'15'0,"-1"-3"11"0,3 4 7 15,-3-4 18-15,2 0 17 0,1 0 9 0,1-2 21 0,1-1 9 16,1-1-3-16,2 0-4 0,2 2 7 0,1-2-6 0,-1 1 3 15,-1-2-11 1,2 5-21-16,1-1-6 0,0 1-11 0,-4 1-9 0,-1 1-13 0,3 2-11 0,-5 2-22 0,2 2 3 16,-3 0 4-16,2 0-8 15,-1 3-1-15,-2 0 1 0,1 3 1 0,0 0 4 16,-2 2 30-16,1 3 4 0,-3-1-3 0,1 6 4 16,-2-4-1-16,-2 2 3 0,1 2 3 0,-1-2-13 0,-3-1-26 15,2 0-4-15,0 0-1 0,-1-2 0 0,1 0-1 0,2-2 5 16,-4-3-8-16,4 2 8 0,1-5 4 0,-2-1-4 0,4-2-1 15,-2-1 7-15,1-2-4 0,2 0 2 0,0-2 7 0,-3-3 4 16,3 3-1-16,1-2-3 0,-1-5 3 0,3-1-3 0,-1-2 8 16,4-3-10-16,-2-2-2 15,-1-4 0-15,5-2-1 0,-2-2 1 0,0-2 0 0,-5 1-1 0,1-1 1 0,-2 0 7 0,2 3 5 16,-4-1 12-16,-1 2 12 0,0 1 18 0,0 4 2 0,2 0-1 16,-4 2 12-16,1 5 7 15,1 3 8-15,0-2-11 0,0 4-9 0,-5 2-12 16,5 3-4-16,0 0-7 0,-1 0-20 0,1 3-7 0,0-3-23 0,0 1-8 0,-2 0-10 0,4 4 0 15,-2 0-1-15,1 1 5 0,4 5 8 0,-1-1-7 0,1 6 16 0,0 1-3 16,3 4 5-16,0 1-4 0,-2 2 7 0,4-1-1 31,-4 2-5-31,7-2 2 0,-5 4-4 0,1-5 7 0,5 2-78 16,-6-2-32-16,4-1-68 0,-3-1-59 0,-1-3-58 0,1 0-62 16,2-6-75-16</inkml:trace>
  <inkml:trace contextRef="#ctx0" brushRef="#br0" timeOffset="120927.186">20124 15311 659 0,'4'-3'19'16,"-4"3"14"-16,0-1 18 0,0 1 10 0,0-3 9 0,0 3 0 16,-4 0-8-16,4 3 2 0,0-2-20 15,0-1-16-15,0 4-15 0,0 0-13 0,0 3-9 0,4 1 37 0,-1 1 11 0,2 1 0 16,-4 2-3-16,7 2 6 0,-3 0 0 0,3 0 36 0,0-1 1 15,-1-1-39-15,1 0-5 0,0 2 6 0,4-3 3 0,-2-2-3 16,1-1-1-16,3-1-31 0,-2-2-2 0,1-1 8 16,-1-1 16-16,1-3 3 0,2 0 11 0,-2-4 2 0,1-2 4 15,1 1 6-15,-6-5 0 0,4-1-1 0,-1-1-4 0,-2-1-1 16,-4-2-1 0,0 0-1-16,-1-2 4 0,-3 0 0 0,1-1 14 0,-3 0-2 15,0 2 7-15,0 2 4 0,0-1-8 0,-2 5 27 0,-1-1-11 0,2 3-7 0,-3 3-9 0,4 1-9 0,-3 4-20 16,3 0-17-16,0 0-3 0,0 3-23 0,0 1-4 0,0 3-3 31,3 3 0-31,-3 4 7 0,0 3-3 0,4 7 6 0,-3 1-1 16,2 4-7-16,2 0 9 0,0 5-3 0,1-1-4 15,0 3 3-15,1-1 0 0,-1 2 3 0,5 1 1 0,-3-2-2 16,0 2 2-16,1-1 2 0,-1 0-8 0,0-3-2 0,-3 1 11 0,3-6-5 16,-5 3 1-16,-2-6 2 0,-1-1-9 0,0-1 5 0,0-3 5 15,-4-5 3-15,-5-2-5 0,-1 1 8 0,0-3 1 16,-5-3 7-16,-4-2 8 0,1 0 4 15,-5-4 0-15,-1 1 10 0,2-4 6 0,-2-1 20 0,0-2 2 0,4-4-3 0,2-1-2 16,1-2-7-16,3-3 1 0,1-3-9 0,5-2-14 0,3-2-22 0,1-2-5 16,2-2-3-1,4 0-1-15,2-1-6 0,6-3-13 0,4-2-31 0,2 1-10 0,4 0-30 0,4 0-22 0,3 2-19 16,0-1-25-16,0 2-35 16,3 1-6-16,0 4-14 0,-3 3-33 0,-2 0-22 0,2 5-16 0,-4 0-40 0</inkml:trace>
  <inkml:trace contextRef="#ctx0" brushRef="#br0" timeOffset="124574.0457">19116 16274 25 0,'-3'0'31'0,"-5"-2"-30"0,5 2 33 0,0 0-30 0,-1-2 49 16,4 2-36-16,-3-1 7 0,3 1 3 0,-1-3-25 0,-1 3 34 15,2 0-23-15,-2 3 28 0,2-3-40 0,-1 1 38 0,1-1 10 0,0 0 5 16,-2 2 0-16,1-2 9 0,1 1-7 0,-5-2 12 16,0 1-2-16,1 0 13 0,0 1-12 0,-2 0 9 0,-1-1 4 15,2 3-7-15,0-1 3 0,-2-2 3 0,4 0 14 0,-3 2-3 0,2-2 7 16,3 0-4-16,-3 0 9 0,2 0 2 0,2 0-10 0,2 2-1 16,-2-4-33-16,4 2-3 15,-3 0-15-15,6 0-12 0,-1 0-21 0,11 2 36 0,0-2 17 16,9 3 5-16,8-3 24 0,5 2-1 0,12-4 12 15,6 2 13-15,4-3 21 0,9 1-32 0,2 0-11 0,4-4-17 16,3 2-4-16,19 1 9 0,-16-1-2 0,-2-1-7 16,2 0-23-16,-2-2-9 0,-2 3 2 0,-1-2 0 0,-1 1-13 0,-20-2-14 15,13-2-7-15,0 1-3 0,-9 0 3 0,-3 1-3 16,-9 0-4-16,-6 0 3 0,-8-1 4 0,-6 1-2 16,-9 3 3-16,-1 1-8 0,-9 0 9 0,-2 1-5 0,-4 0 1 0,-1 2-7 15,-2-3-36-15,0-1-20 0,-2 3-46 0,-1-3-36 16,-1-1-69-16,-2 3-46 0,-4-3-55 0,0 4-48 0,-3-2-34 0,-3 3-27 15</inkml:trace>
  <inkml:trace contextRef="#ctx0" brushRef="#br0" timeOffset="125199.3138">19157 16748 527 0,'-2'0'20'0,"4"1"11"0,1-1 7 0,-3 0 18 0,0-1 18 15,-1 1 22-15,2 0 17 0,-1 0 24 0,2-3-2 0,-2 3-8 16,2-4-6-16,-1 2-18 0,2-4-19 0,5-3-22 0,-2-3-18 16,1-1-19-16,1 0-19 0,4-5 5 0,-2-1 9 0,2-1 18 15,-2-1 18-15,-1-1 4 0,1 2 23 0,-1 2 7 0,-1-2 17 16,-1 0 6-16,-3 3 6 0,2 3-13 0,-2-1-12 0,-3 2 8 16,2 2-16-16,-3 1 5 0,0 3-5 0,-1 1-10 0,-1 3-20 15,1-2-1-15,1 4-3 0,-4 1-27 0,0 0 5 0,4 1-22 16,0-1-18-16,0 5-2 15,0-1 4-15,0 2 1 0,0 5-5 0,0 1 15 16,4 5-18-16,-4 3 11 0,4 6 2 0,-4-1 7 0,4 6-5 16,1 0-6-16,0 1 9 0,3 2-3 0,0-2 9 15,1-1-6-15,1 0 4 0,1-2-15 0,-2-2 13 0,1-1-4 16,-1-1-3-16,-1-4 1 0,2-1-1 0,-4-3 1 0,0 0 2 16,-1 0-12-16,-2-5-36 0,-1 0-24 0,-4-2-36 0,0 1-26 15,-4-1-52-15,-3 0-26 0,-4 0-40 0,-1 0-10 0,-5 2-8 16,-2-1 12-16,-4 1 8 0,0-2 18 0,-1 0 47 0,1-1 32 15,-2-3 37-15,4 3 29 0,-1-4 35 0,2-1 17 0,1 1 27 0,1-2 11 16,4-2 26-16,0 1 14 0,7-2 26 0,-3 0 28 0,3-1 31 16,3 1 12-16,3 0 32 0,-1-1 0 0,4 2-11 15,0-2-2-15,4 1-26 0,0-1-29 0,1-1-32 0,4-3-10 0,4 3-30 16,3-4 1-16,5-3 5 0,2 0-9 0,4-2-4 16,3 0 7-16,3-1-5 15,4 0-1-15,-2 1-5 0,1 0-1 0,2 1-21 0,-2 2 2 16,-4 1-1-16,1 0-36 0,-5 4-66 0,-2-1-56 0,-3 1-90 15</inkml:trace>
  <inkml:trace contextRef="#ctx0" brushRef="#br0" timeOffset="125495.5606">19736 16511 1735 0,'-5'-3'11'16,"2"1"24"-16,-4-1 23 0,7-3 25 0,-1 4 27 0,-4 1 15 15,0-3 7-15,2 1 7 0,3 3-12 0,0 0-19 16,0 0-36-16,0 0-18 0,0 0-33 0,3 0-12 0,-3 0-6 0,0 2-9 0,2-1-6 16,-2 0-3-1,0-1 15-15,0 5-6 0,2-2 7 0,-1 2-4 0,2 2-3 0,0 6 5 0,0-1-1 0,1 1 3 16,0 4-3-1,1 0 6-15,2 3-4 0,0-1-1 0,-4 3 7 0,2-2-8 0,0 3 15 16,-2 0-7-16,0-2-35 0,-1 3-71 0,0 0-48 16,-2 1-74-16,0-3-77 0</inkml:trace>
  <inkml:trace contextRef="#ctx0" brushRef="#br0" timeOffset="125642.9405">19707 17194 2063 0,'0'0'21'0,"-1"-1"8"16,-1-1 9-16,5-6 7 0,-6-1 1 0,0 4 1 0,3-4-2 0,0-2 1 0,1 4-24 0,4-2-7 15,-2-1-12-15,2 3-14 0,1 0-25 0,2 1-50 0,-3-1-49 16,1 2-75-16,2 1-60 0</inkml:trace>
  <inkml:trace contextRef="#ctx0" brushRef="#br0" timeOffset="126295.2243">20268 16736 906 0,'-2'0'23'0,"4"0"38"0,0 0-2 0,-1-2 3 31,-1-1 2-31,0-1-3 0,2-4-1 0,3 1 0 0,0-6-23 16,-1 4-36-16,5-6 1 0,-2 1-1 0,3-3 0 0,-2-3 23 16,1 4 13-16,0-1 9 0,-1 0 5 0,-3 0 6 0,4 0 26 15,-4 0 21-15,3 2 3 0,-3 1 6 0,-2 1 10 16,2 2 9-16,-2 2 9 0,0 1-7 0,-1 4-27 0,-2 0-20 0,0 3-9 16,0 1-23-16,-2 0-23 0,2 1-18 0,-2 2-22 0,1-1 2 15,1 1 0-15,0 5 0 0,1-2 0 0,1 4 1 0,1 3-1 0,0 1 3 16,2 2 3-16,0 4-4 0,3-3 5 0,-4 5-1 0,1-1 6 15,2 1-9-15,-1 0 3 0,-1-2-4 0,4 2 11 0,-3-4-2 16,1 2-1 0,-1-3-5-16,3 3-1 0,-4-2 8 0,3-3-4 0,-4 2 4 15,0-4-8-15,-2 3 10 0,1-4-11 0,-6 2 4 0,1-1-7 0,-2-1-1 0,-3-1 3 0,-1 0-6 0,-6 0-4 16,1 2-4-16,-1-2 7 0,-2-1 1 0,-1 1 7 0,1-2 4 16,0 0-7-16,0-2 5 0,1-2 4 0,4 1 0 0,-2-1-2 31,4-3-1-31,-1 2-3 0,2-4-1 0,0 0 1 0,5 3 1 15,-2-3 2-15,2 0-3 0,1 0 2 0,2 0 1 0,0 0 6 16,0 0 0-16,0 0 8 0,4 0-7 0,-1 0 4 0,0-3 7 16,-1 3-4-16,3 0-2 0,0-4-3 0,4 2-2 15,0-2-2-15,3 0 3 0,5 0-10 0,0-4-1 0,0 3 6 0,5-3-1 16,-1 1-1-16,-2-2-5 0,3 2 10 0,0 0-29 0,-4 1-40 16,2 0-53-16,-3 1-53 0,-1 2-72 0,-2-4-77 0</inkml:trace>
  <inkml:trace contextRef="#ctx0" brushRef="#br0" timeOffset="126533.8923">20705 16373 2482 0,'-5'-9'25'0,"3"3"31"0,-3 4 13 0,8-5 1 16,-6-1 4-16,0 6-1 0,1 2-3 0,0 0-2 15,2 0-26-15,0 2-33 0,2-2-15 0,2 7 3 0,0 3-6 16,0 1 3-16,1 3 2 0,1 3 3 0,0 4-1 0,3 2 2 0,-4 3 8 16,2-1-8-16,-2 0 2 0,-2 4-4 0,1 1 7 15,-1-3-5-15,-3-1 1 0,0 3 4 0,0-3-10 0,0-1 8 0,0-1-1 16,0 1-17-16,0-6-68 0,-1 3-55 0,-4-1-78 0,2 0-69 16</inkml:trace>
  <inkml:trace contextRef="#ctx0" brushRef="#br0" timeOffset="126663.8269">20843 17113 2399 0,'0'1'25'0,"0"-2"6"0,-3-1 0 0,10-3 2 0,-11-2-2 0,1 2-4 32,3 1 4-32,-2-2-2 0,4-4-75 0,-4 6-56 15,2-1-72-15,0 1-69 0</inkml:trace>
  <inkml:trace contextRef="#ctx0" brushRef="#br0" timeOffset="128669.7764">21335 15008 659 0,'0'0'16'0,"0"0"4"0,0 0 25 0,-32-43 12 0,32 43 27 0,0 0 14 0,0 0 15 0,0 0 20 0,0 0-7 31,0 0 2-31,-43-42-16 0,36 40-5 0,1 2-3 0,-2-2-7 16,-2 2-3-16,2-3-23 0,-3 6-14 0,0-3 18 15,2 4 2-15,-4 1-12 0,-1 0-18 0,-1 7-7 0,-2 5 4 16,0 3 22-16,-4 5 11 0,3 5-20 0,-3 7 5 0,-1 4 16 16,1 5-5-16,3 4-4 0,3 1-12 0,2 2-23 0,2 1-6 15,8 2-1-15,2-4-16 0,2 0-12 0,6 1 1 0,3-6 6 16,2-2-3-16,3-2-34 0,4-6-49 0,0 1-75 0,3-6-54 16,-2-6-58-16,3-1-73 0</inkml:trace>
  <inkml:trace contextRef="#ctx0" brushRef="#br0" timeOffset="129054.8396">21307 15510 1244 0,'0'0'22'0,"0"0"12"32,0 0 19-32,0 0 9 0,0 0-1 0,0 0 3 0,0 0-4 15,9-40 5-15,-9 40-24 0,0 0-12 0,35-4-11 31,39 88-12-15,-75-69 12-16,-3-1-14 0,-2 1 3 16,2-1 0-16,-3-2-3 0,2 4 0 0,-3-3 6 0,-2 0 0 15,0-4 11-15,-1 0 15 0,-2-1 1 0,2-1 11 0,0-4 6 16,-2 1 24-16,2-3 4 0,1-1 2 0,1-3-8 0,1-2-3 16,0 1-7-16,-1-4-14 0,3-1 6 0,-1-3-18 15,1 0 0-15,-2-5-5 0,5 0-2 16,2-3-13-16,-1-1 19 0,4-1 7 0,-1-1-5 15,6 2 6-15,0-1-7 0,1 0 11 0,0 2 10 0,5 2 9 0,-2 3-19 0,0 1 3 0,-2 3-4 16,2 3-11-16,-4 2-4 0,2 2-11 0,-4 1-12 0,3 6-2 16,-2-3 0-16,2 4-12 0,3 2 5 0,-3-2 2 0,8 7 3 15,-3-1-2-15,-1 2-4 0,2 1 4 0,2 4 2 0,2 2-1 32,-4-1-1-32,3 3-7 0,-4 2 1 0,3 0 5 0,-3 4 1 15,-1-5-12-15,-1 4-7 0,0-2-62 0,-2-2-77 0,-2 2-77 16,-4-3-95-16</inkml:trace>
  <inkml:trace contextRef="#ctx0" brushRef="#br0" timeOffset="129283.4357">21686 15628 1825 0,'5'1'11'15,"-10"1"6"-15,10 0 4 0,-2-2 0 0,-3 0 3 0,-3 3-6 16,3-2-1-16,0 2 0 0,1 2-14 0,1-1-6 0,-1 3 5 15,3 2 31-15,-3 0-6 0,2 3 9 0,1 4 3 0,-4 0-2 16,0 1 5-16,-4 2-2 0,-2-3-7 0,0 4-33 0,-8 0 6 16,4-2-6-16,-4-2 0 0,1-2 0 0,3 3 2 0,-3-6 5 15,3-1-10-15,2 0-48 0,-1-2-55 0,1-2-51 0,0-1-79 16</inkml:trace>
  <inkml:trace contextRef="#ctx0" brushRef="#br0" timeOffset="129673.3171">21752 15529 1297 0,'2'-6'10'0,"-1"-1"9"0,1 3 3 16,1-6 7-16,4-2-2 0,-1-1 1 0,-1-1 11 0,6-3 0 15,0 0-5-15,3-4-2 0,-3 0 2 0,2 0 2 0,1 2 5 16,-3-5 6-16,2 3-4 0,-4-2 35 0,-2 1 5 0,-1-2 7 15,2 3 18-15,-4-1 10 0,1 1 20 0,-5 3 7 0,3 1 5 32,-3 4-4-32,0 4-9 0,0 0-1 0,-3 6-22 0,3-2-20 0,-1 5-25 15,-1 0-22-15,-1 0-11 0,3 5-31 0,0-5-2 16,-2 6-16-16,4 0 0 0,-2 3 5 0,0 2-3 16,-2 3 9-16,2 6-3 0,0 4 1 0,2 1-1 0,-1 1 11 0,-1 3-9 15,5 1 5-15,-2-2 3 0,2 1-7 0,0-3-3 16,6-1 7-16,-2 0 4 0,0-4-7 0,3 0 4 0,1-4-5 15,-1 0 7-15,1-5-5 0,1-1 9 0,-1-4-5 0,-4-1-1 16,2-3 19-16,-3-1 27 0,-3-2 9 0,1 0-2 0,-2-5 12 16,-4 4-5-16,1-5 2 0,2-2-4 0,-1-1-22 0,2 0-19 15,0-1-12-15,-3-2-3 0,2-1-3 0,-1 2 4 0,0-1-6 16,-1-1-11-16,-1 5-46 0,3-2-49 0,-3-1-62 0,0 2-62 16,-3 1-91-16,3 0-88 0</inkml:trace>
  <inkml:trace contextRef="#ctx0" brushRef="#br0" timeOffset="129959.4305">21966 14900 1859 0,'-2'-10'11'0,"4"-1"29"0,-1 2 10 0,7-4 6 16,-3 1-1-16,0 4 0 0,-2 3 4 0,6-1-2 0,1 4-5 15,1 2-35-15,6 1 1 0,4 3 25 0,0 4 4 0,5 0 3 16,1 5 21-16,3-1 6 0,0 9 16 0,0 1 9 0,-1 3 5 16,-2 4 1-16,-1 0-4 0,-5 4-4 0,1 0-19 15,-1 3 27-15,-7-1-15 0,0 2-8 0,-3 0-5 0,-1 1-39 0,-3 3-1 16,-2-2 4-16,-3 5-8 0,-2-2-28 0,-3 1-6 0,-4 2 4 16,0-3-11-16,-5 4 7 0,-3-4 3 0,-3 0 1 15,-1 2 2-15,-1-5-6 0,-6 2 6 0,1-5-4 0,-2 1-27 16,1-6-59-16,-1 2-63 0,-2-5-88 0,1 1-80 0,1-3-102 15</inkml:trace>
  <inkml:trace contextRef="#ctx0" brushRef="#br0" timeOffset="130626.4401">23145 14861 1504 0,'-1'-4'2'0,"-3"-1"31"0,3-1 12 16,-2 1 9-16,-1 4 23 0,-2-5 16 0,3 4 10 16,-6-1 0-16,2 0 5 0,2 3-19 0,-1-1 0 15,-1 2-7-15,-2 2-20 0,1 2-18 0,-3 2-2 16,-3 4 20-16,1 3 15 0,-1 4-13 0,-2 5 5 0,2 6-3 15,1 1-2-15,4 6 5 0,0 2-10 0,4 1-17 0,2 2-21 0,4 1 6 0,6 0-19 16,-1 2-5-16,3-2 2 0,2-1-5 0,5-1 3 0,0 1-2 0,1-4-4 16,-1-3-53-16,5-1-58 0,-3-4-68 0,0 0-80 15,4-8-91-15</inkml:trace>
  <inkml:trace contextRef="#ctx0" brushRef="#br0" timeOffset="131079.6516">23292 15175 1580 0,'3'-14'34'0,"2"-1"5"0,-2 3 29 0,3 0 24 15,1 1 11-15,-2 0 14 0,-1 2 3 0,2 4 0 16,1 1-37-16,-1 1-1 0,1 2-32 0,3 0-20 0,-2 2-12 16,0 0-12-16,2 6-1 0,1-2 0 0,-2 4 22 0,1-1 1 15,-1 5 2-15,-1 0-3 0,0 3 6 16,-3 0-9-16,-1 4 5 0,-2-2 24 0,-2 4-7 0,-2 0-9 15,-2 0 7-15,-1 2-2 0,0-2-9 0,-1-1 9 0,0 0-9 0,-2 0-22 0,2-5-9 16,-1 1 2-16,4 0-4 0,-2-5 2 0,4 1 0 0,-3-2 4 16,3-3-3-16,1-4 2 0,0-1 1 0,0 0 22 0,0-3 11 15,1 0 13-15,-1-2 12 0,4-2-7 0,-3 0 3 0,4-4 2 16,1-3-6-16,4-2-24 0,1-5-12 0,3-2-7 0,2-4-8 16,0-4-2-16,3 0 7 0,-6-4-12 0,2-1 7 0,0 1 5 15,-5 1 6-15,3-3-9 0,-3 5 7 0,1 0 30 16,-7 4-1-1,1 4 23-15,2 1 12 0,-4 6 7 0,-1 2 9 16,0 5 3-16,-2 2-10 0,0 2-26 0,-2 2-11 0,2 1-12 16,-2 1-18-16,-1 3-13 0,3-1-14 0,-4 2-3 0,4 3 3 15,-3 4-2-15,3 2 3 0,-1 3-1 0,-1 3 3 0,0 5 1 16,1 0 3-16,-1 4 2 0,1 3 1 16,1-3 2-16,1 2 4 0,2 2-6 0,1-1 1 0,0-3-18 0,3-2-43 0,4 0-58 15,-3-2-56-15,1-4-58 0,4-3-66 0,-4-1-74 16,1-5-58-16,2-4-63 0</inkml:trace>
  <inkml:trace contextRef="#ctx0" brushRef="#br0" timeOffset="131228.7603">23838 15262 2075 0,'0'-4'30'0,"-4"-1"42"16,4 0 40-16,0-3 35 0,0 1 31 0,0 3 8 0,-1-1 1 0,2 0 6 31,-1-2-28-31,4 3-49 0,0 0-37 0,2 0-33 15,2-1-34-15,4 1-12 0,1 3 1 0,0-3-2 0,6 1-6 0,2-1-14 16,1 0-51-16,2 4-71 0,-2 0-72 0,-5 0-78 16,4 0-98-16</inkml:trace>
  <inkml:trace contextRef="#ctx0" brushRef="#br0" timeOffset="131598.9299">24238 15125 1548 0,'4'-3'33'0,"-1"1"28"15,0-3 14-15,4-2 18 0,-4 2 0 0,2 0 0 0,0 1 5 16,-1 1-8-16,2-1-27 0,1 0-25 0,-1 3-20 0,2-2-17 0,1 6-1 0,1-2 0 0,0 2-6 16,0-1 9-16,-2 4-9 0,-1 0 2 0,2 2 7 0,-6 1-2 0,-1 1 1 31,-1 0-2-31,-2 3-2 0,-3 0 1 0,-1 3 2 0,-3 0-5 0,-4-2 4 0,0 2 0 0,2-1-1 0,-4-1 2 31,0-2-1-31,1-1 3 0,-4-2 1 0,6-1 7 0,-3-3 14 16,2-3 22-16,-2 1 34 0,2-3 16 0,2-2 35 0,2 0 18 0,-1-4 2 15,2 2 29-15,-1-3-4 0,2-1-17 0,0-2-26 16,4-5-13-16,-1 2-28 0,3 0-1 0,0-4 2 0,5 0-34 0,1-3-10 16,2 1-3-16,2 1 1 0,2 0-6 0,2-2 0 15,2 4-15-15,2 0 8 0,-1 2 1 0,0 1-5 0,2 2 5 16,-3 4-5-16,1 2-7 0,0 3-1 0,0 2-9 0,0 5-9 16,-1 2-3-16,-1 2 0 0,2 4-9 0,0 0-6 0,-1 6 10 15,1-1 3-15,-1 4-2 0,-2 1-3 0,-1 0 5 0,-2 4-2 16,-2-2 2-16,-1 0 0 0,0-3-56 0,0 1-65 15,-2-4-72-15,1 0-77 0,-2-2-107 0,-4-5-78 0</inkml:trace>
  <inkml:trace contextRef="#ctx0" brushRef="#br0" timeOffset="131847.5322">24635 14673 2318 0,'-2'-19'33'0,"-2"3"42"0,0 4 34 15,0 2 36-15,8 1 3 0,-8 2 5 0,1 4-1 0,3 0-5 16,2 3-36-16,-1 1-40 0,3 5-35 0,2 4-28 0,5 4-14 16,2 3-2-16,2 3 1 0,3 9 5 0,2 2 2 0,5 5 4 15,2 1-11-15,-4 5 40 0,4-2 22 0,-5 2-8 16,0 0 7-16,0-1-4 0,-2-1 0 0,-2 1-1 0,-4-1 11 16,-2-1-47-16,0 1 19 0,-6-4 16 0,-3 1-2 0,-1-1-1 15,-7-3 2-15,-1 0 3 0,-6-2-6 0,-5 1 4 0,-1-6-29 16,-7 3-14-16,-1-1 0 0,-6-1 9 0,-3-2-51 0,-2-2-69 0,-2-1-84 31,1 0-109-31,-6 2-129 0</inkml:trace>
  <inkml:trace contextRef="#ctx0" brushRef="#br0" timeOffset="132600.3094">25435 14715 1244 0,'0'-4'21'15,"0"-2"16"-15,-1 5 3 0,2-5 23 0,-2 3 17 0,-1 1 6 16,0 0 3-16,-1 2-7 16,2 0-20-16,1-1-10 0,-2 1-6 0,-1 1-22 0,2-1-14 0,-1 2-16 0,1 3 1 15,-1 2 10-15,-1 5-6 0,-2 1-1 0,0 7 44 0,-3 4 7 16,-3 5 0-16,2 5 7 16,-1 6-1-16,-1 3-9 0,2 4 9 0,-1 2-2 15,3 1-46-15,2 1-3 0,1 2-1 0,3 1 3 0,1-5 0 16,5-2 3-16,0-1-3 0,5 0-3 0,3-4 11 0,1-5-6 0,5-4 2 0,0 1-9 0,5-8-24 15,-2-3-42-15,2-5-55 0,-1-6-53 0,4-7-81 0</inkml:trace>
  <inkml:trace contextRef="#ctx0" brushRef="#br0" timeOffset="133285.944">25745 15186 710 0,'2'0'19'0,"-2"0"25"0,1-3 24 0,-1 2 18 0,2 0 12 0,0 1 8 16,-2 0 15-16,0 1 1 0,1 0-18 0,-1-1-26 0,0 4-32 15,0-1-13-15,0 2 26 0,0 0 14 0,5 2-10 0,-5-2 7 16,1 2-3-16,2 3 5 0,1-2 41 0,0 3-2 0,5-1-35 15,0-2-21-15,0 1 4 0,4-2-5 0,1-2 12 0,1-1-2 16,0 0-20-16,0 0-2 0,2-4-3 0,-1-4-3 0,1 0-9 16,1-1 5-16,-3-2-9 0,1-3-3 0,1-1-9 0,1 1 6 15,-4-5 4-15,0 3 2 16,-1 0-1-16,-2-2-1 0,-2 1 24 0,-2-1 2 16,1-1 8-16,-3-1-11 0,-2 1 0 0,-2 0 6 0,1 1 8 0,-2 3 2 0,3-1-21 0,-6 1 1 0,1 4-10 15,1 4 2-15,1-1-1 0,-2 1-10 0,1 3-8 0,1-1-18 31,-2 2-3-31,0 3-4 0,-1 0 4 0,0 5 2 0,0 3-9 16,-4 5 6-16,0 6 2 0,0 2 9 0,1 7 1 0,-2 4-1 16,0 3-6-16,5 3 3 0,-2 3 2 0,4 4 2 0,1-1-1 15,0 4-7-15,1 1 7 0,3 0-2 0,0 2-2 0,2-2 4 16,1 0 0-16,-4 0-4 0,2-2 0 0,1-2 9 16,-1-3-11-16,1-2 6 0,-1-4 1 0,-4-3-6 0,1-1 6 0,0-5-9 15,-2-3 0-15,-5-5-2 0,1-3 4 0,-3-4 4 16,2-1-3-16,-6-5 8 0,3-1 0 0,-3-1 21 0,1-5 24 15,-1-2 0-15,1-1-1 0,-5-4 2 16,0-1-4-16,-2-2-1 0,-1-6-2 0,-3 1-14 0,5-5-25 16,-3-4-4-16,2-4 4 0,1-1-3 0,2-6 5 0,1 1-4 0,7-5-18 0,1-3-37 0,3-2-21 15,4 0-36-15,5 0-49 0,1 2-54 0,4 2-51 0,1-1-47 16,4 4-61-16,3 2-21 0</inkml:trace>
  <inkml:trace contextRef="#ctx0" brushRef="#br0" timeOffset="133471.381">26385 15342 2271 0,'0'-5'5'0,"4"4"37"16,-4-4 14-16,1-6 18 0,7 6-1 0,-7-2 3 0,6 1 0 15,-1-2 0-15,2 1-6 0,6 2-35 0,1-2-15 0,5 1-20 16,2-1 2-16,2 3-1 15,5-1-2-15,1 2-28 0,-4-2-41 0,1 3-68 0,-3-1-51 0,-4 3-68 0,0-2-62 0</inkml:trace>
  <inkml:trace contextRef="#ctx0" brushRef="#br0" timeOffset="133871.5596">26773 15308 1449 0,'0'-4'8'16,"1"4"32"-16,-1-8 0 0,7 3 17 0,-6-1-6 0,2-4 14 15,3 1 12-15,1-3 6 0,-2-1-9 0,4-2-11 0,2 0-1 16,0-4 3-16,1 2 7 0,1-4 1 0,0 1 0 0,0-2-7 16,-2 1 15-16,0-1-14 15,0 0 11-15,-1 0-9 0,-2 0 0 0,1 1-4 0,-3 1-2 0,-1 3 31 0,0 1-16 16,-2 3-1-16,0 1-6 0,0 4-13 0,-3 3-5 0,5 1-8 15,-5 3-15-15,0 2-27 0,0-1 4 0,1 5-14 0,1 1-1 16,1 3-1-16,0 4 4 0,1 3-4 0,-1 3 14 0,2 5-7 16,1 1-4-16,-3 7 7 0,2-2 1 0,-1 4 1 0,0 0-3 15,-3 2 5 1,2-2-10-16,1 2 6 0,-3-3-1 0,7-2-3 16,-7 1 3-16,4-6 0 0,2-1 3 0,-4-4-9 0,2-4 9 15,0-5-6-15,-1-1 13 0,-1-4 36 0,0-4 29 0,0 0 29 16,-3-6 6-16,5-1 10 0,0-5-10 0,2-2 3 0,-2-3-5 15,5-3-37-15,0-3-32 0,2-1-26 0,-1-4-1 0,-3 4-6 16,1 0 2-16,1 1-6 0,-2-1-13 0,-1 0-41 0,2 4-47 16,-6-2-68-16,2 1-82 0,-4 1-100 0,3 1-94 0</inkml:trace>
  <inkml:trace contextRef="#ctx0" brushRef="#br0" timeOffset="134155.6269">27081 14632 2006 0,'-7'-7'24'0,"1"0"28"0,3 1 19 15,-1-2 17-15,4 1 14 0,-4 1-1 0,4 4-2 0,4 0 4 16,0 2-26-16,2 3-28 0,4 4-18 0,1 0-19 16,8 4-15-16,0 0 3 0,2 7-2 0,2 0 0 0,2 7 4 15,2 1 21-15,-2 5 9 0,2 2 2 0,-4 2-3 0,-1 3 1 16,0 4 2-16,-5 3 52 0,1 0 3 0,-1-2-27 15,-3 3-8-15,-3 0 3 0,2-1 4 0,-4 2-5 0,-2 1 0 16,-2-3-60-16,1 4-1 0,-6 0 2 0,-4 2 4 16,-1-2 1-16,-4-1-1 0,-3 0-1 0,-6-2 5 0,1 1 1 0,-9-4 1 0,0 0-1 15,-3-5 1-15,-6 2-4 0,-4 1-1 0,-4-3 6 0,0-1-24 16,1-3-51-16,-4-2-95 0,-4-1-91 0,-1 1-121 16</inkml:trace>
  <inkml:trace contextRef="#ctx0" brushRef="#br0" timeOffset="153855.3661">22955 12579 1032 0,'-1'-9'13'0,"-2"1"14"16,4-1 11-16,-2 1 14 0,-3 1 9 0,1-1 12 0,2 4 32 16,-1-1 2-16,0 5-7 0,1-5-3 0,-1 3-2 0,1 1-13 15,1-1-4-15,0 2-12 0,-5 0-33 0,5 0-3 16,0 0-3-16,0 0-19 0,0 1-2 0,0-1-10 0,5 1-8 16,-10 2-2-16,10-3 5 0,-5 5-3 0,1 0-1 0,6 2 6 15,-3 5-3-15,1-2 7 0,3 5 4 0,5 2 5 0,1 1-3 16,2 2 2-16,1 2-2 15,-1-1 2-15,7-1-5 0,0 4 0 0,2-2-2 0,4-1 4 0,-3 2-4 0,4-1 5 16,2-1 1-16,1-4-1 0,1 2 8 0,0-4 14 0,2 0 4 16,2-6 1-16,0 3-2 0,-1-4 4 0,2-2-3 0,1-3 1 15,-1 1 2-15,2-1-1 0,0-5 0 0,2 0-11 0,5-1 11 32,-6-1-7-32,7-4 1 0,2 0 2 0,0-1-8 0,1-4-3 15,1 2-8-15,-3-2 11 0,-2 1-8 0,-2-1 2 16,2 0 0-16,-4-1 1 0,-2-1-4 0,0 2-7 0,2-3 8 15,-5 1-8-15,3-3 7 0,-3 0 13 0,2 1 10 16,0-4-1-16,3-2-3 0,-2 5 4 0,2-4-3 0,-1 2 0 0,2 0-4 16,0 2-17-16,-1-2-3 0,3 3 1 0,0 2-4 15,1-1 4-15,4 3-2 0,0-4-3 0,1 5 1 0,2-2 1 16,3 1-5-16,1 4-2 0,3-1 12 0,-2 0-14 0,3 3 7 16,-1-2 1-16,1 4-6 0,0 0-5 0,-1-1 4 0,-1 5 2 15,1-6-3-15,-2 6-1 0,3-3-6 0,2 4 1 16,0 3 11-16,0-3-1 0,-1 2-2 0,5 2-5 15,1 0 1-15,2 2 8 0,-3 1 1 0,5 1-1 0,1-1-10 0,0 3 12 16,2 4-4-16,0-4 8 0,-4 3-7 0,5 0-1 16,-5 2 7-16,5-1 1 0,-1 3 1 0,4-2-14 0,-2-3 8 15,6 1-10-15,7-4 8 0,5 0 0 0,7-2-3 16,2-3 6 0,6-3 11-16,5-2 13 0,4-2-2 0,4-2 1 15,5 0 0-15,3-3-1 0,-4 0-4 0,3-3-8 0,-1 2-4 16,-7-3-9-16,-2 2 0 0,-8-2 0 0,-5-1 3 0,-6 2-3 15,-9-1-23-15,-9-1-29 0,-8 1-41 0,-7 5-28 0,-10-3-47 16,-8 4-43-16,-6-2-53 0,-5 1-39 0,-10 2-21 0</inkml:trace>
  <inkml:trace contextRef="#ctx0" brushRef="#br0" timeOffset="156347.2838">9455 18159 578 0,'-8'-3'7'0,"0"-2"13"0,0-2 12 0,-1 0 3 0,-4 2-2 16,3 0 20-16,0 1 6 0,0 0 14 0,0 0 2 0,3 4 0 16,-1-5 1-16,3 5 1 0,0 0 6 0,2-1-18 0,1 0-4 15,1 1-15-15,1 0-13 0,0-1-11 0,0 2-12 0,0-1-9 0,0 0-4 16,0 0 3-16,0 0-4 0,3 1 3 0,-3 0-5 0,3 4 4 15,2-5-7-15,2 5 11 0,1 1-1 16,2 0-1-16,5 2 3 0,0 1-6 0,1-2 5 0,3 3-3 16,5 0 9-16,-2-1-6 0,5 3-4 0,0-2 1 0,3 0-3 0,0 0 6 0,5-1 0 0,-2 3-2 15,1 0-1-15,1-2 1 16,2 0 7-16,1 0-7 0,0-1 8 0,3-2 14 16,1 0 2-16,2-1 5 0,-1-2 5 0,4 3 6 0,-2-5-8 0,5 1 5 0,0-1-6 0,-1-1-15 0,4 1 0 0,-4-2-1 15,5 0-8 1,1 0-9-16,2 0 6 0,0 0-3 0,1 0 4 0,-2-2-7 0,4 1-1 0,0-1 5 0,-1 1-2 0,1-2 3 15,0-1-2-15,0 3-1 0,-2-2-3 0,-1-1 5 0,3 1 0 32,-1 2-7-32,-1-3 6 0,-1-1 1 0,-2 4-2 0,5-3-2 15,0-3 2-15,-2 4-1 0,0-1-5 0,2-1 12 0,0 0-6 16,4-2 0-16,1 0 1 0,-3 0 2 0,3-1-1 0,-2 0 2 16,2-1 9-16,0 1-15 0,0 0 4 0,-2 0-5 0,0 0-4 15,-1-1-1-15,-2 4 10 0,0-2-9 0,-1 2 1 0,-1 1-5 0,-3 0 1 16,-1-3 5-16,-2 4 0 0,-3-1 1 0,3 0 0 0,-4 1 7 15,2-4-12-15,2 2 12 0,-2 0-4 0,2 1-4 0,1-1 11 16,-1-3-1-16,-1 3-7 0,1-2-1 0,2 0 4 0,-5-1 2 0,5 2-3 16,-4-2 6-16,2 0-10 0,-2-1 1 0,0 0 3 15,2-1 0-15,-3 2-3 16,2-1 2-16,1-2 1 0,-3 0-2 0,2 2-3 0,-5 0 3 0,2-2-3 0,3 3 0 0,-3-2 10 0,0 2-5 16,-1-1-5-16,-2 1 4 0,3 1 8 0,1-1-6 0,-2 3 4 15,-1 1-4 1,1-2-2-16,-2 2-4 0,2 1 11 0,-1 0-9 15,1-1 3-15,-4 3-1 0,2-1-1 0,0 0 0 0,1 2 4 16,-2 0 1-16,3 0-4 0,-4 0 2 0,0 0-6 0,4 0 7 0,-4 0-2 16,1 0 3-16,-1 0-6 0,3 0 2 0,-7 0-2 15,5 2 2-15,-2 0 6 0,0-1-7 0,-1 2 2 0,0-1 1 0,-1 1-1 16,2 1-3-16,-2 1 6 0,1-1-2 0,0 2-1 16,-3-1-1-16,4 0 1 0,0 2 1 0,-2 0 1 15,4 0 7-15,-3 1-7 0,-1 1 1 0,3-2-5 0,0 3 9 0,0-3 0 16,1 2-3-16,-1-1-6 0,-1 1-3 0,1-2 11 0,1-1-5 0,-4 1 2 0,0 1-7 15,-1-4 1-15,1 1-1 16,-1 0 7-16,-2 1-2 0,0-2-9 0,0-2 9 0,-2 3-1 16,1-2 0-16,0-3-1 0,-4 4-2 0,3-4 0 15,-1 0-1-15,-1 0 7 0,-1 2-6 0,-2-2 5 0,-1 1-2 0,-3 1 0 0,0-2 1 0,-4 0 0 0,5 2 8 0,-7-1-4 16,0 1-2-16,2-2-6 0,0 1 10 0,-1-1-5 0,-4 0 3 16,5 0-5-16,-8-1-1 0,3-1-5 0,1-1 5 0,-3 1 8 31,2-1-13-31,-2-1 8 0,1 0-4 0,-2-3 4 0,2 1-1 15,3-2 2-15,-2 1 3 0,1-3-9 0,-1 3 7 0,-1-3-3 0,1 3 0 16,4-2 5-16,-5 0-6 0,2 0 2 0,-1-3-5 16,1 5 6-16,0-2 0 0,-1-1-2 0,4 0 2 0,-5 1-3 0,2 0 4 15,0 1 2-15,-1 0-1 0,2-1-3 0,-1 1 0 0,0 1-1 16,3-3 2-16,1 3-2 0,0-1-1 0,0-1-2 0,3 1 7 16,-2 1 6-16,4 0 29 0,1 0 4 0,-1-1 0 0,2 2-1 15,1 3 3-15,0-2 2 0,1 2-11 0,2-1-7 0,-1 4-28 0,1-1 2 16,2 1-7-16,-2 1 4 15,1 3-1-15,3-1 3 0,0 2 11 0,1 0 0 0,1 1 2 16,1 0-10-16,-2-1 3 0,3 2 1 0,1-2 5 0,0 1-8 0,2 0-1 0,-5-1-5 0,4 0-2 16,1-1 11-16,1-1-4 0,3 1 3 0,0-3-11 0,-1 1 4 15,5-2-1-15,-2-2 5 16,2 1 1-16,0-3-11 0,-1-1 14 0,2 1-11 0,-1-4 4 0,0 3 2 0,-1-2-2 0,1-2-4 0,0 0 4 16,-4 1 1-16,2-5-5 0,1 1 2 0,-2 2 2 0,1-4-2 31,-2 2-1-31,-1-1 3 0,2-3 0 0,-3 2 0 0,3-2 0 15,-4 0 0-15,-1-1-6 0,2 3 3 0,-1-1 3 0,0-2 0 0,-1 3-6 16,0-1 7-16,-1 2-4 0,-1 1 0 0,0 3 5 0,-4-3-4 16,3 5 1-16,-3 2 1 0,0-5 1 0,-2 7-6 0,2-3 1 15,-2 0 5-15,2 2-1 0,-1-1-3 0,3 0-1 0,-2 1-1 16,2 1 2-16,3 2 3 0,-4 0 0 0,3-2-4 0,-2 3 4 16,2 0 1-16,-3 0 2 15,5 0-6-15,-3 0 3 0,2 0-3 0,0 0 6 0,1 0-2 0,0-2-1 0,7 2 3 0,-4 0 2 16,4-1 2-16,0 1-6 0,2-2 2 0,-1 4-4 0,4-4 5 15,0 2-1-15,-1 0 7 16,3-3 2-16,-1 3 2 0,1-1 7 0,1-3-2 0,-1 0-3 16,2 1-2-16,0-1-2 0,0-1-6 0,0 0-5 0,0 0-2 0,0-2-4 0,2 0 7 0,1-3-2 15,-3 6 6-15,5-6-8 0,0 0 1 0,2 2 5 0,2-3-1 0,1 4-1 16,1-4-7-16,4 2 7 0,-2 1-1 0,5-1 10 31,-5 4-4-31,4 2-2 0,-3-1 9 0,0-1-4 0,-2 5-5 0,-3 0-1 16,4 3-1-16,-4-1-4 0,1 0 7 0,-2 0-14 15,3 1 1-15,0 2 4 0,5-1 7 0,2-1-4 0,4-1-6 0,0-1 5 16,0 1-7-16,4-2 17 0,0 2-8 0,3-2-1 0,-2 1-5 16,-5-2 6-16,0 1 1 0,4-2-2 0,-8 2 0 0,2-2-9 15,-1 0 6-15,-3-1-3 0,-1 2 4 0,-2 0-5 0,1-2 2 16,-1 1 1-16,0 2-7 0,-1 0 4 16,1 0-1-16,0 0 5 0,-2 0-4 0,2 2 5 0,-1-2-5 0,1 3 2 0,0-2 5 0,0 0 5 15,-4-1-13 1,4 2 5-16,-7-2 6 0,2 0-6 0,0 0-1 0,2-2-1 0,-4 0 5 15,1-1-6-15,1 1 8 0,2-1-5 0,2 0-3 0,1-1 4 0,1-1 8 0,0 2-6 0,2-1 2 16,2-1-7 0,-3 0 8-16,5 1-6 0,-3-1 5 0,0 2-8 0,2-4 3 0,0 2 5 0,-3 0-8 0,5 1 13 31,-5-1-16-31,3 0 9 0,-3-1-9 0,-1 2 7 0,3-1 3 16,-1 0-9-16,-2-2 2 0,-1 4-5 0,-1-2 16 0,-1 1-13 15,-4-1 7-15,2 3-5 0,-5-3 0 0,-3 3 4 0,-2-1-1 16,-2 0 0-16,-4 1-6 0,-4 1 9 0,-4-1-3 0,-5 2 3 15,-5-1 0-15,-2 0-1 0,-6 1-7 0,-4 0 8 16,-5 0 0-16,0 1-1 0,-6-1 4 0,-1 0 0 0,-2 0-12 0,-2 1 3 0,-4-1 9 16,2 0-11-16,-4 2 9 0,-1-2-4 0,1 0 0 15,-4 1 1-15,2-1 11 0,-1 0-1 0,-1 2 1 0,2-2-3 0,0 0-1 16,0 1-1-16,-1-1 3 16,1 0-6-16,0 0-1 0,-3 0-3 0,3-1-1 0,0 1 5 15,-2 1-5-15,2-1 2 0,0 2-1 0,0-2 0 0,0 0-1 0,0 0 4 0,2 0 0 0,-2-2-6 0,3 2 6 16,-3-1-17-16,3 1-18 0,-2 0-23 0,3-2-26 15,-3 2-25-15,-1 0-36 0,0 3-35 0,0-3-40 16,0 0-60-16</inkml:trace>
  <inkml:trace contextRef="#ctx0" brushRef="#br0" timeOffset="276321.1454">19168 18089 772 0,'-4'-3'10'0,"-1"0"21"0,3 1 5 16,0 1 9-16,-4 0 6 0,0 1 6 16,-2-2 5-1,3 4 6-15,0-4-9 0,5 4-19 0,-4-2-6 0,0 0-9 16,1 1-2-16,2-1-1 0,-4 0-1 0,2 1 6 15,1 3 16-15,-2-3 10 0,0 4 2 0,-2 1 21 0,0-2 11 0,-4 3 8 16,2 0 7-16,-3 1 18 0,0 1-2 0,0 3 1 16,0 0 15-16,-5 4-10 0,3-1-4 0,-4 5 0 0,3 3-1 15,-2 0-27-15,2 4-6 0,-2 1-9 0,2 1-13 0,3 0-8 16,1 0-9-16,6 0-12 0,-1 0-5 0,5-1-2 0,1-3-4 16,7 0 5-16,0-3 1 0,6 1 2 15,1-2 4-15,5-1 1 0,1-4-5 0,1-1 5 0,3-2-3 0,2-2-15 0,0-5 1 0,0 1 1 16,1-6-6-1,1-1-1-15,-4 0 6 0,4-2 11 0,-2-2 14 0,-1-4 18 16,1 1-1-16,-3-6 0 0,-1 3 9 0,-5-9 5 0,4 2 0 0,-7-1-12 0,0-5-9 0,-4 1-9 16,-2-2-7-16,-2 0 1 0,-4 2-11 0,-3-2-6 0,-3-2-11 15,-6 1-2-15,1 1-10 0,-2-2 2 0,-4 1 0 0,0 1-7 0,-3-1 1 32,-3-1-5-32,1 6-8 0,-1-1-16 0,2 1-14 15,0 2-45-15,-2 2-12 0,3 3-47 0,3 0-28 0,1 1-46 16,2 2-35-16,0 3-53 0,0 2-27 0,6 1-36 0,-1 0-46 15</inkml:trace>
  <inkml:trace contextRef="#ctx0" brushRef="#br0" timeOffset="276588.7544">19231 18420 2006 0,'-6'3'34'0,"5"-2"24"0,-3-2 20 16,9-3 6-16,-6 2 24 0,1 4 7 0,-2-4 1 16,4 2 0-16,-1 2-34 0,2-1-14 0,2 2 3 0,-1 4-5 15,5 1-21-15,-1 1-5 0,6 3 5 0,2 1-4 0,2 0 4 16,0 4-11-16,2-3-21 0,1 1-2 0,2-1-2 0,-5 1-21 15,2-2-44-15,-2-4-31 0,-1 6-61 0,-2-2-42 16,-1 3-64-16,-1-7-56 0,-3 4-63 0</inkml:trace>
  <inkml:trace contextRef="#ctx0" brushRef="#br0" timeOffset="276985.8373">19616 18498 2166 0,'-4'-6'30'0,"1"-1"28"0,3-1 25 0,-3 4 21 0,-4 0 27 15,4 1 17-15,-4 1 5 0,4 2 3 0,-1 2-25 0,4-2-28 16,0 3-26 0,0 0-21-16,0-2-26 0,0-1-22 0,4 4-2 0,-4 0-1 15,3 0-2-15,-2 4 8 0,1 1 6 0,2 4 2 16,-1 3 3-16,4 1 4 0,-4 2 0 0,5 2-1 0,1-3 1 16,-2-1-3-16,2 0-5 0,3-2-7 0,-2-5 0 0,2 2 1 15,0-8-1-15,-1 6-3 0,0-7-3 0,7 1-5 0,-6-4-2 16,-1 5 7-16,4-7-6 0,-1 2 2 0,-2 0-4 0,1-3-10 15,0-1-11-15,-2-1-8 0,0 0-5 0,-3-5-7 0,0 3-1 16,-2-3-3-16,2 0 6 0,-7-2 10 0,1 0 12 0,-2-2 7 16,0-1 11-16,-2 3 4 0,-2 0 14 15,-4 1 16-15,3 0 3 0,-3 2 12 0,2 1 11 0,-3 1 6 0,2 2 19 0,1 0 6 16,-1 1 6-16,6 0-10 0,-5 0-2 16,3 3-15-16,3-1-6 0,0 2-4 0,-4-1-29 15,4 2-5-15,0 1-19 0,4-1-2 0,-4 3-10 0,1 0 7 16,5 1 0-16,-3 3-8 0,5 0 8 0,0 5-4 15,5 0-1-15,0 3 3 0,-1-2-38 0,2 1-23 0,2 0-54 0,-2-4-31 0,2 1-60 0,-5-3-48 0,4 2-58 16,-3-2-53 0,-1-4-24-16,2 1-41 0</inkml:trace>
  <inkml:trace contextRef="#ctx0" brushRef="#br0" timeOffset="277375.4236">20132 18485 1972 0,'0'0'17'0,"0"-1"10"0,0 1 9 0,4-6 7 16,-3 6 7-16,-1-1 1 0,0 0 4 15,0 1 1-15,3 0-11 0,0 2-11 0,4-2-5 0,1 4-10 0,-2-1-5 0,2 2-1 0,1 0-6 16,-1 2 4 0,0 3-5-16,0-3 1 0,-3 3-4 0,-4 2 3 0,2-1 3 15,-3 2-3-15,0-1 2 0,-4 1-4 0,-1 1-2 0,-3-2 1 0,2-1 1 0,-4-3 6 0,4 2 8 0,-3-3 17 16,-6 2 13-1,4-5 20-15,0 3 19 0,2-1 11 0,-5 1 4 0,1-6 22 0,-3 6 1 0,5-7-4 0,0 1-8 0,-2-2-4 32,0 0 1-32,3-5 5 0,3 1 5 0,-1 2-14 0,3-3-7 15,1 1-3-15,0-2 0 0,3 2-12 0,1-3-16 0,1 1-9 16,3-2-4-16,-3-2-4 0,2 2 8 0,4 0-4 16,-1-1 9-16,5 0 2 0,-1 1-4 0,-1 3-5 0,4-1-3 0,0 6-9 15,-4-5-15-15,3 6 1 0,-2-2-9 0,1 2-4 0,0 1 2 16,-1 0 4-16,4-1-8 0,-1 4-3 0,1-1 3 0,-2 4-3 15,5-1-4-15,-4 2-2 0,4 1-5 16,-4 0-9-16,0 3-8 0,1 0-16 0,-1 0-30 0,1 0-49 0,1 5-34 0,0-4-64 16,-7 4-51-16,8-1-74 0,-3 1-59 15,-4-4-55-15,-4-1-42 0,6 3-38 0</inkml:trace>
  <inkml:trace contextRef="#ctx0" brushRef="#br0" timeOffset="277792.0139">20518 18323 1769 0,'-2'-29'46'0,"1"3"33"0,-3-1 30 32,8-2 28-32,-6 7 15 0,0 4 29 0,1-1 15 0,-2 6 5 15,0 2-47-15,0 6-28 0,1 0-31 0,2 4-28 0,-1 1-14 16,1 0-24-16,1 2-15 0,1 5 10 0,4 1 11 0,0 4 6 16,1 2 4-16,2 6-1 0,0 3-4 0,3 3 0 0,-1 3-2 15,0 2-11-15,-2 2-7 0,1-1-12 0,1 1 0 0,-5-1 2 16,4-3 3-16,-4 3 0 0,3-3-5 0,-1-1-1 0,0-3-4 15,1-1 5-15,-2-5-3 0,-1 2-3 0,1-3-5 16,-1-8-2-16,0 2 8 0,-1-7-3 0,0 0-2 0,-2-4-1 0,0 2-2 0,2-3 5 16,-3 0 2-1,-1 0 1-15,-1 0 0 0,2-1 1 0,-4 1-4 0,2-3 1 0,-1-2 4 0,-1 2-6 0,-1-3-3 16,-4-2-4 0,2-2 3-16,-3 0 3 0,-1-5 9 0,0 5-4 0,-3-3 6 15,-2 1 14-15,2 0 20 0,-6 2 14 0,2 0-1 0,-2 5 12 0,0-2 8 0,-3 5 11 0,4-1-7 0,0 3 2 16,0 2-19-16,-1 1-11 0,5 0-4 0,1 1-18 0,1 4-15 31,1-1-8-31,4 0 2 0,3 3-15 0,3 0 1 0,0 2 2 16,1 0-4-16,6 1-9 0,-1 0-18 0,5 2-14 15,3-1-31-15,1-2-27 0,0 0-25 0,7-4-33 0,-2 1-27 16,3-4-25-16,2 0-13 0,1-3-41 0,0-4-22 0,-3 0-30 0,4-6-26 16,0-1-8-16,3-3 15 0,1 0 21 0</inkml:trace>
  <inkml:trace contextRef="#ctx0" brushRef="#br0" timeOffset="278279.0078">20921 18493 1309 0,'-1'2'33'0,"1"-2"19"16,0-3 14-16,0 4 20 0,-2-1 11 0,0 0 3 0,1 2 4 16,-1 1 30-16,2 0-8 0,0 2 2 0,3 5-4 0,1 5-15 0,-3 1-8 15,4 2 1-15,-2 4 2 16,1 1-29-16,1 2-17 0,-1 0-12 0,-1-4-6 0,3 1-4 0,-3 1-4 15,1-5 1-15,0-2-10 16,-1-3 2-16,0-1-8 0,1 0-13 0,-4-4 4 0,0-3 11 16,0 0 12-16,0-5 18 0,-4 4 18 0,4-8 12 0,-1 4 11 0,-1-3 9 0,0 1-2 0,1-3-4 0,-2-2-10 0,2-1-17 15,1-1-10 1,-4-4-6-16,3-3-5 0,-2 0-3 0,3-5-3 0,0 3-2 0,1-5 9 0,1 1 0 0,3 3 2 16,0 0-9-1,4-1-13-15,-1 3-1 0,0 0 3 0,2 2-6 0,3 1-8 0,1 2-9 0,-1 3-9 0,0 1 1 0,2 4-1 31,0-2 6-31,0 2-7 0,-2 4 0 0,3 2 1 0,-3-2 4 16,-3 3 2-16,2 2 1 0,-3-1 3 0,4 4-5 0,-5-1 4 16,-2 3-3-16,3 1 0 0,-4 3 0 0,3 1 3 0,-3 0-2 0,1 2 4 15,-4 4-10-15,4-1-24 0,-3 0-21 0,0 0-46 16,2-2-41-16,0-1-44 0,2 4-73 0,0-8-54 0,-4-3-72 0,4 0-40 16,-4-1-50-16</inkml:trace>
  <inkml:trace contextRef="#ctx0" brushRef="#br0" timeOffset="278646.1802">21390 18672 1647 0,'7'-9'29'0,"-1"-3"27"0,2 1 10 0,3 3 18 0,-8-5 22 0,5 5 9 16,-3-4 9-1,1 3 9-15,0-1-28 0,2 0-24 0,2 3-7 0,-3 1-16 16,3 0-25-16,1 2-9 0,-1 1-9 0,2 0-6 0,1 3-6 0,-2-2-9 0,-1 4 6 0,-2-2-9 0,2 3 4 16,-3 1-7-16,-1 1 0 0,-2 2-6 0,0 0 1 0,1 2 10 31,-5 0-11-31,3 0 10 0,-6 1-4 0,3-1 11 0,-3 0 4 15,0 0 1-15,0-2 4 0,-6 0 5 0,3 0 17 0,-3-2 10 16,3 2 26-16,-6-2 12 0,2 0 9 0,-2-2 29 0,3 1 8 16,-4-1 6-16,4-1-6 0,-4-2 4 0,2 0 1 0,1 0-6 15,2-5-10-15,-1 5-22 0,4-7 1 0,1 2-8 16,-3-1-12-16,6-2-11 0,-3-2-18 0,3 3-10 16,-1-3-2-16,2 2-6 0,2 1-2 0,1-2-13 0,-1 2 7 15,2-2-10-15,1 1-3 0,3 1-1 0,0 1-3 0,1-1 0 0,-1 6-2 0,1-2-1 16,1 0-6-16,3 3 7 0,-5 3-3 0,6 0-3 0,-3 1-15 15,3 3-16-15,1 0-29 0,0 4-23 0,1 0-14 0,-2 3-44 16,6-4-36-16,-2 2-25 0,1 1-32 0,-1 3-22 0,1-6-29 16,-5 2-27-16,6 0-17 0,2 0 34 0,-1 4 29 0,5-3 12 15,4-3-1 1</inkml:trace>
  <inkml:trace contextRef="#ctx0" brushRef="#br0" timeOffset="278863.8079">22018 18183 1825 0,'-9'-43'45'0,"-1"1"33"0,2-4 19 16,-1 13 31-16,1 1 26 0,-8 5 35 0,6 6 29 16,2 3 29-16,-1 4-40 0,3 6-29 15,-1 2-17-15,4 3-35 0,0 3-26 0,5 0-35 0,-1 2-35 0,-1 5-23 0,7 1 3 16,-6 9 6-16,4 2-1 0,3 8 14 0,1 6-8 0,-4 4 4 16,3 8 7-16,1 2-6 0,-1 2-4 15,-1 1-10-15,1 1-2 0,-1-1-9 0,0-1 9 16,1 1 0-16,0-3-5 0,1 2-1 0,-1-3-1 0,-2-5-1 0,2 1-32 0,2-5-33 0,-2 0-44 15,0-6-62 1,-2-2-46-16,2-4-80 0,-7-4-66 0,4-2-68 0,1-3-4 0</inkml:trace>
  <inkml:trace contextRef="#ctx0" brushRef="#br0" timeOffset="279147.5497">21865 18538 2770 0,'-16'-7'43'0,"0"3"28"0,2 0 9 0,5-4 28 0,-4 7 16 15,1 0 6-15,3 0 13 0,6-2 13 0,-2 0-52 0,9 2-24 16,-3-2-12-16,10 2-27 0,2-2-15 0,5-2-6 0,0 0-17 16,11 2-18-16,1-1 2 0,5 0-11 15,2-1-4-15,3 2-5 0,-4 0-10 0,1 3 4 0,3 0-4 0,-5 0 11 0,3 0 7 16,-3 3 10-16,-2 0-1 0,1-2 5 0,-4 4 5 16,-7-1-22-16,-1-1-2 0,-7 2-4 0,-5 0-1 0,-2 1-3 15,-3-1 4-15,-5 2 2 16,2-1 3-16,-2 2 20 0,0-1 7 0,-2 2 2 0,2-1-1 15,-1 1 2-15,1-2 4 0,-2 2-3 0,0-3-1 0,1 2-2 0,1 1-1 0,0-4 0 0,1 0 2 16,1 2 2-16,1-1-7 0,1-1-9 0,4 0-22 0,-3-2-37 31,4 2-33-31,-3 0-45 0,2 2-13 0,1-3-42 0,-2 4-4 16,-3-7-25-16,1 8-5 0,-2-3 15 0,1-1-7 0,2-4 9 16,-3-1-12-16</inkml:trace>
  <inkml:trace contextRef="#ctx0" brushRef="#br0" timeOffset="279314.641">22339 18161 2518 0,'-7'-12'37'0,"3"0"38"0,-6 2 26 16,7-2 6-16,-2 2 28 0,-3-1 9 0,4 2 5 16,-1-2 2-16,4 4-44 0,-3 0-39 0,4-2-30 0,4 1-38 15,-1 0-47-15,1 1-56 0,6 1-46 0,-4 0-64 0,4 1-60 16,-3 0-83-16,6 4-62 0</inkml:trace>
  <inkml:trace contextRef="#ctx0" brushRef="#br0" timeOffset="279667.7854">22832 18365 1042 0,'0'-5'14'0,"0"2"7"16,5-2 7-16,0 1 7 0,-3-1 2 0,2 2 9 15,-3 0 17-15,6 0 3 0,-2-1-5 0,-2 0-7 0,0 1-2 16,4-1-3-16,-2 1 15 0,-1 0 12 0,0-1-4 16,-4 1 13-16,4 2 22 0,-4-2 14 0,1 0 25 0,1 2 22 15,-5 0 7-15,3 1-11 0,-4 0 17 0,3 1 0 0,-1 0-20 0,-3 2 2 0,4-2-18 0,-5 1-6 16,1-1-13-16,-1-1 4 0,-1 0-20 0,1 3 2 0,-7 1 4 15,4-1-11-15,-3 4-3 0,-2 5-9 0,3-2 1 0,1 7-8 32,-2 2-9-32,4-2-15 0,-1 8-15 0,4-4-5 0,2 1-9 15,3 2-15-15,3 0-13 0,5-3-3 0,1 0-2 0,8-1-4 16,0-4-10-16,5 1-22 0,0-4-24 0,7-2-25 16,1-1-38-16,-4-1-38 0,4-4-44 0,-3-1-30 0,3-8-45 0,0 3-44 15,-4-3-34-15,-5 1-39 0,2-6-58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1612.54919" units="1/cm"/>
          <inkml:channelProperty channel="F" name="resolution" value="1023.875" units="1/in"/>
          <inkml:channelProperty channel="T" name="resolution" value="1" units="1/dev"/>
        </inkml:channelProperties>
      </inkml:inkSource>
      <inkml:timestamp xml:id="ts0" timeString="2024-12-09T05:37:51.6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23692 17669 578 0,'0'-4'12'0,"0"4"6"0,0-2 1 0,0 2 4 0,0 2 8 0,0-2 3 0,0 0 6 16,0 0 0-16,-1 0-13 0,1 0-5 0,0 0 5 0,0 0-4 0,0 0 3 15,0 0 1-15,0 0 0 0,0 0 14 0,0 0 8 16,0 0 10-1,-2 0 1-15,2 0 21 0,-2 0 7 0,2-2 1 0,2 4 1 0,-2-2 11 0,0 0 2 16,0 0-4-16,2 0-10 16,-2 0-12-16,0 0-13 0,-2 2-1 0,2 0-9 0,0-2-27 15,-2 1 7-15,2 2 10 0,-3 1 10 0,3-4-4 0,0 0 0 0,0 0 11 0,0 0 12 16,0 0 12-16,0 0-4 0,0 0-8 0,0 0 13 0,-57 175 1 16,46-141 1-16,-2 4-7 0,-1 3-13 0,1 3 3 0,-5 1-4 15,0 2 5-15,-1 1-13 0,0 1-1 0,-2 0-1 0,3-2-9 0,-3-1 4 16,4-5-8-16,-4 2-5 0,3-4-11 15,1-1-7-15,0-5-2 16,3-2-5-16,0-6 5 0,3 3-1 0,-1-11-6 16,12-17 5-16,0 0-50 15,0 0-2-15,0 0-34 0,-31 58-20 0,31-58-35 16,0 0-44-16,0 0-37 0,0 0-52 0,0 0-43 0,0 0-52 16,0 0-32-16</inkml:trace>
  <inkml:trace contextRef="#ctx0" brushRef="#br0" timeOffset="844.1176">24109 18209 844 0,'-1'0'11'0,"-1"-2"22"16,-3 4 9-16,0 0 17 0,2-2 11 0,-2-2 29 0,0 2 14 16,0 0 13-16,1-2 13 15,0 0-9-15,0-1 3 0,1-1-10 0,3-1-1 16,-1-3-24-16,-1 1-4 0,2-2-10 0,0 1-23 0,-2-2-1 0,4-1-11 0,-2-2-5 0,3 1-1 16,0 0 4-16,2 0-12 0,2-2-6 0,-1 2 2 0,6-1-9 15,1 1-1-15,1 0-2 0,-1 3-7 0,3 0-12 0,-2 1 8 16,3 2-5-16,1 0-3 0,-1 6 2 0,3 0-1 15,-3 0-2-15,-2 4-1 0,1 5 2 0,1-2-3 16,-2 5 8-16,-1-1 1 0,-5 5-3 0,0 2-3 0,-5 1 3 16,1 3-5-1,-5 2 4-15,-5 0 0 0,1 1 2 0,-8 1-2 0,2 0 0 0,-3-2 8 0,-3 1 8 16,-2-2 25-16,1-2 19 0,1 1 6 0,1-5 21 0,0-1 15 16,1 0 15-16,1-3 0 0,4-3 4 0,0-3-12 0,2 1-17 15,4-4 1-15,0-2-16 0,0-2-13 0,1 0-7 16,2-1-8-16,3 0-14 0,0 0-10 0,-1 0-1 0,3-1-10 15,4-1-7-15,4 3-2 0,1-1-12 16,3 0-11-16,4-2-35 0,1 3-19 0,4-3-50 16,-1-1-46-16,-2-1-47 0,4 2-53 0,-4 1-66 0,-5-1-56 0,6-2-47 0</inkml:trace>
  <inkml:trace contextRef="#ctx0" brushRef="#br0" timeOffset="1242.3766">24575 18155 2132 0,'2'-6'15'0,"-1"1"12"0,1-3 3 0,3 1 6 0,-5 4 1 0,2 1 7 15,-2 0 2-15,3 2 10 0,2 0-18 0,4 1-7 16,-1 2-6-16,1 0-8 0,5 3 7 0,-1-1-13 0,4 4 4 16,-1 3-13-16,-3 2 4 0,4 1-5 0,-7 4 4 15,1-1 7-15,-1 3-11 16,-4-4 7-16,-3 5-8 0,0-4 9 0,0 0 7 0,-6-4 10 15,0 1 1-15,2-2 2 0,-3-1 12 0,0-3 6 0,0-4 19 0,1 2-2 0,-2 0 4 16,-1-3-2-16,6-3 9 0,-6-1 7 0,4 0-4 0,-3 0-2 0,5-1-20 16,-3-5-7-16,2 0-19 0,-3-3-3 0,3-5-11 15,2 3-19-15,-1-7 1 0,2 3-11 0,1-4 7 0,0 2 0 16,2-3 4-16,0 3-3 0,4 1 2 0,-2-1 6 16,-1 2-6-16,2 3 6 15,0-1-3-15,1 2 0 0,-2 2 2 0,-1 1 1 16,5 1 2-16,-3 2-7 0,0 3 2 0,-2-3 5 0,4 5 3 0,-6 0 6 0,3 3 1 15,-2-1 1-15,4 0-3 0,-4 5 11 0,1-2 6 16,0 5-11-16,4 0-1 0,-2 1-3 0,0 3-2 0,0 0 0 16,-2 1-5-16,3 2 0 0,-1-2-11 0,-1 0-31 0,-1 2-36 15,6-2-53-15,-5-1-72 0,3 1-63 0,-5-1-90 16,3-1-89-16</inkml:trace>
  <inkml:trace contextRef="#ctx0" brushRef="#br0" timeOffset="1675.9274">25263 17798 3263 0,'-1'-1'8'0,"-1"-1"0"0,-3 2-2 16,10 0-1-16,-7-1 9 0,-2 2-1 0,4 2 1 0,0 1 2 0,0 2 1 0,0 1 2 15,3 5 10-15,0 5 1 0,0 3-7 0,4 2 0 16,-1 6 0-16,-2 1-4 0,3 1-10 0,-1 1 3 0,1-2-6 15,0 3-6-15,1-3 0 0,-1 1 2 0,-2-2-2 16,4 0 3-16,-5-1 2 16,3-3-3-16,-2 2-6 0,0-3 12 0,-1-2-6 0,2-3-4 15,-1-5 9-15,0-1-2 0,-2-4-5 0,0 0 6 0,-3-3-1 0,4-4-3 0,-3-1 4 16,1 0 2-16,-1-1-6 0,-1-2 3 0,3-2 1 16,-3-4-7-16,2-1 4 0,-2-1 0 0,-2-3-1 0,-1-1 2 15,0-1 6-15,-2-3-9 0,0 4 8 0,-1-2-3 0,-2 1 2 16,-4 2-1-16,-3 0 2 0,1 3 0 0,-2 0 0 0,-3 2 13 15,1 0-6-15,-5 2 9 0,-2 4 6 0,0 3 5 16,-4 0-1-16,-1 3 6 0,0 4 2 0,0 1 0 16,-1 3 7-16,-1 3-3 0,4 0-7 15,2-1-1-15,5 4-2 0,4-1-7 0,4-1-3 0,6 0-13 16,4 2-6-16,4-2-3 0,4 2-1 0,6-1-2 0,0 0-1 0,5-2-1 0,5-2-6 16,2-1 6-16,9-4-22 0,3 0-24 0,4-6-19 0,4-6-40 15,4-2-40-15,2-3-45 0,2-6-57 0,-4-1-67 16,0-3-47-16,1 0-20 0,1-4 6 0,1 0 24 0,1 3-20 15</inkml:trace>
  <inkml:trace contextRef="#ctx0" brushRef="#br0" timeOffset="2280.913">26346 17803 1548 0,'-3'-8'33'0,"-2"1"35"0,0 0 29 0,5-1 22 0,-3 2 22 0,2 3 19 15,-3 1 16-15,1 0 10 0,0 2-20 0,1 2-38 16,1-2-27-16,1 0-26 0,0 2-23 0,0 0-17 0,1 1-14 16,1 2 6-16,1 5 3 0,0 3-2 0,1 5 8 0,-1-1 4 15,3 10 9-15,-5 0 14 0,6 2 14 0,-4 3-17 16,0-2-10-16,4 2 7 15,-6-1-12-15,4-2 2 0,-1 0-7 0,0-1-14 0,0-2-14 0,1-3-2 0,2-1-4 16,0-2-8-16,0-1 4 0,-1-4-2 0,1-4-2 0,-3 0-4 16,2-7 3-16,1 4 1 0,-6-6-3 0,2 1 8 15,-1-3 1-15,-2 0 6 0,0-3-6 0,-2 3 1 0,1-5 4 16,-1 0-3-16,-3-2-3 0,2-1 1 0,-3-3 1 16,-2 0-9-16,-1-2 4 0,-4-2 0 15,0 1-1-15,-2 1 2 0,-1 1 6 0,-1 0 11 0,-1 4 10 16,-1-1 11-16,-3 2 14 0,4 5 9 0,-2-1-7 0,2 1 4 0,1 4 0 0,-1-2-16 15,0 5-11-15,1 0-11 0,4 2-9 0,-4 0-11 16,5 3 2-16,3 0-1 0,0 1 2 0,4 3-4 0,2-3-2 16,3 4 2-16,3-1-2 0,3 0 2 0,7 0-2 15,-1-1-6-15,6-1-16 0,2 0-8 0,7-3-25 0,2-1-6 16,4-4-27-16,0-3-31 16,6-2-31-16,-1-3-28 0,0-3-21 0,-1-3-34 0,-3 2-18 15,-1-3-27-15,-3 1-25 0,-1-2-15 0,-7 0-23 0,2 3-11 0</inkml:trace>
  <inkml:trace contextRef="#ctx0" brushRef="#br0" timeOffset="2580.2653">26678 18147 679 0,'-2'2'11'0,"0"-2"14"0,2 0 12 0,-3-2 10 15,3 2 9-15,-4 0 18 0,4 2 15 0,-2 0-1 0,4-1-10 16,-2 0-9-16,4 1-16 0,-4-2-1 0,3 1-10 16,2-1-18-16,0 0-9 0,0 0 10 0,3 0 6 0,-1 0-3 15,3 0 14-15,0-1-4 0,1 1 18 0,0-2 7 0,-2 1 10 16,1 0-3-16,-2-1-3 0,-2 2 6 0,0-5 0 15,-1 5 13-15,-2-2-4 0,0 0-7 0,-1-1 6 0,-1 3 5 16,-1-1 2-16,0-3-2 16,-1 4-5-16,-1-3-11 0,-1 0-7 0,-5-1 22 0,4 0-5 0,-4 1 0 0,-2-3 9 15,-2 2 14-15,2 2 5 16,-6-1 7-16,2 1 8 0,-5 4-9 0,3-1-4 0,-3 1-5 0,2 4-9 0,-4 0-22 16,-1 1-12-16,5 3-10 0,-4 0-13 0,6 0-14 0,2 2-13 15,1-1-7-15,2 4-5 0,3-3 0 0,6 1 2 16,1 3-9-16,5-3-1 0,1 3-30 0,5 0-33 0,-2-2-40 15,10-1-42-15,-3-5-34 0,6 0-53 0,3-1-38 16,1-2-59-16,-2-1-24 0,3-5-27 16,3-3-10-16</inkml:trace>
  <inkml:trace contextRef="#ctx0" brushRef="#br0" timeOffset="3025.4332">26958 18166 1384 0,'3'-10'34'0,"0"5"25"0,0-2 29 15,-3 5 8-15,0-4 24 0,-1 5 17 0,-3-2 6 16,3 0 4-16,-1 3-37 0,2-2-27 0,0 2-25 0,2 0-11 15,1 0-26-15,0 0-23 16,0 2 1-16,2-1-8 0,0 1 4 0,-1 2 1 0,4 0-10 16,2 0 4-16,-6 1-2 0,1 2-3 0,2 2-7 0,-3-1 7 0,1 0-8 0,-5 1 4 15,0 3-2-15,0-2-4 0,-1 0 12 0,-3-1 5 16,0 1 2-16,-4-3-3 0,0 1 6 0,-2-1 2 0,2 0 3 16,-6-1 9-16,5-5-10 0,-2 2 6 0,-3-1 9 15,2-2 15-15,1-2 8 0,-1-1 8 0,0 0 17 0,2-2 5 16,2-1 10-16,0-1 4 15,1-1-5-15,2 1-9 0,0-3-7 0,1 1-4 0,3-1-18 16,1-1-7-16,1 0-7 0,3-1-14 0,-1 0 4 0,3 1-4 0,2 0-5 0,-2 2-10 16,2-2 6-16,1 2-3 0,1 4-8 0,1 0 11 0,0 1-9 15,0 1-4-15,-1 3 1 0,1 2 0 0,-2 1 1 16,2 3 0-16,2 0 5 0,-2 6-1 0,1 1 1 16,0 3 3-16,1 0 0 0,0 2 6 15,0 3-5-15,1 1-1 0,1 0 4 0,-1 0-1 0,0 3-6 0,0 0-8 0,-3 0 12 16,-1 3-1-16,2-2 2 0,-4 0 7 15,-3 3-9-15,-2-5-3 0,1 6 6 0,-6-4 14 16,-1 1-1-16,-4-1 4 0,1 2 5 0,-5-5 15 0,2 1 28 16,-6-2 15-16,0-3-4 0,2-2-5 0,-1 0 0 0,-2-8-9 15,0 3 13-15,3-4-11 0,3-3-15 0,-2 1-14 16,4-5 0-16,2-1 0 0,-2 0-11 0,7-1-12 0,-4-5-34 0,3 0-38 16,1-5-42-16,1-1-45 0,0-7-43 0,0-3-61 15,0-5-41-15,3-2-56 0,3-3-52 0,2-6-35 0</inkml:trace>
  <inkml:trace contextRef="#ctx0" brushRef="#br0" timeOffset="3391.1484">27196 18081 1244 0,'3'0'13'0,"1"-1"11"16,-3 2 17-16,1 1 22 0,-2 1 38 16,0 5 20-16,0 1 26 0,1 3 12 0,1 0-10 15,-2 3-9-15,3 1-13 0,2 4-12 0,-5 1-30 0,3-1-16 0,-3 5-16 0,1-1-17 16,1-2 6-16,0 1 8 0,-4-1 0 0,0 0-8 15,1-5-2-15,1 0 5 0,-3-3-9 0,-2-4 23 0,4 2-3 16,-3-7 20-16,4 1 17 0,0-4 6 0,0-1 19 0,-1-2 0 16,-1 0 2-16,1-6-18 0,-3-1-4 0,3-1-32 0,-2-4-18 15,-2-3-2-15,2-1-22 0,3-4-8 0,0 1-4 0,0-2-3 16,0 1 2-16,4-1 1 16,1 0 0-16,2 0-7 0,-1 4-5 0,5-3 0 0,-5 2-4 0,7 2 4 0,-1 0-8 15,0 5 3-15,-3 0-3 0,5 2-6 0,-1 0-1 16,3 3-7-16,-5 2 12 0,3 3-6 0,-3-2 2 0,0 1-1 15,2 3-2-15,-4 3 7 0,-1-3 0 0,2 4 5 0,-4 1-5 16,0 0 9-16,-2 1 1 0,0 3-2 16,2 0 5-16,-2 3-1 0,-1 2 10 15,-3 1-6-15,1-1-4 0,-1 3 0 0,-1-2-1 16,1 2-16-16,0-1-18 0,-3-3-24 0,3-1-42 0,0 0-46 16,3-3-35-16,-3-1-57 0,1-1-64 0,-2 0-45 0,1-1-37 0,3-2-27 0</inkml:trace>
  <inkml:trace contextRef="#ctx0" brushRef="#br0" timeOffset="3677.5238">27520 18241 1021 0,'8'-7'22'0,"-5"4"3"0,1-2 11 15,0 1 4-15,1-1 11 0,-3 0 15 0,5 2 13 0,0-1-5 0,-1 0-16 0,1-2 4 16,7 1-15-16,-6-1-5 0,1 0-8 0,4 1-16 0,-4 1-12 16,1-1 4-16,1 0-5 0,-2 1-5 0,-1 0 7 15,1-3 1-15,-2 3 3 0,-1-1 19 0,1-1 21 0,-1 1 8 16,-2 0 24-16,1-1 25 0,-5 1 24 0,2 0 22 0,-2 0 18 15,-3 1 6-15,-5 1 9 0,-2-2 21 0,2 4-13 16,-3-3 0-16,0 3-1 0,2-3-1 16,-5 2-19-16,3-1-13 0,-1 1-24 0,2 2-29 0,-3 0-11 0,-1 0-27 15,-1 3-25-15,4-1-22 0,0 4-2 0,2-1-17 0,1 0-1 16,2 3-3-16,3 1 0 0,-1-1 4 0,6 6-8 16,0 1 4-16,-1 0-10 0,5 4-13 0,2 0-32 0,0-1-32 0,6 1-30 15,-1 0-53-15,6-4-33 0,-2-3-53 0,9-1-46 16,-4 1-39-16,1-2-34 15,0-4-20-15,-1-2-42 0</inkml:trace>
  <inkml:trace contextRef="#ctx0" brushRef="#br0" timeOffset="4062.0168">27862 18205 1222 0,'0'2'16'0,"-4"-2"7"0,8 0 8 16,-8 4 8-16,4-3 11 0,-1 2 5 0,1-3 2 0,-2 2 7 15,4 0-12-15,3-2-10 0,-2 0-4 0,3 3-10 16,1-3-9-16,-1 1-9 0,2 0 4 0,1-1-4 0,-1 0-8 16,1 0 11-16,3-2-2 0,-4-1 9 0,2 1 17 15,0 0 18-15,-3-4 4 0,3 2 8 0,-2-2 23 0,0 1 4 16,-3 1 6-16,3-3 7 0,-7 0-2 0,2 0 7 0,-1 3 23 15,-2 0 3-15,-2-1 21 0,-1 2-1 0,2-1 16 16,-4-1 12-16,2 5-10 0,0-4-4 0,-3 4-18 0,-3-3-13 16,0 3-38-16,0-2-8 0,-6 3-20 0,0 0-26 15,-4 4-4-15,0 0-19 0,-2 3-12 16,2 1-1-16,-1 0 3 0,2 3-9 0,6 1-3 16,-2 1 1-16,2 0-4 0,8 0 5 0,-1 1-6 0,6 0-2 0,4 0-12 0,2 2-9 15,5-3-33-15,2 1-33 0,8-1-39 0,-1-2-43 0,9-4-69 16,-1-1-57-16,8-2-13 0,1-2 17 0,7-3 4 15,4-3-10-15,4-5-41 0,1-2-39 0</inkml:trace>
  <inkml:trace contextRef="#ctx0" brushRef="#br0" timeOffset="4422.7712">28545 17907 3064 0,'-16'-1'31'0,"0"-3"26"0,3 4 24 0,7-3 17 0,-7-4 26 15,5 3 27-15,2 2 10 0,3-1 3 0,3 1-25 0,3-1-28 16,3-2-26-16,7 2-11 16,4-1-28-16,7-1-28 0,0 0-7 0,7-2-6 0,7 2-2 15,0-2-1-15,0 1-7 0,2-1-36 0,-1 3-33 0,-2-3-27 16,-1 2-49-16,-3 0-55 0,-1 0-55 0,-3 2-70 0,-4-1-45 0,-3-1-41 0,-4 0-22 15</inkml:trace>
  <inkml:trace contextRef="#ctx0" brushRef="#br0" timeOffset="4609.1393">28842 17774 1460 0,'-7'3'38'0,"1"1"13"16,1-4 23-16,1 7 15 0,-1-4 5 0,0 1 28 0,4 3 26 0,1-1 30 15,0 4-23-15,0 3 19 0,-4 5-11 0,3 1-10 0,1 3 21 16,-2 5-6-16,4 1-19 0,-4 3-25 0,5 2 8 0,1-2-27 15,0 3 3-15,1 1 6 0,1-2-23 0,0-2-22 0,-4 1-14 16,1-1 1-16,-1-2-29 16,1 0-1-16,-1-4-16 0,-2 0-5 0,0-4-8 0,1-5 3 0,1 1-32 0,-2-2-40 15,5-5-55-15,-5-6-75 0,4 1-73 0,-2 0-65 0,1-2-92 16,2-4-84-16</inkml:trace>
  <inkml:trace contextRef="#ctx0" brushRef="#br0" timeOffset="4749.7268">29039 18326 3201 0,'-7'2'14'0,"-1"1"8"0,1-6 0 0,5 5 4 15,-2-5 9-15,-1 4-2 0,2-1 2 0,2 2-2 0,2-4-29 16,3 1-53-16,1-3-51 0,3 4-62 0,-3-1-100 16,2-2-76-16</inkml:trace>
  <inkml:trace contextRef="#ctx0" brushRef="#br0" timeOffset="5203.978">29317 17910 2388 0,'-4'-8'37'0,"-1"5"18"0,2-1 8 0,3-1 8 16,-5 5 5-16,0 2 6 0,1-1 2 0,2 1 2 0,0-2-34 16,-1 6-9-16,0 3 1 0,1 2-6 0,2 7-7 0,0 1 2 15,-2 5-6-15,-2 5-5 0,4 5-7 16,-1 0-2-16,2 0-8 0,1 0-10 0,2-1 5 15,-4-1-5-15,3-3 2 0,1 0 3 0,-1-2 5 0,-1-5 4 0,-1-1 7 0,-2-4 20 16,1-5 4-16,-4 0 24 0,1-5 30 0,0-4 30 0,1-3 17 16,2 0 8-16,-4-3 15 0,4-4-4 0,-3 3-1 15,3-8-32-15,-3-1-24 0,1-4-27 0,-1-2-15 0,-2-3-14 16,-2-2-24-16,4-2-8 0,-3-3-8 16,3-1 7-16,2 0-7 0,2-2 2 0,-1 0-7 15,2 1-4-15,-1-1-3 0,3 0-1 0,1 3 3 0,-1 1-1 0,2 3-1 0,-1 1-2 16,3 6 1-16,-1 0-3 0,2 5 1 0,-1 2-7 0,1 4 0 15,2-1-7-15,-1 4 3 0,-1 3-2 0,4 2-4 0,-1-1 3 16,2 4 2-16,3 1 4 0,-4 2-5 0,4 3 0 0,3-3 11 16,-3 5-6-16,-1 0 8 0,0 1-1 0,0 1-3 15,-2-2 7-15,-1 3 10 0,-4-1-2 0,0-2-4 0,-2 0 4 16,-2-2-6-16,-2-3 3 16,-2 1 8-16,-1-3-3 0,-1 1-1 0,1-3 8 0,-3 1 11 0,-1-2 0 0,-2-1 6 0,-2 3-1 15,-1-3 2-15,-6 4-9 0,0-2-1 0,-6 1 4 16,0 1-17-16,-4 0-9 0,0 0-22 0,-3 0-32 0,-1 1-48 15,2 0-34-15,1 0-53 0,-2 0-71 0,1 1-71 0,1 2-61 16,-4 2-78-16,3-2-54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1612.54919" units="1/cm"/>
          <inkml:channelProperty channel="F" name="resolution" value="1023.875" units="1/in"/>
          <inkml:channelProperty channel="T" name="resolution" value="1" units="1/dev"/>
        </inkml:channelProperties>
      </inkml:inkSource>
      <inkml:timestamp xml:id="ts0" timeString="2024-12-09T05:40:48.744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2174 3079 1233 0,'-1'-4'14'0,"-5"-2"16"0,7 1 9 0,-4 1 17 0,0-1 23 15,0 0 14-15,1 2 25 0,1-1 8 0,1 1-13 0,0 1-8 0,0 1-13 16,1 1-11-16,-1-2-12 0,0 4-16 0,2-2-30 0,-2 1 1 16,0-1 1-16,0 2-15 0,0 0 6 0,0-1-1 0,0 3-15 15,0-1-3-15,0 2 4 0,1 2 2 0,1 3-3 0,-2 2 6 16,3 7 1-16,-1 3 1 15,2 8 8-15,1 3 15 0,-2 3 12 0,-3 6-8 0,3-2-1 16,-3 6 0-16,2 0-2 0,-2-2-4 0,-2 2-2 0,2 0-19 16,0-5-8-16,0 1 1 0,0 0 1 0,0-5 2 0,2-1-3 0,-2-4 0 0,2-3-4 0,-1-2 5 15,1-6 2-15,1-2-15 0,0-4-43 0,2-6-40 0,-2 2-27 16,-2-6-51-16,-1 0-38 0,0-3-68 0,2-4-58 0</inkml:trace>
  <inkml:trace contextRef="#ctx0" brushRef="#br0" timeOffset="200.4985">2104 3082 1848 0,'-4'-2'26'0,"3"1"24"16,-1-1 9-16,7-1 16 0,-5 4 12 0,-2 0 1 0,2 0 0 15,5-2-1-15,1-3-24 0,4-1-18 16,3-2-6-16,5-1-15 0,6-2-8 0,4-2 0 0,4 0-4 15,1-1 2-15,5 0-1 0,0 1-8 0,1 3 2 0,-2 1-5 0,-1 0-13 0,-1-1-42 0,-5 4-43 16,0-2-41-16,-6 3-59 0,3 1-42 0,-8-3-89 0</inkml:trace>
  <inkml:trace contextRef="#ctx0" brushRef="#br0" timeOffset="387.085">2228 3416 2637 0,'-3'9'6'0,"0"0"0"16,0-4 21-16,9-5 15 0,-6-1 5 0,-3 5 14 0,3-4-1 15,0 0 1-15,3 0-1 0,-1 0-2 0,7 0-15 0,1-3-15 16,3 3-4-16,5-2-13 0,3-1 1 0,4-1 1 0,4-1-16 0,3-2-37 16,0-1-49-16,-2 3-73 0,-4 1-62 0,-3-1-94 15,3-2-80-15</inkml:trace>
  <inkml:trace contextRef="#ctx0" brushRef="#br0" timeOffset="635.5633">2614 3442 1927 0,'-2'3'21'0,"1"-1"16"15,-1-2 7-15,4 2 4 0,-4-2 12 0,-1 3 5 0,3-2 0 16,0 0-3-16,0 0-24 0,0 3-16 0,0 1 19 0,3 2 5 16,-3 6-10-16,2 3-5 0,-1 1-1 0,1 7 9 0,0 1 2 15,-1 4-3-15,1 0-22 0,-2 0-13 0,0 0 3 0,0 2 0 16,0-2-4-16,0 0 1 0,-2 0-3 0,2-2 3 0,-1 0-21 16,-1-1-43-16,0-4-52 0,1 0-67 0,-1-3-58 0,2-5-89 15</inkml:trace>
  <inkml:trace contextRef="#ctx0" brushRef="#br0" timeOffset="802.7496">2574 3254 2388 0,'-6'-8'17'0,"0"3"17"0,-2 1 11 0,3-4 21 15,0 6 14-15,-1-1 4 0,2 1 5 0,0 1-3 0,1-3-20 16,3 4-19-16,0-1-31 0,2-1-59 0,1 1-57 0,-1 2-73 15,-2-1-68-15,2 3-64 0,0-3-65 0</inkml:trace>
  <inkml:trace contextRef="#ctx0" brushRef="#br0" timeOffset="1220.8067">2679 3459 1116 0,'3'3'4'0,"-3"-2"1"16,6-5 4-16,-3 4 11 0,-1 0 20 0,1 3 9 16,2-1 7-16,0 1 2 0,0 3-1 0,4-3 6 0,-1 3 4 0,1 3-18 0,4 0-11 0,-5 3-9 0,-2 2-8 0,5-1 1 31,-2 4-7-31,1-2-2 0,-5 6-6 0,0-4 9 0,2 4 0 16,-5-5 3-16,3 1 1 0,-4 1 7 0,1-3 12 0,-2-2-3 15,3-1 2-15,-3-1-6 0,0-4-7 0,2 0 0 0,-2-3 18 16,0 0-5-16,0-3-8 0,0-1 24 0,1-1-2 0,1 1 17 15,-2-4 4-15,2 3-4 0,1-3-17 0,-3 1 0 0,3-4-4 16,3 0-18-16,-1-4-7 0,1-2-13 0,2-2-2 0,1 0-4 16,-2-4 1-16,4 2-4 0,-3-3 8 15,3 2 3-15,-3 0 11 0,2-1 11 0,-1 2-1 0,-3 0 19 0,2 1 22 0,-1-1 8 16,0 2 0-16,-4 1 5 16,5 6-4-16,-6-2-1 0,1 3 10 0,0 3-11 0,1 1-20 15,-3 0-9-15,1 3-7 0,0-2-16 0,-2 4-1 0,0 0-17 0,0-1-9 0,2 2-4 16,-2 1-6-16,3 3 8 0,-1-1 1 0,3 5 1 0,-2 1 3 0,3 3 6 15,1 4-6-15,2 0 2 0,-3 6 3 0,1-1-28 16,-1 2-24 0,0 1-24-16,-1-1-45 0,0-1-46 0,-2 0-45 0,-3 0-53 15,3-2-68-15,-1-1-32 0,-1-8-44 0</inkml:trace>
  <inkml:trace contextRef="#ctx0" brushRef="#br0" timeOffset="1656.3854">3401 2873 1983 0,'0'-2'17'0,"0"2"10"0,0-2 6 0,5 2 0 15,-7 2 3 1,1 1-4-16,-1-2 1 0,4 5 3 0,-1 1-17 0,1 5-10 15,1 5-4-15,0 0 7 0,3 8-8 0,-1 1 11 0,2 5-6 0,-1 3 2 0,2 3 1 0,-2-1-3 16,2 3-2-16,0-1 0 0,-2 0 1 0,2-1-6 0,-2 0-2 31,-1-2-1-31,0-3 3 0,0-2 3 0,1-1-3 0,-3-4-9 16,0-3 5-16,0-2 1 0,1-3 8 0,-3-1-6 0,1-6 2 16,1-1-6-16,0-3 5 0,-3-2 8 0,0-3-6 0,0 1 5 15,0-2 34-15,0-2 31 0,-3 2 18 0,0-1 32 0,3 1 9 16,-5-1-1-16,3-2 1 0,-4 3-4 0,-2-3-21 0,-1 1-7 15,2 1-5-15,-5-5-28 0,1 4-4 0,-4-1-11 0,1 0 11 16,1 3-4-16,-4 3-9 0,3-1-30 0,-2 1-18 0,3 5 1 16,-2 0-9-16,2 0 5 0,1 5 0 0,2-1-4 0,0 4-4 15,4-1 3-15,0 0 1 0,1 3 4 0,5 2 2 0,0 2 0 16,3-1-6 0,2-1 1-16,4 0-18 0,1 0-28 0,4-2-25 0,2-3-44 0,1-4-46 0,6-1-49 0,0-2-51 15,3-2-55-15,2-6-34 16,4-1-34-16</inkml:trace>
  <inkml:trace contextRef="#ctx0" brushRef="#br0" timeOffset="2174.066">4408 2943 1084 0,'0'0'37'0,"0"0"20"0,0 0 31 0,0 0 34 0,8-43 27 16,-8 43 28-16,0 0 25 15,0 0 16-15,0 0-29 0,0 0-29 0,0 0-28 0,0 0-40 16,3-19-32-16,-3 19-24 0,0 0-56 0,17 92 29 16,-4-22-10-16,-7-26 8 0,-1 3-7 0,2 4 0 15,-3 3 6 1,0 3-3-16,0 2-3 0,1-1-1 0,-4 2-26 15,1-2-43-15,-2 0-53 0,0-1-56 0,-2-4-60 0,-1-5-64 16</inkml:trace>
  <inkml:trace contextRef="#ctx0" brushRef="#br0" timeOffset="2675.6326">4297 3891 1158 0,'0'0'22'0,"0"0"18"0,0 0 10 0,-58-103 25 0,49 86 0 16,5 5 11-16,1-2 0 0,1 1-1 0,4-1-19 0,3 0-13 15,4-1-14-15,4 1-25 0,1-2 1 0,5-1-19 0,3 0 11 16,3-2-3-16,-2 1 1 0,5-3-6 0,1 0 1 16,-1-3 0-16,4 2 1 0,-1-2 8 0,-4-1-8 0,5-2-3 15,-1-1-4-15,-1 2 9 0,-4-6 4 0,-1 3 17 0,-2-3 10 16,-5 1 14-16,-1-2-8 0,-4-2 13 0,-2-1 4 0,-8-2 12 16,2 3 20-1,-3 1 1-15,-2 1 6 0,-4 4-1 0,1 2 13 0,-2 6-6 0,-2 6 4 0,2 5-6 0,-3 2-17 31,3 4-10-31,-1 1-24 0,0 3-16 0,1 3-13 0,0 1-1 16,2 3-13-16,1 3-6 0,-1 5-11 0,-2 7-6 0,1 4 7 16,-1 7 7-16,4 4-2 0,-1 5 7 0,0 2-2 0,2 3-6 15,0 0 9-15,2 3 0 0,1-5-6 0,2 1 4 0,2-1-1 16,-2-4 0-16,2-2-3 0,-1-1 5 0,-1-7-2 0,1-2-3 16,-3-6 4-16,2 0-7 0,-2-7 0 0,-1-3 7 15,1-3 31-15,-3-3 6 0,0-3 34 16,0 1 25-16,0-5 29 0,0 1 31 0,3-5 25 0,-3 2-4 0,2-2-21 0,1-7-11 15,3 3-34-15,-3-8-27 0,5 1-32 0,0-4-25 0,1-2-17 16,1 0-8-16,1 0-3 0,0 2 0 0,2 1-3 16,-2 4-3-16,1 1 8 0,-2 2-9 0,1 3 11 0,2 4-11 0,-5-2 0 15,1 4 3-15,0-2 1 0,-2 4-2 0,1 2-3 0,1 0 8 16,-1 1-17-16,-1 2 10 0,-1 6-5 0,0-3-4 31,2 5 2-31,-2 1 2 0,1 1-17 0,-4 2-33 0,0 2-15 16,-3 0-30-16,0 2-28 0,0 0-39 0,-3 0-47 0,0-4-33 15,0 4-51-15,-1-1-23 0,-2-3-34 0,3-3-13 16,1-2-16-16</inkml:trace>
  <inkml:trace contextRef="#ctx0" brushRef="#br0" timeOffset="2975.1407">5059 3667 751 0,'10'-6'14'0,"-2"0"20"0,2 1 14 0,-5 1 26 0,3-1 16 0,-4 2 15 15,4-2 25-15,-1 0 4 0,1 1-8 0,0 1-16 16,3-2 7-16,0-2-12 0,2 3-8 0,1-2-12 0,-1-1-27 15,4 0 0-15,-1-1-4 0,1 1-5 0,-1-3-25 0,1 3-9 16,-2-4-17-16,0 3 4 0,0-4 4 0,-3 3-3 16,-2-4 4-16,2 1 12 15,-4 0 13-15,0-2 11 0,-3-2 22 0,0 2 17 16,-1-1 13-16,-2 1 26 0,-2 0 12 0,-2 2 8 0,-2 2 24 0,-2-2 3 0,-1 7-8 0,-6-2-2 16,3 5-6-1,-2-1-29-15,0 3-16 0,-1 0-21 0,0 3-38 0,-1 1-14 16,1 3-11-16,1 4-16 0,-1 0-12 0,-1 4 5 15,5 4-5-15,-3 3 0 0,3 2 5 0,3 3 0 0,1 2 3 16,5 0-1-16,3 2 1 0,2-2-26 0,6-2-22 0,2-1-44 16,7-4-35-16,-2-3-44 0,7-3-46 15,-2-2-52-15,4-2-44 0,0-5-27 0,0-7-35 0,3 0-10 16</inkml:trace>
  <inkml:trace contextRef="#ctx0" brushRef="#br0" timeOffset="3663.9445">3591 3432 102 0,'2'2'58'0,"-2"-1"-23"16,1-1 6-16,1 0 11 0,-4 0 12 0,1 0 18 15,1 0 6-15,-2 0 13 0,2 2-47 0,-2-1 32 0,2-1-1 0,-3 1-7 0,3 2-10 0,-2 0 8 16,4-1 2-16,-4 4-4 0,2 0 2 0,-1 1 10 0,1 1-9 15,0 2-9-15,0 4 1 0,0-2-6 0,0 5-2 0,0-2-4 16,0 3-18-16,1 2-16 0,1 0 5 0,-2 1 4 16,2 3-3-16,-1-2-14 15,-1 4-11-15,2 1-3 0,0-2 6 0,-1 1-6 16,1-1-2-16,0 0 4 0,0 0 1 0,0-3-1 16,2 2-6-16,0-4 3 0,-3-1-1 0,3-2 4 0,-3-1 4 0,4 0-9 15,-2-4-2-15,-1 0-27 0,2 0-29 0,-2-7-45 16,-1-1-39-16,2 1-47 0,-1-5-47 0</inkml:trace>
  <inkml:trace contextRef="#ctx0" brushRef="#br0" timeOffset="4949.8968">6326 3299 865 0,'0'0'27'0,"0"0"11"0,0 0 27 0,0 0 15 16,0 0 19-16,0 0 34 16,0 0 15-16,-34 17 35 0,34-17-19 0,0 0 9 15,0 0-11-15,0 0 3 0,0 0-1 0,0 0-27 0,0 0-6 0,-36-17-17 0,-6-14 0 0,39 19-3 16,-1-2-18 0,4-1-14-16,-2-2-14 0,7 0-9 0,-2-1-9 0,3 0-15 0,-1 0-8 0,5 1-14 0,2-2-4 15,4 3-4 1,-2-2-5-16,4 6 4 0,2-2 1 0,-1 4 0 15,2 1-6-15,1 4-1 0,-2 0 7 0,1 5-8 16,-2 0 6-16,1 7-5 0,-2 1 0 0,-1 6 5 0,-4 5 0 16,1 3-1-16,-6 7 1 0,-3 5 3 0,-5 3 2 15,-3 5-2-15,-7 4-2 0,-4-1-4 0,-2 2-2 0,-4 2 4 0,-4-6-3 16,1 1 3-16,0-2-7 0,-1-2 3 0,1-1 8 16,3-5 5-16,2-2 11 0,0-3 1 15,6-3 0-15,0-5 6 0,3-2-2 0,6-3 7 0,0-4-7 0,4-2-6 0,1-1-8 16,9-1 3-16,-2-2 0 15,4 0 0-15,1-1-1 0,6-1-2 0,3-2 3 16,4 0-6-16,1-5 4 0,4-2-38 0,1-3-18 0,2 0-53 0,0-5-47 0,-1 0-62 0,-2 1-72 16,-5-5-55-16,0 0-81 0</inkml:trace>
  <inkml:trace contextRef="#ctx0" brushRef="#br0" timeOffset="5368.3282">6686 3459 1938 0,'0'-3'34'0,"-2"-1"15"0,2-3 26 0,2 0 20 15,-2-1 24-15,0 3 17 0,0 0 3 0,0-5 4 0,3 3-34 16,3 0-19-16,-1 2-18 0,4 1-25 0,-2-3-22 0,4 6-20 16,-2-1-2-16,4 4-5 0,-1-1-1 0,0 3 8 15,-1 4-8-15,0 1 6 0,-2 3-8 16,-1 2 10-16,-2 4-4 0,-3 1 2 0,1 2 0 0,-4 3-7 0,-2 1 1 0,-3-2-5 15,1 0 9-15,-1 1-2 0,0-4 2 0,0-1-2 16,-1-3-1-16,4-4 2 0,-1-2 2 0,-1-2 1 16,2-4 0-16,-1-1-1 15,5 0-2-15,-2-6 11 0,0 0 7 0,1 2 14 0,1-3-6 0,2-3 5 0,-1-3-4 0,1-1-2 16,2-3-3 0,1-4-6-16,3-1-4 0,-2-2-12 0,2-4 8 15,2 4-1-15,-2-1 1 0,3 2 4 0,-1 0 2 16,-1 2 2-16,3 1 0 0,-4 2 6 0,1 2-6 0,-2 1 6 15,1 1 2-15,-2 4-3 0,-3 1 0 0,0 4-5 0,-1-1-5 16,-1 3-1-16,-3 1-2 0,2 3-7 16,1 2-1-16,-3 1 7 0,3 0-2 0,0 5 3 0,2 0 2 0,-1 5-6 15,1 0 3-15,-1 4-1 0,-1-1-2 0,-2 2-28 0,-1 2-43 16,2 1-53-16,-2-1-64 16,-2-1-76-16,2 2-79 0,2-4-94 0</inkml:trace>
  <inkml:trace contextRef="#ctx0" brushRef="#br0" timeOffset="5795.8936">7294 2965 1960 0,'0'-9'36'0,"-3"3"10"15,3 0 25-15,0 0 17 0,-3 2 11 0,3 4 6 0,-3 0-3 16,4 0 5-16,-2 3-46 0,2 1-10 0,1 1-23 15,1 0-19-15,4 7-4 0,0 2-7 0,3 5 2 0,-1 3-2 16,-1 3 10-16,2 6 0 0,-4 3-2 0,-1 0 4 0,-2 5-13 16,0 2 8-16,0 0-5 0,0 2 0 0,-3 1-2 0,3-2 7 15,-3-2-2-15,0-1-3 16,0-5 5-16,0 0-4 0,0-6 2 0,0-6-1 0,2-2 4 0,0-4-12 0,-1-3 0 16,4-5 7-16,-2-4-1 15,-3 1-1-15,3-5 11 0,-3 0 19 0,2 0 36 0,-5-2 20 16,3-1-3-16,-2-4-3 0,-1-1 9 0,1-1 1 0,1-1-3 0,-2-4 7 0,-1 0-24 15,1-3-4 1,0 3 25-16,-1-1 9 0,-1 4 9 0,0 2 8 0,0 4-8 0,0 1-19 0,-1 1-14 0,-2 3-16 0,0 2-23 16,0 0-12-16,-2 4-18 0,0 0-9 0,2 2-2 0,0 0-4 15,0 5 1-15,4-1 2 0,0 3 5 0,3 2 1 32,2 1-4-32,3 0 1 0,0 2-2 0,5-1-1 15,1-4-14-15,5 2-21 0,2-2-18 0,0-6-41 0,5 0-19 16,2-2-56-16,3-4-52 0,0-2-53 0,-2-2-57 0,-3-2-50 15,5-5-58-15</inkml:trace>
  <inkml:trace contextRef="#ctx0" brushRef="#br0" timeOffset="6706.4281">8265 2803 1169 0,'0'0'-6'0,"0"3"4"16,-2-4-1-16,2 9 18 0,-1 0 8 0,-3 6 9 0,1 5-1 15,3 2-2-15,-3 6 9 0,1 5-2 0,-1 9 0 16,2 2-17-1,-4 2-7-15,2 8-7 0,0 2 3 0,1 3 5 0,-3 2-7 0,2 1-8 0,-5 2 7 0,3-3-1 0,-4-2-2 16,4-3-3-16,-1-3-4 0,3-9-5 0,1-4 7 31,1-7 6-31,2-5-6 0,2-6 1 0,-1-4-5 0,1-4 7 16,0-4 3-16,-1-5-5 0,1-1 10 0,6-3 5 0,-7-3 3 16,1 0 2-16,-1-5 9 0,-1 0-1 0,1-5 10 15,-2 0 7-15,0-3-11 0,-5-2 1 0,8-4-4 0,-1 3 0 16,1-1-2-16,-3 1 2 0,0 2-9 0,0-4 2 0,0 5 26 15,-3 0 7-15,3 1 6 0,-5 0 8 0,0 2 8 16,1 0 10-16,-2 1 13 0,-1 3 9 0,1 0-11 0,-1 1-4 16,-5 1 10-16,2 4 9 0,-2-2-6 0,-1 5-12 0,-1-3-13 15,-4 6-17 1,-3-1-10-16,1 5-8 0,-5 3-17 0,1 0-16 0,-4 6-1 16,3 4-10-16,1-1 3 0,2 5 2 0,1-2-7 15,7 4 7-15,0 0-11 0,4 0 6 0,5-2-6 16,4 1 10-16,2-2-6 0,3-1-2 0,4 0 5 0,3-5-11 0,6 0 14 0,5-2-10 0,2-5-22 0,6-3-34 15,5-5-45 1,1-7-36-16,2 1-53 0,2-6-47 0,-1-5-60 16,2-6-65-16</inkml:trace>
  <inkml:trace contextRef="#ctx0" brushRef="#br0" timeOffset="7008.2529">8465 3543 447 0,'2'5'0'0,"1"-4"8"0,0 0 20 0,4 2 13 0,-4-1 12 16,5-1 15-16,-2 1 9 15,4 0 12-15,0 1 9 0,3-3-3 0,-1 0-1 0,1 0-11 16,0 0-14-16,1-3-13 0,-1 1-3 0,1-3-9 16,-1 1 2-16,-2-2 7 0,2 4-5 0,-4-5 12 15,-1 3 9-15,1 1 21 0,-5-3 9 0,-1 2 10 0,-2-3 8 16,1 2-4-16,-4-2 5 0,-1 0-2 0,-2 0 9 0,-2-1-6 0,-1 3-11 0,-2 1 11 0,-2 0-18 31,-1 0-4-31,3 4-16 0,-4 0-5 0,-2 0-23 0,-1 5-8 16,3 1-9-16,-5 0-20 0,4 3-2 0,-2 2-4 0,0 3-6 15,4 2-4-15,2 0 8 0,0 2-9 0,3 4-1 16,3 1-1-16,1 0-4 0,0-1 6 0,9 2-3 0,0-5-44 16,1 1-46-16,1-3-49 0,7-1-62 0,0-3-73 15,5-5-75-15,1-1-69 0</inkml:trace>
  <inkml:trace contextRef="#ctx0" brushRef="#br0" timeOffset="7505.6801">8843 3492 1791 0,'0'-1'9'0,"0"-2"24"0,4-1 14 0,-3 4 7 16,-1 0 3-16,3 1 2 0,0-1-8 0,-3 0 0 16,3 0-8-16,-1 3-20 0,3-3-16 0,-2 0-12 0,2 0 0 15,1 3-6-15,0-1 11 0,1 3-5 0,-1-3-4 0,-1 3-5 31,-2 3-2-31,0-1 0 0,-3 2-5 0,-1 1 2 16,-2 1 0-16,-4 2 2 0,-1-1 4 0,-3 1 2 0,0 1 7 16,1-2 5-16,-4-2 2 0,3-1 7 0,0-4-6 0,0 3 9 15,-2-4 0-15,1-2 17 0,4-1 5 0,-2-1 22 0,-2-1 18 16,4-1 13-16,0-2 8 0,-2-1 5 0,3-1 11 16,0-1-14-16,1 0 6 0,-1-2-14 0,0-1-11 0,5 0-16 15,-1-2-1-15,3 2-10 0,0-2-11 16,2 2-5-16,1 0-14 0,3 0-11 0,-1 2-5 15,1 0-8-15,-1 1-9 0,3 2-3 0,1 3 0 16,-1 0 3-16,3 2-5 0,2 3 2 0,0 3 4 16,2 1 2-16,-2 2 7 0,4 4-2 0,2 3 4 0,-1 4 1 15,-1 2 1-15,2 3 2 0,0 4-12 0,-1 4 9 0,0 1-2 0,-2 2 2 0,0 2-9 0,-2 4 4 16,0-1 2-16,-4 4-2 0,1 0 6 0,-5 1-6 16,1-2-2-1,-4 2 8-15,-2-3-1 0,-5 0-4 0,0-1 2 0,-4-3 0 16,-1-3-1-16,-4-2 4 0,-4 0 5 0,4-6 14 15,-7-2 13-15,2-4 15 0,-2-2 31 0,1-3 18 16,1-2-1-16,1-3 28 0,1-5 8 0,2-4-20 0,1-3-1 0,-1-3-20 16,2-4-36-16,2-5-8 0,-1-5-10 0,2-4-50 15,2-6-34-15,0-5-12 0,3-2-45 0,4-6-20 0,2-4-49 16,5-4-61-16,3-4-26 0,1 2-34 16,3-2-30-16,2-1-52 0,3 0-22 0,0 2-25 15</inkml:trace>
  <inkml:trace contextRef="#ctx0" brushRef="#br0" timeOffset="7876.52">9072 3496 598 0,'5'-3'23'0,"0"2"22"0,-2 0 19 0,-3 1 21 0,2 0 18 16,-2 0 10-16,0 2 19 0,0-2 19 0,0 3-25 0,0-3-14 0,-2 2-17 0,4 0-24 0,-4-2-18 0,4 2-10 16,-4 1-20-16,4-1-15 0,0 4-1 0,-2-2-5 15,1 5-4 1,2-1 3-16,0 4 6 0,0-2 0 0,-1 2 0 15,-1 2-1-15,1 0 2 0,1-1 2 0,-3-1 1 0,2 2-2 16,-2-3-7-16,0 2 0 0,-2-5 15 0,4 1 14 0,-4-3 8 16,2 1 4-16,-1-4 22 0,1-2 25 0,0 2 17 15,0-3 32-15,-2-4 8 0,0 4 12 0,1 0-2 0,-1-3-3 16,-1 1-15-16,3-3-21 0,0-1-14 0,-3-3-25 16,3 1-28-16,1-6-27 0,1-1-10 0,1-3-7 0,-1 1-4 15,3-3-6-15,1 2 8 0,1 2-10 0,2 1-5 16,0 1 5-16,-1 1 0 0,3 2 0 0,-1 3 1 0,-1-1 0 15,2 2-4-15,0 2-1 16,-1 0 7-16,2 2-3 0,0 1 5 0,-3 2-3 16,2 2 0-16,-3 0 6 0,0 1-8 0,-2 4 2 0,2 0 2 0,-2 1 2 0,-1 5-1 0,-2-4 0 15,2 5-3-15,-5 3 1 0,2 1-6 0,-2 1-12 0,-2 1-34 16,2 1-32-16,-3-4-42 0,1 3-53 0,-2 1-65 0,0-4-57 31,-2-2-53-31,6-1-55 0</inkml:trace>
  <inkml:trace contextRef="#ctx0" brushRef="#br0" timeOffset="8195.9804">9436 3575 1148 0,'0'-1'22'0,"3"-2"10"0,0 0 3 0,-1 2 7 16,0 0 6-16,-1-2 4 0,4 3 0 0,-2-5 1 15,6 0-16-15,-1 0-11 16,2-2 0-16,4 0-11 0,-3 0-10 0,2 0 4 15,-2-3-5-15,0 5 4 0,3-5-4 0,-4 3 8 0,-4-1-3 16,3 1 15-16,-4 0 11 0,0 0 24 0,-2 0 23 0,-3-3 18 0,0 5 18 0,-2-2 21 0,-1 2 22 16,-2 2 16-1,2-2 17-15,-4 4-23 0,2 1-15 0,-3 0-13 0,1 0-25 0,-2 0-22 0,1 2-27 0,0 3-29 16,-1-1-29 0,-2 4-3-16,1 2-7 0,-1-1-7 0,0 4 6 15,0 4-8-15,0 1 5 0,3 4 9 0,0 0-1 16,3 0-3-16,0 2 2 0,5 1 1 0,0-4-10 0,5 1-28 15,0-3-35-15,5-2-50 0,0-3-39 0,3-1-57 0,0-2-58 16,4-6-63-16,2 1-46 0,-1-9-19 0</inkml:trace>
  <inkml:trace contextRef="#ctx0" brushRef="#br0" timeOffset="8546.1508">9782 3505 141 0,'2'0'6'16,"0"2"29"-16,1 0 6 0,1 1 10 0,1-3 13 16,-4 1 14-16,3-1 8 0,1 0 5 0,-1 1 0 0,1-2-22 15,4 1 6-15,-2 0 5 0,-1-1-3 0,4-2-6 0,1-1 4 16,-2-1-4-16,1 3-8 0,1-4-2 0,-2 2-3 15,-1-3 0-15,-2 0 11 0,1 0 0 0,-4 2-4 16,0-2 25-16,-3 1 16 0,0-1 0 0,-2 2 24 0,-1-2 5 0,0 4-5 16,-2 0 10-16,1-1 1 0,-1 2-24 0,-3 2-11 0,2 0 0 15,-4 5-19-15,2-1-17 0,-3 1-13 0,1 2-16 16,-3 3-7-16,0 0-4 0,0 4-6 0,0 1-2 0,3 2-18 16,0-2 4-16,2 3-8 0,2 0-5 0,2 1 5 15,3 1-1-15,2-2 9 0,4 0-11 0,2-3-22 0,2 1-33 16,4-3-25-16,3 0-39 0,-1-5-63 0,6-1-52 0,1-3-77 15,5-5-49-15</inkml:trace>
  <inkml:trace contextRef="#ctx0" brushRef="#br0" timeOffset="8914.4651">10378 2944 1960 0,'-8'2'41'16,"4"-2"26"-16,0 0 25 0,6-2 23 0,0 2 11 0,0 2 4 15,0-2 2-15,1 0-7 0,0 0-38 0,5 0-23 16,4-5-26-16,5-2-24 0,2 2-5 0,6-4-11 16,5 2 1-16,6-3 8 0,2 3-2 0,2-1-2 0,2 1 2 15,-2 4-5-15,1-2-8 0,-1 1 5 0,-4 1-46 16,0-1-44-16,-4 1-57 0,-5 0-60 0,-4-1-58 15,-3 1-49-15,-5-1-54 0</inkml:trace>
  <inkml:trace contextRef="#ctx0" brushRef="#br0" timeOffset="9099.7546">10762 2845 979 0,'-6'1'14'0,"1"0"18"16,2 3 14-16,-2-3 6 0,2 2 18 0,1 1 30 0,-1 6 10 0,1 2 7 0,-2-1-7 15,1 6-11-15,3 3 15 0,0 2-5 0,0 4-18 0,0 1-26 16,3 3 1-16,-3 3 8 0,4 3-5 0,-4-4-8 0,2 4-30 15,-2 0 2-15,-2 1 1 0,2-1-6 0,0 1-7 0,-4-2-16 32,1 0-5-32,1 1 6 0,-1-4-15 0,-2 1-47 15,2-4-50-15,-3-4-62 0,2-1-65 0,-1-6-66 0</inkml:trace>
  <inkml:trace contextRef="#ctx0" brushRef="#br0" timeOffset="9499.0316">10975 3355 1362 0,'5'0'9'0,"-3"-3"-2"0,1 0 7 0,3 1 5 0,-4-2 9 0,1 3 16 16,2 0 4-16,3-2 5 0,1 3-11 0,1-3 4 0,-1 2-4 16,2 1-7-16,-1 4-7 0,4-1-20 0,-6 1 0 0,2 1-2 15,-3 0 1-15,-1 6-3 0,-1-3-7 0,-3 2-1 16,0 2 4-1,-4 0 3-15,-3 2 3 0,0-2-8 0,-4 3-5 16,1-1 12-16,-3-1 3 0,-3-1 0 0,1 0 1 0,-4 0 7 16,4-4 19-16,-1-1 27 0,4-3 27 0,-2 2 11 15,-1-4 23-15,2 0 24 0,1-2 6 0,1 0 22 0,1-2-10 16,-2 0-12-16,3-1-4 0,-1-2 10 0,3 0-19 0,0-2-17 16,2 2-4-16,1-5-13 0,2 3-10 0,2-3-4 15,0 1-10-15,3 0-34 0,-1-3-2 0,1 2 1 0,4-1-5 16,-1 1-13-16,2-1-7 0,-2-1-1 0,4 5-8 15,0 0 3-15,-2-1 1 0,3 1-7 16,-3 5-6-16,1-1-4 0,-2 3 0 0,1 3 0 0,2 1-6 0,-1 2 8 0,1 1-9 16,0 2 7-16,1 3 2 0,-2 0 3 0,0 2-1 15,-1 1-8-15,0 0-1 0,-2 2-37 0,0 1-25 0,-1-3-58 16,0 2-58-16,-2 1-66 0,-2-1-79 0,-1-3-82 0,1 1-81 16</inkml:trace>
  <inkml:trace contextRef="#ctx0" brushRef="#br0" timeOffset="10017.3882">11293 3362 1825 0,'-1'-4'35'0,"-1"1"22"0,0 0 14 16,4 1 24-16,-4 1 13 0,1 2-1 0,-4-1 1 0,3 2-2 16,1-2-36-16,1 3-21 0,1-3-19 0,1 4-26 15,0 0-5-15,1 3-4 0,0 0 1 16,0 3 2-16,2-1-2 0,0 4 2 0,1 0 4 0,0-1-2 0,2-1-6 0,0-1 6 15,1-1 1-15,0-2 1 0,-3-2 2 0,4-1-5 0,0-2 1 16,-3 0 9-16,-1-2 3 0,-1-2-8 0,2-2 4 16,0-3 4-16,1-1 6 0,-2-2 5 0,5-5 4 0,-3 1-1 15,3-5-5-15,2-2 8 0,-2 1-5 0,0-1-9 0,0 3 0 16,-1-2 0-16,-1 3-1 0,0 4-9 0,-4 0-5 16,0 5 5-1,0 0-10-15,-2 6 2 0,-3 0 0 0,0 2 0 0,0 4-3 0,0 1-2 0,3 4 11 0,-3 4-5 0,0 3 1 31,0 7 10-31,0 3-4 0,0 6-8 0,-3 3 1 16,2 5-2-16,-4 3-1 0,2 3-11 0,-1 0 0 0,1 4-11 16,0-2-6-16,3 2 5 0,1 0 2 0,3 1 10 0,-3-2-13 15,6 2 15-15,-1-3 10 0,-3-1-17 0,6 0 6 16,-4-2-2-16,3-3 1 0,-3-5 3 0,-2 0 5 16,-1-2-8-16,-2-6-2 0,-2 0 19 0,-1-4 7 0,-3-4-5 0,-4-4 13 15,1-2 13-15,-1-4 21 0,-1-3 13 0,0-2 9 16,-2-5 9-16,2-1 2 0,-3-5 15 0,0-2-14 0,-2-5-17 15,-4-1-22-15,4-4-9 0,-5-1-8 0,2-6-10 0,-1-2-12 16,-1-2-6-16,0-1-5 16,1-4 1-16,3 3 2 0,1-6-8 0,-1 2-2 15,5-2-9-15,4-3-15 0,5-2-9 0,3-1-10 0,5-1-23 0,3-3-44 0,8 1-22 0,1-1-31 16,7 1-33-16,1 0-11 0,5 2-27 0,0-1-28 0,7 1-9 16,-1 4-3-16,1 0 23 0</inkml:trace>
  <inkml:trace contextRef="#ctx0" brushRef="#br0" timeOffset="10352.5422">11679 2899 959 0,'1'-11'15'0,"6"1"34"0,-4 0 21 0,0 6 41 0,-1-1 25 0,0-2 42 0,-1 1 31 15,1 2 37-15,-1 4 0 0,-1-3-10 0,0 3 0 16,0-1-42-16,-1 0-26 0,1 2-42 0,-2 0-32 0,2-1-37 31,-1 3-17-31,2-1-22 0,1 0-21 0,2 4-2 16,-2 1 5-16,2 5-3 0,1 1 4 0,0 6 7 0,5 3 0 15,-3 3-2-15,1 5 4 0,-3 3-2 0,2 2 2 0,-3 1-1 16,2 2 1-16,-3-1-9 0,-1 2-1 0,-2 0 5 16,0-4 2-16,3-2-1 0,-3 3-1 0,0-5-4 15,2-3-48-15,0-4-40 0,1-1-59 0,-2-3-66 16,-1 1-70-16,0-9-65 0,5 0-71 0</inkml:trace>
  <inkml:trace contextRef="#ctx0" brushRef="#br0" timeOffset="10671.0133">12090 3184 1481 0,'-3'-1'31'0,"0"1"18"0,-1 0 8 15,1 2 13-15,0 1 20 0,-3 1 3 0,-2 1 10 16,0 0-4 0,0 5-29-16,1 0-16 0,-2 2-12 0,1 2-12 15,-1 4-18-15,-2 1-2 0,3 5-10 0,0-2 4 0,1 5 4 16,0-1 0-16,1-1 4 0,2 1-2 0,3-2-5 15,1-1-4-15,0 0 2 0,3-7 3 0,2 0-2 0,1-4-5 16,3-2 4-16,-1-2 11 0,2-4 20 0,-1 0 14 0,-1-2 8 16,2-4 18-16,0-2 2 0,0 0 24 0,-2-3 11 15,5-4-4-15,-4-1-2 0,2-4 3 0,0 0 16 0,-1-1-4 16,-2-4-2-16,0 1-20 0,-1-2-7 0,-5 2-10 0,1-1-11 16,-3-1-10-16,-1 1-25 0,-3 0-15 0,1 3-8 15,-4 0-1-15,2 2-4 0,-3 2-2 0,1 2 2 0,-2 2-12 16,4 0-18-16,-1 5-44 0,1 0-48 0,2 1-53 0,1 3-75 15,-2 1-88-15,-1 1-80 0</inkml:trace>
  <inkml:trace contextRef="#ctx0" brushRef="#br0" timeOffset="11171.4749">12265 3222 720 0,'2'4'-4'0,"-2"0"6"0,3 4 31 0,2-1 4 0,-2 3 32 16,0 1 24-16,-3 5 5 0,5 1 21 0,-2 3 26 15,3 2-4-15,-4-1-28 0,1 1 16 0,2 0-2 0,-2 2-26 16,2-1-2-16,-2-2-18 0,-2 3 13 0,1-5-2 0,-2 1 5 16,0-4-9-16,0 1-13 0,-2-7-1 0,1 2 7 15,-1-5 12-15,1-2-8 0,-1 0 25 0,-1-5 3 0,3 3 34 16,-3-6-5-1,3 3 25-15,0-4-11 0,0 1-15 0,3-4-25 16,-3-3-27-16,3-4-9 0,-1-1-41 0,2-3-14 0,-2 0-27 0,3-4 1 0,0-2-3 0,1 2 3 0,2-3-3 16,0 4-3-16,0-1 1 0,0 2-4 0,2 3-2 0,0-2-5 31,-2 4 4-31,4 1-9 0,-3 3 2 0,0 3-2 16,4 0-6-16,-4 2 4 0,1 0 6 0,1 2 8 0,-5 2 5 15,5-1-2-15,-2 2 7 0,1-1-7 0,-2 2 11 0,0 0 1 16,4-2-7-16,-4 2 6 0,2 0-10 0,2 2 3 15,-3-2-5-15,-3 2 8 0,5-2-7 0,-5 1 1 0,1 2 6 16,-1-1-5-16,-1 2-2 0,1-1 12 0,-2 0-2 0,0 3-1 16,-1 2 3-16,0-3-5 0,0 4 0 0,1 2-4 15,-1 3 6-15,1 1-5 0,-4 3 1 0,0 2 2 0,3-1-15 16,-6 3-3-16,3-1-11 16,-4 0 6-16,4 0 0 0,-2-2-8 0,2-1-14 15,0-4-7-15,4-2 12 0,1-2 3 0,2-2 3 0,2-2-23 16,5-6-27-16,2-3-15 0,5-1-13 0,2-4-20 0,0-3-40 0,7-2-37 0,-2-6-51 0,2 5-24 15,5-6-34-15</inkml:trace>
  <inkml:trace contextRef="#ctx0" brushRef="#br0" timeOffset="12117.856">13651 2845 959 0,'0'0'14'0,"-3"0"-1"0,2-3 0 16,-2 5 0-16,1-2-2 0,1 3 4 0,-1 9-2 0,2-4-1 15,0 6-11-15,2 5-3 16,-1 6 7-16,4 5-1 0,-4 4 0 0,2 6-6 0,1 0 5 0,-1 7 5 0,0-1-8 16,0-1 9-16,-1-1-6 0,1 1 2 0,0-3-1 0,-1-6 1 15,1-1-3 1,-2-6-1-16,-1-1 35 0,0-6 0 0,-1-5 42 16,1-2 12-16,-3-5 47 0,3-2 31 0,-2-4 36 0,2-3 31 15,0-1 7-15,-1 0 11 0,1-2-25 0,-2-5-11 16,1 1-39-16,-3-5-20 0,1-4-29 0,-2-3-26 0,0-4-35 15,-2-3-12-15,1-4-16 0,-1-3 0 0,2-6 1 16,0 1-14-16,2-4-4 0,-1-2-5 0,4-3-5 16,0 0-2-16,3 0-1 0,0 0-1 0,2 5-11 0,4-1 4 15,1 6-2-15,1 3-7 0,0 4-1 0,4 5 0 0,0 6-2 16,2 4 0-16,1 2 5 0,-1 4-4 0,-1 2 1 16,4 3 7-16,2 5-1 0,0 0 2 0,-1 4-2 0,1 5-3 0,0 1 2 15,1 4 5-15,-3 2-1 0,-3 2-4 0,-1-1 3 16,-2 3 0-16,-6 0-2 0,0-1 7 0,-4-1 2 0,-1 2-10 15,-5-1-1-15,-1-1 3 0,-5 2 6 0,-2-1-10 16,-2 2 10-16,-2-2-5 0,-7 1-5 0,-1 0 0 0,-2-3-23 16,-3 2-24-16,-1-4-21 0,-2-2-24 0,-2-1-35 0,1-2-34 15,-3-2-44-15,0-2-48 0,-2-1-23 0,4-5-26 0,-1-2-59 32,6-2-20-32</inkml:trace>
  <inkml:trace contextRef="#ctx0" brushRef="#br0" timeOffset="12509.7724">14006 3273 875 0,'7'0'10'0,"-3"-1"19"16,0-3 10-16,1 4 17 0,-2 0 5 0,-1 0 10 0,3 0 15 15,1 0 6-15,0 0-1 0,1 2-23 0,-1 1-9 16,1-1-17-16,2 0-6 0,-3 3-7 0,-1 0-14 0,0 0-11 0,-4 2-4 0,3 0 6 0,-3 4 3 16,2-2 1-16,-7 0 4 0,0 3-2 0,1 0 2 0,-3 1 4 31,1-1-8-31,-6 0 9 0,2 0 15 0,0-2 12 0,-3 2 6 15,1-4 5-15,0 0 15 0,-2 0 17 0,2-3 20 16,1 2 13-16,-2-3-3 0,4-3 0 0,-2 1 15 16,3-2-1-16,0-2-8 0,1 1-14 0,3-3-11 15,0-3-27-15,-1 2-10 0,1-4-13 0,0-1-28 0,2 0-9 0,1-5-10 16,1 3-19-16,2-2-26 0,4-3-28 0,-3 0-32 0,4 1-52 16,3 1-49-16,-3-2-54 0,3 0-67 0,5 0-57 15</inkml:trace>
  <inkml:trace contextRef="#ctx0" brushRef="#br0" timeOffset="12776.9605">14276 2851 2143 0,'-3'-12'24'0,"0"1"37"0,1 3 35 16,-1-3 39-16,4 5 32 0,-2 3 43 0,2-1 7 0,1 0 5 15,-2 3-21-15,2 1-29 0,-1 0-43 0,3 1-42 0,-3-1-30 16,-1 1-47-16,2 2-10 0,-1 2-5 0,1 4 0 0,7 4-10 16,-3 2 17-16,-1 3 1 0,3 6-5 0,3 1 11 15,-4 7 1-15,1-1 3 0,-4 3-2 0,-2 2 3 0,2 1-11 16,-4 1 5-16,0 3 7 0,-4-2-5 0,2 2-10 0,-1 0-34 16,0-2-49-16,0-3-51 15,0 1-57-15,-4-6-79 0,1 0-71 0,1-6-73 0,2-4-71 0</inkml:trace>
  <inkml:trace contextRef="#ctx0" brushRef="#br0" timeOffset="13263.6837">14497 3291 1680 0,'-9'-4'8'0,"4"0"23"16,0-2 28 0,0 4 12-16,5 0 25 0,-1-1 9 0,1 1 2 15,1 2 3-15,6 0-8 0,-6 0-25 0,3 0-32 0,-1 2-12 16,-1 0-26-16,-1 1-8 0,2 2-5 0,2 0-2 15,-2 2 4-15,2 5-4 0,0-2 8 0,1 4 0 0,0 0 6 16,5-1-6-16,-3 2 3 0,0-1 2 0,1-2-8 0,3 0 6 0,-3-3-2 16,0-1-2-16,-1-3-1 0,2 2 7 15,1-6-4-15,-2 0 1 0,1-2 5 0,2-2 1 0,-2-2-1 16,3-5 3-16,1-1-4 0,2-3 0 0,-1-1 6 0,2-5 9 16,0 1 10-16,-3-1 1 0,3 1 4 0,-4-1 13 15,0 1 5-15,-2 1 23 0,-5 2 2 0,5 1-5 0,-8 3-18 16,2 3 0-16,-2 3-7 0,-1 2-8 0,-2 1-13 0,0 3-27 15,0 1-7-15,-2 3-5 0,2 4 7 0,2 4-1 0,-1 4-1 32,1 4-4-32,1 5 7 0,2 6 5 0,-5 6 7 0,3 5-9 0,-3 2-3 0,-2 3-19 0,1 6-10 0,1-2-4 15,-5 2-9-15,2 1-9 0,3 2-23 0,-3-5 2 0,3 4 5 32,-2-3 10-32,1 1 13 0,1-2 6 0,-2-1 7 15,0-4 8-15,-1-1 14 0,0-4 11 0,-2-3-5 0,-4-4 10 16,1-4-1-16,0-4 2 0,-3-4 11 0,0-3 17 0,1-2 33 15,-2-5 24-15,-1 0 15 0,2-7 16 0,-5-2 23 16,2-1 10-16,-7-4-4 0,4 1-20 0,-2-6-24 0,-1-6-25 16,-4 1 8-16,0-5-20 0,5-4-15 0,-1 0-17 0,2-6-3 15,3-5-3-15,0-2-6 0,6-2-8 0,4-7-37 0,7-5-16 16,1-2-29-16,9-7-38 0,4-3-50 0,5-3-48 16,2-3-47-16,1 1-59 0,6 1-61 0,2 1-69 0</inkml:trace>
  <inkml:trace contextRef="#ctx0" brushRef="#br0" timeOffset="13712.8431">14980 3178 1769 0,'-2'-7'8'0,"2"4"27"0,0-6 17 0,4 2 18 0,1-1 13 15,0 1 13-15,1 2 5 0,1-2 2 0,4 0-6 0,-2 1-27 16,1 0-19-16,2 1-18 0,-1 0-11 0,-1 3-14 16,2-1-10-16,0 3-1 0,0 2-4 15,-1 1 2-15,-1 2 5 0,1 2-2 0,-3 2-1 16,1-1 1-16,-4 5 6 0,3 1 1 0,-5 0 2 0,-2 3-5 16,-1 0 1-16,0 0 1 0,0 3 2 0,-4 1-1 15,-1-4-4-15,1 2 5 0,2-1-1 0,-4-4-1 0,1 1-2 0,0-4 1 0,0-1-2 0,-1-2 2 16,3-4 6-16,0-1 21 0,1 0 14 0,2-3 30 15,-2 0 23-15,4 0 29 0,-2-1 18 0,0-2 9 0,3-1-2 16,1-2-32-16,-3-2-16 0,5-3-27 0,0-5-23 0,1-1-28 31,3-1-19-31,2-3-11 0,-1 0-3 0,5-1 6 16,-3 2-1-16,2 0 5 0,1 1-2 0,1 5 5 0,-1-3-10 16,2 5 0-16,-4 0 7 0,3 2 1 0,-2 2-5 15,-1 4 4-15,-1-1-5 0,-4 2-4 0,3 3 2 0,-3 1 5 16,-3 3-6-16,1-1-4 0,-2 5 13 0,2 1-6 0,-1 3 9 15,-1 2-1-15,0 2-5 0,-1 0 3 0,3 6-3 0,-4 1-5 16,0-1-46-16,0 3-23 0,0-3-71 0,-3 2-56 16,-3 0-51-16,0-2-90 0,1-3-80 0</inkml:trace>
  <inkml:trace contextRef="#ctx0" brushRef="#br0" timeOffset="14037.7512">15626 3096 1548 0,'-5'0'13'0,"3"0"7"0,-4 0 2 31,6 0-3-31,0 0 0 0,-3 4-8 0,0 0 12 16,0 0-2-16,0 0-14 0,1 2-6 0,-3 1-1 0,-2 1 6 16,2 1-2-16,0 5 3 0,0 1-10 0,-1 1 4 0,-1 2 5 15,1-1 2-15,2 5-6 0,2-3-1 0,0 1-2 0,2 1 6 16,2-4 7-16,1 3-11 0,2-6-4 0,2 1 2 15,1-1 6-15,2-4 1 0,1-3 4 0,-1 1 18 0,-1-4 4 16,2-1 24-16,2-3 6 16,-4-3 23-16,5 0 22 0,-4-4 3 0,6 0 17 0,-7-5-10 15,2 0 6-15,0-5 7 0,-1 3-5 0,0-2-13 0,-6-3-20 0,2 2-5 0,-6 0-14 16,3-1-8-16,-3 1-18 0,-3-3-22 0,3 3-6 0,-7 2-14 16,4 1-6-16,-4 0 1 0,2 4-8 0,0 1-31 15,1 1-38-15,-4 3-42 0,3 3-50 0,-1 2-76 0,-4 0-60 16,3 2-71-1</inkml:trace>
  <inkml:trace contextRef="#ctx0" brushRef="#br0" timeOffset="14650.1637">15797 3096 1624 0,'0'0'23'0,"1"0"26"0,4-5 21 15,-1 3 3-15,-2 2 4 16,1-1 2-16,-3-3 3 0,5 4 2 0,2-2-21 16,-3 0-29-16,4 2-18 0,-2 0-3 0,4 1-6 0,-4 5-6 15,5-2-1-15,-1 3 6 0,-1 3-10 0,2 2 14 0,-1 2-10 0,0 2 6 0,-3-2 1 0,-1 5 5 16,-1-2-1-1,-2 4-6-15,-1-4 2 0,-2 1-4 0,0-1 9 16,-3-1-11-16,-2-1 9 0,0-2 1 0,2-4 3 0,0-1 7 16,-1-1 15-16,0-1 28 0,-1-4 15 0,4-1 35 15,-2-1 8-15,1 0 41 0,0-1 6 0,2 0 5 0,-3-4-5 16,3 3-40-16,0-5-8 0,0-1-35 0,3-2-13 0,1-2-38 16,2-3-17-16,1 1-8 0,-2-2-10 0,3-1 3 15,2 2-8-15,1 1 4 0,-2 1-4 0,3 1-4 0,0 3 8 16,-2 1-9-16,1 1 6 0,0 0-4 0,-2 4 3 0,1 0-2 15,-1-1 4-15,-1 4-5 0,0 3-4 0,0-1 6 16,-2 2-7-16,2 2 1 0,-3 1-11 0,1 0-17 0,-1 4-16 16,1-1 1-16,-1 2-5 15,-2 1 0-15,2-1-1 0,-3 4 7 0,1-3 1 16,-2 1 25-16,1 0 5 0,-2-3 9 0,3-1 1 0,-3-1 6 0,0-4 2 0,0 2 0 0,0-5 7 16,5 1-2-1,-5-3 6-15,0 0-4 0,0 0 6 0,0-3-4 0,1 2 7 0,2-3-3 0,1-5-5 0,0 1 2 16,3-3 0-1,3-4-2-15,2-4-2 0,1-1-1 0,2-1 4 16,1-1-1-16,2 1 8 0,-2-1-3 0,-1 2 14 0,-2 3 7 16,3 2 10-16,-5 1 6 0,0 6-3 0,-3 1-2 15,0 2 1-15,-2 1-7 0,-3 3-13 0,3 1-3 0,-3 0-14 0,-1 3-4 16,1 0-6-16,2 2 6 0,-2 2-7 0,2 2 7 16,1 2-3-16,0 0 6 0,1 3-3 0,-2 2-1 0,1-2-38 15,-3 2-24-15,5-1-50 0,-5 0-53 0,0 2-68 16,-1-2-75-16,-1-1-49 0,1-4-66 0</inkml:trace>
  <inkml:trace contextRef="#ctx0" brushRef="#br0" timeOffset="14833.7851">16616 3067 1791 0,'1'-7'38'0,"-1"-1"33"0,0 3 38 0,0 1 33 0,0 3 35 16,-3 1 19-16,0-4 10 0,1 4 1 0,0 0-36 0,1 0-33 31,-1 0-39-31,4 4-38 0,-4-3-31 0,4 2-24 0,-1 1-8 15,1 5 4-15,0-1-4 0,-1 5-1 0,1 3 1 16,0 1 9-16,-1 3-5 0,1 3 2 0,-2 1 0 0,2-2-25 16,0 3-55-16,-2-2-69 0,2-1-68 0,-4-2-85 0,2 0-83 15</inkml:trace>
  <inkml:trace contextRef="#ctx0" brushRef="#br0" timeOffset="14984.1385">16666 2862 1825 0,'-5'-20'24'16,"0"3"18"-16,2 1 17 0,3 2 5 0,-4 0 7 0,2 4-2 15,1 3-1-15,-1 3-5 0,4-1-21 0,-2 5-42 0,0-3-65 0,0 6-60 0,1-3-80 0,3 4-69 16</inkml:trace>
  <inkml:trace contextRef="#ctx0" brushRef="#br0" timeOffset="15337.0936">16853 3038 568 0,'3'8'0'0,"0"-1"26"15,3-3 26-15,0 2 11 0,-1 0 19 0,2 0 3 16,-3 1 0-16,5 0 9 0,0 2-4 0,0 2-22 0,2-2-28 16,-1 3-15-16,-2-3-21 0,-4 4 1 15,1-1 4-15,0 3-11 0,-4-1 8 0,-1-2-6 16,-3 0 9-16,-3 3 6 0,0-2 13 0,-1-2 16 0,-1-1 16 0,-1-1 1 0,-2 0 25 0,3-1 27 15,-5-1 23-15,2-1 26 0,0-2 21 0,-1 0 16 16,-1-3 5-16,0 1 23 0,2-2 2 0,-2-2-9 16,2 0 5-16,2-4-15 0,-1 1-23 0,3-4-27 0,0 1-10 15,1-1-14-15,3-3-28 0,-1 0-10 0,4-2-36 0,4-1-15 32,-1 1-5-32,3-1-9 0,4 0-14 0,1-1-10 0,3 4 2 15,3-1-13-15,1 1 2 0,-1 4-2 0,-1 3 2 16,1-1-10-16,-1 4 1 0,-3 1-2 0,0 3 3 0,-3 2 1 15,0 0 0-15,0 5-16 0,0-1-21 0,0 1-18 0,-2 4-46 16,1-1-33-16,-2 2-42 0,-1-1-55 0,-3 1-64 16,1 2-44-16,-4 0-44 0,0-2-43 0,0-2-39 0</inkml:trace>
  <inkml:trace contextRef="#ctx0" brushRef="#br0" timeOffset="15586.0812">17172 2875 979 0,'11'-47'30'0,"2"3"19"0,2-6 43 15,0 1 28-15,-1 3 35 0,-1 5 44 0,0 2 28 16,-1 6 30-16,0 3 0 16,1 9-3-16,-5 3-22 0,1 4-27 0,-3 6-35 15,-1 3-46-15,-5 1-32 0,4 4-44 0,-3 3-19 16,1 3-16-16,-1 1-28 0,1 6 7 0,-2 1 0 0,0 8 0 16,-2 5 10-16,-1 6 14 0,2 4-10 0,-6 5 4 15,-1 1 8-15,-1 5-12 0,1 0 5 0,-3 0 0 0,-2 1-1 16,4-1 0-16,2-3 1 0,-3 0-6 0,6-2 6 15,1-3-4-15,6-4 1 0,6 0 3 0,4-2-6 0,8-5-5 16,1-5-2-16,7 0 6 0,2-6-33 0,7-5-16 0,1-5-54 16,1-5-62-16,4-3-75 0,-3-7-95 0,2-4-93 0</inkml:trace>
  <inkml:trace contextRef="#ctx0" brushRef="#br0" timeOffset="15753.428">17910 3176 782 0,'3'3'10'31,"2"-3"3"-31,0-1 5 0,1 1 3 0,-3-2 0 0,0-1 1 16,-1 1-5-16,3 2-15 0,-1-3-28 0,0-1-42 0</inkml:trace>
  <inkml:trace contextRef="#ctx0" brushRef="#br0" timeOffset="18269.4908">1015 3088 1212 0,'-4'0'6'0,"3"-6"17"0,-4 4 4 0,2 1 20 0,-1-1 20 0,1 0 1 0,-3-1 13 0,0-2-3 0,1 5-2 15,-3-5-12-15,0 3 0 0,0-1-24 0,-1 1-19 0,1 2-3 16,0 0-11-16,-3 2-1 0,1 1 1 0,1 4-10 0,-2 0-4 16,-2 3 0-16,1 0 3 0,2 4 1 0,-1 3 1 0,0 5 7 0,1 6-11 31,2 2 7-31,0 2 1 0,3 6 5 0,1 0-3 0,3 1-3 16,1 3 4-16,3-2-5 0,2-3 2 0,4 2 6 15,0-6-6-15,3 1 0 0,3-2 2 0,0-6 2 0,2-1 4 0,3-5 4 16,-2-1 3-16,2-5 10 0,1-6 13 0,1-1 0 0,0-5 14 15,135-111 871-15,-146 83-829 0,-2-2-19 0,-4-5-14 16,0 1-9-16,-5 0-4 0,0-6-28 16,-3 2 4-16,-4 2-4 0,1-5-17 0,-2 3 6 0,-3-1-6 0,-2 1 0 0,-1 0-2 15,1 0 0-15,-2 3 7 16,2 3-12-16,-3 1 4 0,3 3-1 0,0 3 1 0,1 6-8 16,1 1-9-16,0 6-15 0,5 0-45 0,-2 5-40 0,3 3-45 0,-2 3-70 0,2 3-46 0,0 0-56 15,2 5-50-15</inkml:trace>
  <inkml:trace contextRef="#ctx0" brushRef="#br0" timeOffset="18546.4248">1046 3387 2132 0,'0'0'21'0,"-1"0"32"0,1 0 22 0,-8-3 25 15,6 3 19-15,2 3 16 0,0-3 7 0,2 0-2 0,-2 0-19 0,1 0-33 16,-1 1-29-16,2 0-23 0,-2 1-24 0,3-1-17 0,0 3 4 0,1 1-1 16,4 3-4-16,1 1 6 0,3 3 0 0,2 0 5 0,5 5 6 15,-1 0 0-15,2 2-10 0,-2-1-5 0,4 0 13 0,-3 1-11 16,3 1 13-16,-5-2-14 0,4-1 3 0,-2-1-3 0,-2 1 5 16,0-5 9-16,-1 2-14 0,2 0 4 0,-6-3-6 0,2-1-30 15,-4-3-42-15,-4 0-44 16,1-2-59-16,2 0-51 0,-4-3-42 0,0 1-42 15,-2-4-67-15</inkml:trace>
  <inkml:trace contextRef="#ctx0" brushRef="#br0" timeOffset="18880.8073">1063 2576 1405 0,'-8'-20'28'0,"-2"6"26"0,0 2 21 0,-5-5 26 16,5 5 30-16,2 4 24 15,0 1 22-15,3 0 18 0,-6-1 505 16,11 9-709-16,5 6-2 0,4 1 5 0,-1 3-6 0,5 4 7 0,4 5 4 0,2 2-1 0,3 6 7 0,4 2-4 16,0 3 4-16,3 1-4 0,1-1 2 0,0 4-1 0,1-1 1 0,1 3 0 15,-2 2 3-15,2-2-4 0,-1 2-4 0,-1 0 9 0,2 1 2 16,-4-2 0-16,-1 4 0 0,0-2 1 0,-2 1-7 0,-2 0 11 15,-1 0 4-15,-3 1-1 0,-7 0 5 0,-2 0 3 0,-1-1 7 16,-4-2-4 0,-5 1 5-16,-5 2-4 0,-4 0-7 0,-1-3 2 15,-4 1-13-15,-5-3 2 0,-1 2-13 0,-3 0 3 0,1-4 0 16,-3 1 2-16,-2-1-2 0,1-3-4 0,0 2 7 0,1-5-9 16,-2 1-4-16,-2-1-52 0,-2-2-57 0,1-1-60 0,1 0-74 15,-1-6-65-15,0 3-83 0</inkml:trace>
  <inkml:trace contextRef="#ctx0" brushRef="#br1" timeOffset="28346.8821">3374 4870 141 0,'0'0'22'0,"0"-3"0"0,2 3 10 0,-5-2 5 15,4 0 3 1,-2 2 15-16,-1 0 14 0,0-1 11 0,1 1-18 0,1-2 2 15,-3 0-8-15,1 1 0 0,0 0 2 0,-1 0-12 16,0-4-11-16,3 4-14 0,-4-2 6 0,0 0 7 0,1 1 8 0,0-1 1 0,0-1 2 0,1 3 4 16,-3-4 10-1,2 3 2-15,0 0-6 0,-1-1 2 0,2 1 7 16,-3-1 4-16,5-1-4 0,-3 4 0 0,0-1-10 0,3-1 7 16,-3 2 6-16,-1-4-13 0,1 4-17 0,0-1-9 0,-1 1-1 15,-1-2-2-15,3 0-5 0,-1 2-1 0,-2-1-6 0,0 2-2 16,2-1 3-16,-3 2 1 0,0 0-1 15,1-1-3-15,-5 1 7 0,4 0-6 0,0 3 4 0,-2 0 7 0,1 0-2 0,1 0 0 16,-1 0-3-16,2 4-4 0,2 3 4 0,-4-2-7 16,4 5-2-16,1 4-6 0,1-2 4 0,1 9-1 0,1-1-6 15,2 4 8-15,2 2-2 0,3-1 2 0,1 1 29 0,-2 2 24 16,1-1-4-16,3 0-1 0,-2-1 5 0,1 2-4 0,-4-3-8 16,2-1 7-16,-2 2-33 15,1-4-23-15,-4 2 9 0,0-3 12 0,-1-1 7 0,-1 1 1 16,-1-3 3-16,0-2-3 0,-1 4 0 0,-1-4 3 0,-1 1-11 0,0-6-11 0,-2 4-4 15,0-5-2 1,-1 1 1-16,0-4-3 0,1 0 4 0,-3-2 0 0,0-3-1 0,-1 0-27 0,-1-2-50 0,-4 0-57 16,0-3-67-1,-5-1-63-15,0-2-68 0</inkml:trace>
  <inkml:trace contextRef="#ctx0" brushRef="#br1" timeOffset="28517.7254">2887 5259 1569 0,'0'-2'23'0,"0"-3"8"0,2 3 9 0,1-3 2 16,-1 5-2-16,-2 0 21 0,3 0 15 0,8 0 9 0,2-3-21 15,4 3-5-15,6-5-11 0,3 3-2 0,6-3 8 0,2 3-31 16,4-5-7-16,0 4-9 0,0 1-1 0,0-1-9 0,-2 3-50 16,-2 0-45-16,-4 3-72 15,-2-1-58-15</inkml:trace>
  <inkml:trace contextRef="#ctx0" brushRef="#br1" timeOffset="29684.7058">3556 5444 1481 0,'0'-1'30'0,"0"1"20"0,0-2 16 16,2-3 22-16,-1 5 15 0,-1 2 5 0,2-4 12 0,-2 2-3 16,3 0-33-16,-1-3-22 0,2 3-12 0,1-2-31 0,0 0-7 15,-1 0-6-15,3 1-13 0,0-1 2 0,1 2 10 16,1 0-4-16,0 0-1 0,0 2 8 0,-1-1-8 0,0 1 4 16,-3 3-4-16,3-1 4 0,-2 1-1 0,-3 2 9 0,2 0 1 15,0 1 7-15,-2 1 5 0,-1 1-4 0,2 2 5 0,-4 1 3 16,2 1-6-16,-1 0-5 0,-2 1-3 0,-1 2-4 0,-1-2-4 15,2 1 1-15,-1 1 1 0,-1 0-9 0,0 1-2 0,0-4 8 16,-1 3-1-16,1-3-2 0,0-1 0 0,1-2-6 16,-1-1 3-16,-1-3 4 15,2-2 5-15,2-2-10 0,-3 1 5 0,3-4-4 16,0 0 2-16,0 0 7 0,0-1-3 0,3-2 1 16,-3 2-5-16,2-3 5 0,-1 1-4 0,4-2 8 0,-2 0-4 0,0-4-4 0,0-1 0 0,1-4-3 0,-1-3 2 15,3-2-1-15,-3-4 3 0,5 0-8 0,-2-2 7 0,-1 1 14 31,0 1 9-31,0-2 14 0,-1 4 6 0,1 0 7 0,-2 0 18 16,0 4 16-16,-1 1 7 0,0 0 11 0,-1 3 15 0,1 0-1 16,-2 5 5-16,0 1 6 0,0 2-16 0,-2 1-3 0,1 1-21 15,1 3-13-15,-2 2-35 0,-1-1-10 16,3-1-17-16,-2 4-13 0,2-1-9 0,-3 2-8 0,3 4 4 16,0 1 6-16,0 5 5 0,0 5-8 0,0 3 9 15,3 1 3-15,-1 5 1 0,1 0 0 0,2 3-2 0,3-3-11 0,1-2-1 0,2-1-6 16,3-2-25-16,1-2-39 0,2-3-25 0,4-4-38 0,-1-2-42 15,4-4-47-15,-2-1-59 0,2-4-36 0,3-4-53 0,-2-3-29 16</inkml:trace>
  <inkml:trace contextRef="#ctx0" brushRef="#br1" timeOffset="32083.0337">3378 6375 249 0,'0'0'-25'0,"0"2"29"16,0-2-21-1,0 0 31-15,1 0-31 0,-1 0 42 0,-1 0-38 16,-1-2 1-16,4 2 32 0,-4-3-21 0,2 3 18 0,0-2-26 16,0 2 30-16,-2 0-46 0,4 0 48 0,-2 0 6 0,0 0-6 15,0 0-3-15,0 0 4 0,2 0-8 0,-2 0 19 0,0-4 6 16,0 3 0-16,0 1 1 0,0-2 9 0,0 2-7 16,-2 0 7-16,0 0 1 0,1-1 1 0,1 2-6 15,-2-1 2-15,2-1-3 0,-2 1-6 0,4 1 7 0,-5-2-7 0,3 1-4 16,-2-2-8-16,1 0 4 0,-1 2-6 0,0-1 6 0,1-1-9 15,1 2 4-15,-2 0 8 0,1-2 9 0,1 2-4 0,-2-3-2 16,2 2 2-16,-4 0 1 0,2-1 17 0,-1-3-4 16,0 2-9-16,1 1-2 0,-1 0 6 0,1-1 2 0,-1 0-3 15,1-1-2-15,-1 1 0 0,3 1 5 0,-3-1 13 0,0-1-6 16,2 2 1 0,-3-1 4-16,3 3 2 0,-1-3-3 0,-1 2-13 0,0 0-12 0,1 1-11 0,-1-2 5 0,1 2-1 0,-1 0-6 31,0 0-2-31,-1 0-4 0,0 0-3 0,1 0 7 15,0 2-4-15,3-1 0 0,-3 0-12 0,1 2-3 0,-1-1-6 16,1 1-1-16,-1 4 5 0,0 0-2 0,0 1 4 0,0 6 3 16,0 3 22-16,1 3 4 0,-1 4 5 0,3 4 2 0,0 1-9 15,3 5-2-15,-1 2 36 0,1 3 2 0,0 0-17 0,3 0-3 16,1 4-6-16,-1-2-1 0,-1 1 8 0,4 2 1 0,-3-4-37 16,-1 1-5-16,3-1-4 0,-3-2 1 0,1 0-1 0,-1-2-1 15,1-4 4-15,-1 0 4 0,-2-3-7 0,2-4-4 16,-2 0 6-16,0-4 2 15,-1 0-1-15,-1-4-1 0,-1-1-2 0,0-3-5 0,0-1 6 0,-3-4-8 0,3-1-37 0,-4-1-43 16,-1-3-48 0,-3 2-59-16,-5-5-76 0,-1 0-50 0,-2 0-66 0</inkml:trace>
  <inkml:trace contextRef="#ctx0" brushRef="#br1" timeOffset="32224.8294">3017 7090 927 0,'0'-11'11'16,"0"2"22"-16,2 3 20 0,-2-1 16 0,7 0 5 15,-7 2 1-15,7-1 9 0,-1-2 3 0,2 1-3 0,5-1-16 16,-1 1-20-16,6-3-17 0,1 0-4 0,3 2-2 16,1-3-6-16,4 1-3 0,0 3-8 0,3-2-11 0,0 1 5 0,0 0-33 15,-3 4-45-15,0-2-45 0,0-1-51 0</inkml:trace>
  <inkml:trace contextRef="#ctx0" brushRef="#br1" timeOffset="33430.4474">3681 6909 131 0,'0'0'22'0,"0"-2"15"15,0 2 2-15,0 0 4 0,0 0 15 0,0-1 19 0,3 1 3 16,-3 0 12-16,0 0-15 0,-3 1 0 0,3-2-2 0,0 2 8 0,0-1-3 15,0 0-13-15,0 0 8 0,-3 0-2 16,3 0 2-16,0 0-18 0,0 2 5 0,0-2-13 0,0 2-7 16,-2-1-10-16,2 1-9 0,0-2-13 15,0 4-3-15,-1-3-5 0,1-1 1 0,0 1 0 0,0 3-3 0,0-1 1 0,1 1 0 16,-1 1 6-16,2 4 30 16,1 2 0-16,-3-2-4 0,3 7 6 0,0-3 0 0,0 2-2 15,2-1 0-15,-2-2-5 0,0 1-37 0,4-2 8 0,-4 0-3 0,6-2 1 0,-4 0 0 16,3-2 1-16,0-2-6 0,3 1 11 0,-3-2 4 0,0-2-3 15,0-1 6-15,1-1 12 0,-1-1 4 0,-2-4 7 0,3 4 8 0,-4-6 3 32,3-1-1-32,-3 1 0 0,3-3-1 0,-3-2-18 15,1-2-5-15,-1 1-4 0,-2-2-4 0,0-1-7 0,1-1 3 16,-3 2-4-16,1-1 9 0,-1 0 8 0,1 0-4 0,-2 1 4 16,0 1 2-16,0 2 4 0,-2 3 1 0,2 0 4 15,-1 3-6-15,1 1-7 0,-2 3 5 0,1 2-8 16,1-3-7-16,-2 6-4 0,0-3-10 0,2 4-4 0,0 1-1 0,0 0-4 15,0 4-1-15,0 5 8 0,4 1-2 16,-1 5 0-16,0 5 6 0,0 3 4 0,1 5-4 0,3 2 3 0,-1 5-6 16,4 2 3-16,-1 1 6 0,-1-1-4 15,2 4-2-15,4 0 1 0,-1 0 1 0,1-2-2 0,-3 2 7 16,2-3-5-16,-1 2 1 0,1-3-2 0,-1-2 1 0,-4 1-8 0,2-6 7 0,-2 3-1 16,-2-4-4-16,0-2 5 0,-1-2-2 0,-2-4 2 0,-3-2 1 15,0-1 4 1,-3-2-2-16,2-7-1 0,-4 3 8 0,0-5-4 0,-3 0 2 15,2-3 8-15,1-4 8 0,-3 1 6 0,2-2-3 0,-5-3 10 0,3 1-1 0,-2-4-2 0,-4-2 4 16,1 0-2-16,-2 0-2 0,-1-4 15 0,-3 1 11 0,0-3-7 31,3-4 9-31,-3-1 0 0,2-2-7 0,-4 0 3 0,4-1-12 16,-1-5-16-16,1 0-7 0,3-4-4 0,0-1-10 0,3 2 1 16,1-8-3-16,5 4-8 0,1-3 0 0,4 1 3 15,4-2-6-15,1 1 0 0,6 1 3 0,-1 1-7 0,4 2-18 16,2-3-18-16,1 3-17 0,2-1-36 0,0 0-33 0,0 4-32 15,0 1-47-15,0 1-52 0,1-1-35 0,-2 3-50 0</inkml:trace>
  <inkml:trace contextRef="#ctx0" brushRef="#br1" timeOffset="34320.6549">4340 5463 1127 0,'0'0'40'0,"-3"-1"25"0,1 1 28 0,4-4 17 0,-4 4 30 0,4 0 11 0,-4 4 17 15,2-4 15-15,-1 0-34 0,2 0-18 0,-2 0-23 0,1 1-16 16,0-2-27-16,1 1-20 0,2 0-12 0,-1-2-17 0,1 2-4 16,2 0-7-16,0 0-5 0,7-2-5 0,-1 2 4 15,3 0 4-15,4-3-2 0,1 1 4 0,4 2-7 0,2-3 6 31,1 3 0-31,-2 0 1 0,0 0-5 0,2 3 3 0,-5-3-21 16,0 2-46-16,1 1-40 0,-5 1-63 0,-3-3-66 16,2 2-63-16</inkml:trace>
  <inkml:trace contextRef="#ctx0" brushRef="#br1" timeOffset="34516.9754">4370 5666 2006 0,'-10'7'36'16,"3"-2"14"-16,0-3 31 0,7-2 23 0,-3 1 22 0,3 0 3 16,0 0 5-16,0-1-3 0,2 0-38 0,-1 0-13 0,4 0-27 15,4 0-28-15,1 0-22 0,1 0 3 0,5-1-11 0,6 1 5 32,0 0 5-32,4-1-2 0,2 0-8 0,-1-1 4 0,3 2-42 15,-2-3-53-15,-1 6-57 0,-2-3-46 0,-4 2-79 16,-1-1-80-16</inkml:trace>
  <inkml:trace contextRef="#ctx0" brushRef="#br1" timeOffset="35120.3256">4509 6815 1825 0,'-6'0'28'0,"4"0"36"15,6 0 29-15,-4 0 25 0,0 0 23 0,-4 2 17 0,4-2 2 16,0 3-4-16,0-3-25 0,0 0-34 0,0 0-32 0,2 0-22 16,0-3-23-16,5 6-18 0,1-3-1 15,3-3 2-15,5 1-3 0,2 2 2 0,5 0 4 16,1 0-8-16,3-1 2 0,-2-3-3 0,3 2-55 0,-4 2-54 16,0 0-80-16,-4 0-85 0,-4 0-105 0</inkml:trace>
  <inkml:trace contextRef="#ctx0" brushRef="#br1" timeOffset="35287.7216">4563 7064 1769 0,'-3'6'4'0,"3"-2"0"0,-2-1 1 0,9-1 9 0,-4-2 22 16,1 2 21-16,3-2 8 0,-1 0 2 0,11 0-1 15,-4-3-1-15,7 2-1 0,0-2-8 0,5 0-24 0,0 0-22 16,0-1-10-16,2 0 0 0,0 1-11 0,-1-1-44 0,-4 1-56 15,0 2-56-15,-5-3-71 0</inkml:trace>
  <inkml:trace contextRef="#ctx0" brushRef="#br1" timeOffset="39768.235">3469 8457 588 0,'0'-4'-34'0,"0"4"15"0,2-4 7 0,-1 4 18 15,-1-5 18 1,2 2 8-16,-2-2 10 0,3 2 15 0,-6 0 44 15,1-3 0-15,2 4 1 0,-3-1-5 0,3-2-13 0,-3 3-1 16,3 0 1-16,-3-1 7 0,1-1-1 0,2 3-7 0,-3-3-3 16,3 1-7-16,-2 1 7 0,-1-1 9 0,0 3-3 15,3-4-12-15,-3 2 0 0,0 1 6 0,0-1-2 0,1-1 7 16,-3 1-6-16,2 0 0 0,-2 1-7 0,2 0-3 0,-3-2-2 16,-2 3-4-16,3 0-10 0,-1 0-6 0,3 0-9 0,-5 0-15 15,2 0 0-15,-1 0-7 0,2 4-4 0,1-3-11 0,-1 3 6 16,0 1-9-16,1 2-1 0,0 5 6 0,0 1-4 0,-1 7 1 15,3 2-2-15,-1 8 8 0,0 2 13 0,1 6 3 16,2 4 3-16,2 3-7 0,-1 1 9 0,3 4-4 0,-1 0-1 16,2 3-8-16,1-2-14 0,0 2 0 0,-1-2 5 0,1 0 4 15,-1 0-3-15,2-3 4 0,-3-3-4 0,1 1 0 0,-1-4 9 32,1 1-6-32,-2-6-43 0,1-1-51 0,-1-5-40 0,0-2-53 15,-4-4-55-15,-1-3-50 0,0-4-54 0,-1-5-54 16</inkml:trace>
  <inkml:trace contextRef="#ctx0" brushRef="#br1" timeOffset="39934.4702">3153 9259 1471 0,'-14'-21'20'0,"1"-2"34"15,5 7 29-15,-3 2 24 0,3 1 25 16,2 3 35-16,1 1 9 0,0 1 5 0,5 1-18 16,0 0-34-16,0 2-31 0,5-2-18 0,3 2-35 0,2-3-27 15,7 2-19-15,1-2-1 0,7-2 1 0,3 4 1 0,4-1 3 0,3 1-9 0,2 1 7 16,1 1-5-16,-1 1-8 0,-1 3-37 0,2 2-34 0,-5 1-55 15,0-3-47-15,-6 3-61 0,1 1-57 0</inkml:trace>
  <inkml:trace contextRef="#ctx0" brushRef="#br1" timeOffset="40470.8591">3668 9065 959 0,'3'-4'15'0,"2"-1"15"0,0-2 21 0,-2 1 18 16,0-1 13-16,5 0 29 0,-5-3 7 0,4 4 7 16,-1-2-2-16,0 1-5 0,2-1-11 0,0 4-15 0,-3-1-11 15,1 0-34-15,2 3-7 0,-2 1-4 0,-3-3-12 0,4 4-11 16,-2 0-7-1,0 4-3-15,2-1 0 0,-2-1 4 0,0 4 1 0,-2 0-4 16,2 0 6-16,0 3 1 0,-1-2-9 0,-3 5 3 16,1 0-1-16,0 3-2 0,-1-3 0 0,-1 6 7 0,-1 0-9 15,1 0-3-15,-4 0 6 0,3 2-4 0,-2-3-2 16,0 0 9-16,-2 0-3 0,2 3-5 0,1-4-2 0,-3-1 5 16,2-1 2-16,0 0 3 0,0-2 0 0,1 1-9 0,0-5 4 15,0-1-1-15,0-1 2 0,2-2 2 0,2-3-4 0,-2-1 0 16,2 0 0-16,0 0 3 0,0-1-3 0,1-3 6 15,-3-2 0-15,3-1-3 0,-1-1 1 0,3-6 0 0,-2-1-1 16,0-2 5-16,0-5 0 0,1-2-3 0,0 2 9 0,-3-5 7 16,4 3 18-16,-2-3 13 0,1 3 19 0,-3-1 10 15,1 4 10-15,1-1 22 0,0 3 13 0,-1 2 9 0,0 3 6 0,-1 6 0 16,-1 1-8-16,0 2-8 0,0 0-8 0,0 4-23 16,-1 1-19-16,1 0-14 15,-2 1-31-15,0 0-18 0,2 2-9 0,0-2-11 0,-1 4 3 16,1-2 0-16,1 2-2 0,3 7 2 0,0-3 2 0,1 8 3 0,1 1-2 0,1 3 5 0,-1 2-3 15,5 2 0-15,-2-1 2 0,1 2-2 0,4-3-10 16,-3-1-44 0,3-1-26-16,1-3-46 0,0-2-47 0,0 1-55 0,0-4-62 15,-2-2-59-15,3-3-50 0,-2-3-25 0</inkml:trace>
  <inkml:trace contextRef="#ctx0" brushRef="#br1" timeOffset="41041.6602">4093 8899 854 0,'0'2'14'0,"2"-4"19"0,-2 1 15 0,3 0 23 16,-3 1 10-16,0-3 13 0,-3 7 10 0,3-3 15 0,3-2-11 15,-6 1-19-15,6 0-19 0,-3 0-16 0,0 1-11 16,0-1-19-16,0 0 7 31,0 0-9-31,13-1 3 0,-13 1 10 16,0 0 24-16,0 0 2 0,0 0 1 0,0 0-6 16,0 0-5-16,0 0 11 0,39 30-4 0,-39-30 7 0,0 0-8 0,0 0-12 15,0 0-2-15,0 0-1 0,0 0-6 0,0 0-8 0,29 107 8 16,-18-54-16-16,-13-35-14 0,2 0 3 0,0 2-3 15,0-1-2-15,-3-2 4 0,3-3 0 0,0 1-4 0,0-2-2 16,0 0 2-16,0-4 1 0,0-1-7 0,0 0 7 0,0-4-2 16,3-2 6-16,-3-2 7 0,0 0 1 15,0 0 30-15,0 0-21 0,0 0-3 0,0 0-1 0,10-17 2 16,-10 17-1-16,0 0-3 16,52-195-9-16,-47 168 18 0,-4-2 21 15,3 2 21-15,-3 0 2 0,2 2 24 0,0 0 23 0,-3 5 12 16,2-2 20-16,-2 3 7 0,0 5 4 0,0 2-3 0,0 2 10 0,-2 3-27 15,2 7-13-15,0 0-15 0,0 0-26 0,0 0-31 32,0 0-21-32,0 0-17 0,0 0-38 15,-12 21 14-15,12 185 10 16,5-177-10 0,5-2 4-16,0-1-9 0,1-4-38 0,5 0-23 0,0-5-44 15,4 0-28-15,1-2-46 0,-2-3-46 0,4-3-42 0,-2-4-42 16,-2-1-25-16,3 0-46 0,-5-8-25 15,3 0-56-15</inkml:trace>
  <inkml:trace contextRef="#ctx0" brushRef="#br1" timeOffset="42227.1088">3417 10280 833 0,'-3'-3'17'0,"3"1"17"0,-2 0 18 0,1 1 21 15,-1 1 17-15,-1-4 27 0,-2 4 18 0,2 0 4 0,1 0-3 16,-3 3-5-16,2-2-18 0,-1 2-15 0,2-1-12 16,-4 2-25-16,3 0-14 0,-2 1-5 0,-2 2-10 0,3 2-8 15,-2 2 4-15,-1 1 6 0,4 5 8 0,-2 1 7 0,2 3 1 16,0 4 19-16,1 3 13 0,2 3-7 0,0 2 11 0,0 2-8 16,3 1-13-16,1 1-10 0,2 1-6 15,0 3-15-15,2-1-17 0,3 2-1 0,-3 0-9 0,2-1-4 0,2 2-1 16,-2-1 1-16,-2 2 1 0,1-4 4 0,1 1-2 0,-4-3 1 15,2-3-3-15,-5 0 1 0,3-5 0 0,-4-1 2 0,1-5-7 0,-4-2-1 16,-1-2-6-16,0-4-14 0,-4-3-33 0,0-2-31 16,-2-1-31-16,-2-3-40 0,-5-1-36 0,0-4-22 0,-3-2-8 15,0 0 4-15,-4-4 26 0,3-3 34 0,-5-5 24 16,5-2 46-16,-1 1 57 0,2-5 31 0,1 1 31 0,1 2 43 16,2-4 22-1,3 5 21-15,4-1 23 0,0 1 2 0,2-1 5 16,3 1-12-16,4 1-6 0,1-2-23 0,2 1-13 0,2-2-11 15,3 0-17-15,3-2-8 0,4-1-21 0,2-1 3 16,3-2-12-16,5 4-9 0,0-5 2 0,3 1-16 0,-2 3 2 0,4 0-1 16,0-1-4-16,-2 3-4 0,3 1-28 0,-3 2-42 0,0 3-70 15,-6 1-70-15,-2 2-89 0</inkml:trace>
  <inkml:trace contextRef="#ctx0" brushRef="#br1" timeOffset="44553.3091">3741 10936 229 0,'0'2'21'16,"0"-4"5"-16,0 2 11 0,0 0 3 0,0-3 10 0,0 5 2 0,0-6 8 0,0 4 3 15,0 0-7-15,0 0-5 0,3 0-6 0,-6 2 2 16,3-2-1-16,0 0 0 0,0 2 2 0,0-2 7 0,0 0-11 16,0 0 9-16,0 0 16 15,0 0-4-15,0 0-6 0,0 0 5 0,0 0-5 0,0 0 1 16,0 0 7-16,0 0-1 0,0 0-15 0,0 0 2 0,0 0 9 0,0 0-2 0,0 0 9 0,0 0-2 16,0 0 0-16,0 0 0 0,0 0-4 0,0 0 5 15,0 0-2 1,0 0 1-16,0 0-10 0,0 0-1 0,0 0-7 0,0 0-9 0,0 0-1 0,0 0-5 0,0 0-10 0,0 0-2 31,0 0-2-31,0 0 2 0,0 0-2 16,0 0 5-16,0 0 9 0,0 0-5 15,0 0-3-15,0 0 3 0,0 0-7 0,0 0 1 0,0 0-6 16,0 0 8-16,17-7-8 0,16 12-19 31,-28-2-1-31,-5-3 29 0,0 0-3 16,43 50-14-16,-37-42-2 15,-1 1-6-15,1 0 2 0,-2 1 8 16,-1-2-3-16,0 2-4 0,0 2 4 0,0 0-2 16,-2 0 4-16,1 1-6 0,-2 0 3 0,0 0-7 0,0-1 4 0,-2 3-1 0,1-2 0 15,-2 0 0-15,3-1 2 16,-3 4 1-16,1-4-4 0,2-12 15 16,0 0 2-1,-22 56-18-15,22-56 19 16,0 0-4 15,0 0 3-31,0 0-9 16,0 0-32-1,0 0 3-15,0 0-3 0,-6-38 11 16,6 31 8-16,2 0 1 0,-1 0-1 0,-1-4-2 16,3 2 5-16,0-3 0 0,0 1 4 0,-1 0-14 0,1-1 7 15,0-1 0-15,2 0 5 0,0 1-2 0,-2-1-3 0,5 1 3 16,-5 0-3-16,3-1 7 15,-1 2-1-15,0 1-1 0,-2-2-4 0,1 4 5 0,1-2-2 0,-3-1 1 0,1 2 0 16,-3 1 1-16,2 0-2 16,-2-1 4-16,1 2 3 0,-2 2 17 0,-1-2 14 0,2 1 3 15,0 2-6-15,0 0 8 0,0 0 7 0,0 0-4 0,-3 4 2 0,6-4-28 0,-3 3-8 16,0-1 1-16,0 1-4 0,0-1 0 0,0 0-9 0,0 1 9 16,0 1-7-1,0 1 15-15,0-1-8 0,0 0-2 0,-3 2 10 16,3 0-10-16,0-1 0 0,0 0-12 0,3-1 4 0,-6 0-4 15,6 1-1-15,-6-1 0 0,6-1 0 0,-3 1 3 0,0 0-2 16,0-1 4-16,0 2 0 0,0-2-7 0,0 1 9 0,0 0-4 16,0 0-1-16,0 0-2 0,2 0 5 0,-2 0 2 15,1 0 1-15,-1 0 0 0,0-1-5 0,2 1 6 0,-2 1 2 16,0-1-1-16,0-1-5 0,0 1-2 16,0-2 1-16,0 2 6 0,-2-2 1 0,2 2-3 0,0 0 1 0,0-1-4 0,0 1 8 15,-1-1-2-15,2 1-3 0,-1 0-3 0,0 0-1 16,0 0-2-16,0 0 6 0,0 0-2 15,0 0-2-15,0 0 1 0,0 0 0 0,-1 1 3 16,1-1 0-16,0 1-1 0,-2-1-7 0,2 0 8 0,0 0-4 0,0-1 2 0,0 1-1 0,0 0-2 16,0 0 2-16,0-1 2 0,2 2-2 0,-2-1-16 47,0 0 13-32,0 0 1 16,0 0 18-15,0 0-11 0,0 0-15-1,0 0 17 17,0 0-23-17,0 0 16-15,0 0-16 16,0 0 4-1,0 0-4 1,0 0 5 0,1 49 3-1,6 36 9-15,-4-66-4 0,0 2 6 16,3-3-6-16,-1 4 0 0,0-1 6 0,1-1-3 16,-1 0 0-1,4 0 5-15,-1-2-3 0,0-1-1 0,-1-1 4 16,2-1-5-16,0-5-5 0,0 1-1 0,3-5-39 0,-1-2-41 15,-1 0-39-15,2-4-54 0,-1 0-75 0,3-3-62 0,-4-2-73 16</inkml:trace>
  <inkml:trace contextRef="#ctx0" brushRef="#br1" timeOffset="45147.1598">4252 10893 948 0,'-2'0'14'0,"4"0"3"0,-2 3 1 16,0-2-1-16,-2-1 12 0,4 3 26 0,-2 1 13 0,0 2-1 31,1 2-12-31,1 0 32 0,-2 4 2 0,0 0 4 0,1 3-4 16,-2 0-27-16,1 2-13 0,0-3 4 0,1 0-8 16,1-1-32-16,1-4-7 0,0 4 1 0,2-4-7 0,-2-2 3 15,3 0-1-15,-1-1-2 0,0-2 10 0,1 0 2 0,0-3 17 16,2-1 6-16,-1 0 14 0,1 0-2 0,-1-2 15 15,0-2 4-15,-1-3 5 0,2-2-4 0,1 2-7 16,-1-6-9-16,-1-1-9 0,-1-1-4 0,0-2-7 0,1-4-1 16,-1 3-9-16,-3-5-2 0,0 1-7 0,1 2 8 15,-1-1-4-15,0 0 8 0,-3 4 3 0,3 1 4 0,-3 2-3 0,-3 2 3 16,3 5-1-16,0 2-1 0,-3 4-2 16,3-2-8-16,-2 6-16 0,1-2-5 0,-1 3-1 0,0 2 5 15,1 1-2-15,1 5-5 0,-2 5-1 0,2 2 4 0,0 3 5 0,0 8 2 16,0 3-1-16,2 1 1 0,1 3-5 0,2 1 3 0,-2 0-7 15,5 2 2 1,-2 1 5-16,4-2-9 0,-1-1 5 0,-1 1-5 0,2-3 9 16,-1 1-9-16,0-1 10 0,3-2-4 0,-4 0 0 0,-1-5 8 0,1 0 3 0,-3 2 7 0,1-5 1 0,-4 0 8 31,1-5-2-31,-4 0 31 0,-3-4 1 0,1-2 10 16,0-1-1-16,-2-3 7 0,0-3 19 0,0-2 9 0,-2-2 2 15,1 1-25-15,-4-2-7 0,2 0-14 0,-4-2 0 16,-1-2-14-16,-3-2-18 0,2-1-5 0,-4-1 5 0,2-6 3 15,1 2-1-15,0-4 3 0,1-3-3 0,3 2 3 0,-1-1 0 16,2-3-13-16,5-2-7 0,0 0-8 0,5-1 0 0,2-1-1 16,6-6 1-16,2-1-9 0,7 0-8 0,5 0 12 0,3-5-4 15,4 1-3-15,1 1-3 0,6-3-16 0,-1 2-17 16,0-1-27-16,1 4-17 0,-1-1-46 0,-2 1-35 0,-1 5-47 0,-2 0-45 16,-3 4-50-16,-2 4-30 0,-5 2-39 15,-2 1-40-15</inkml:trace>
  <inkml:trace contextRef="#ctx0" brushRef="#br1" timeOffset="45855.5553">3469 12564 457 0,'2'-9'27'0,"-2"-1"15"0,0 1 22 0,0-1 16 16,0 2 24-16,-2 3 20 0,-1-3 11 0,0 4 23 15,0-2-9-15,1 0-5 0,0-3 0 0,-1 1 8 0,0 2-18 16,3-2 13 0,-2 4 8-16,1-4-2 0,-2 5-5 0,-2-3 2 0,2 5 7 15,3-2-17-15,-5 3 3 0,2 3-31 0,1-3-16 16,-1 1-25-16,1 0-11 0,1 4-11 0,-2-5-28 0,0 7-12 16,0-2-4-16,0 2-3 0,-2 3-4 0,0 7 5 0,0 2 0 15,-1 3 6-15,1 3 17 0,1 3 4 0,0 0-2 16,3 2 1-16,1 2 5 0,1-1 2 0,3 2-4 0,0 0-7 15,-2 1-17-15,4 4 0 0,0-1 5 16,-3 2-2-16,2 2-6 0,-1 0-6 0,-3 0 7 0,2 0 6 0,2-2-5 0,-2-1 1 16,0-4-44-16,-3-2-13 15,3-6-53-15,-3 2-41 0,2-3-49 0,-4-3-57 16,-3-2-43-16,-4-4-47 0,1 2-17 0,-3-6-20 0,-1 0 10 0</inkml:trace>
  <inkml:trace contextRef="#ctx0" brushRef="#br1" timeOffset="46008.7492">3167 13341 782 0,'-14'-12'27'0,"-2"-1"27"16,2 2 33-16,0-1 20 0,4 2 31 0,4 1 27 0,-4 3 24 31,6-3 4-31,1 4-18 0,1-2-25 0,5 0-37 0,-1 0-19 16,9-1-35-16,-2-2-22 0,1-1-23 0,7 0-8 15,5-3-13-15,-1-3 11 0,6 2-1 0,4-2-3 0,1 0 8 16,1 1-10-16,3 1 1 0,-1 1-10 0,-2 1-22 0,2 4-43 16,-3 1-47-16,-2 2-47 0,-5 0-61 0,0 2-50 15</inkml:trace>
  <inkml:trace contextRef="#ctx0" brushRef="#br1" timeOffset="46825.8454">3714 13055 427 0,'6'0'16'16,"-1"0"15"-16,-5 0 24 0,3-1 16 0,-3 1 9 0,0-3 23 16,0 6 13-16,0-2 9 0,-3-1-12 0,3 3-14 0,0-3-16 15,-2 3-18-15,2-3-5 0,-1 2-24 0,1-2-6 0,0 2-11 31,-2 1 3-31,2-3 3 0,0 3 15 0,0 1 9 16,3 0 22-16,-1 4 17 0,1 1 1 0,-3-1 8 0,5 7-4 16,-3-1-7-16,1 6-15 0,0-1 12 0,0 0-20 15,-1-2-19-15,4 5-10 0,-3-1-6 0,2-3 0 0,1 1 4 0,-1-2-6 16,2-2-22-16,0-2-5 0,-1 0 5 0,1-4-1 16,1-2 2-16,-2-2-4 0,0-1-4 0,2-3 0 0,-1-1 5 15,-1-1-4-15,2-2 5 0,-2-2 2 0,1-3 2 0,-1-1-1 16,3-4 0-16,-1-3-1 0,-3-3-5 0,0 0 1 0,1-3 1 15,0-1-8-15,-3 0 0 16,-1 0 6-16,-2 0-2 0,0 0 5 0,-2 2 0 0,1 4 3 0,-3 0-4 0,0 2 13 16,4 15 1-16,0 0 4 15,0 0 9-15,0 0-5 0,0 0 9 0,0 0-12 16,0 0 2-16,0 0-6 0,-9 12-16 16,-1 22 7-1,10-14-5-15,0 4-5 0,3 3-2 0,2 1 5 0,0 0 2 16,1 1-3-16,2 2 3 0,-2 1 4 0,4-1-6 15,-1 0 1-15,-1 0 4 0,2-2-3 0,-4 3 1 0,2 0-1 16,-2-1 5-16,0 0 1 0,1 0 14 0,-4-1 0 0,2 3 2 16,-1-1-2-16,-2 0 1 0,1-3 26 0,-3 4-7 0,-3-6-2 15,0 2-8-15,-3-4 6 0,1 0-8 0,-3-4 5 16,1-2 1-16,-2-2-20 0,0-2 0 0,-1-1-4 0,-1-3 9 16,-2-3-11-16,4 0 13 0,-2-2-6 0,-2-6 1 0,3 0 7 15,0-1-5-15,0-7-4 0,-1 0-7 0,0-4-1 0,5-2-2 16,-2-7-18-16,3-2-9 0,-1-3-26 0,3-3-17 15,3-1-11-15,5-3-30 16,0-1-29-16,2 2-35 0,1 1-22 0,3 0-37 0,0 2-15 16,3 0-27-16,2-1-30 0,0 1-23 0</inkml:trace>
  <inkml:trace contextRef="#ctx0" brushRef="#br1" timeOffset="47645.3441">4185 13184 537 0,'0'0'15'0,"0"0"4"0,0 0 12 0,0 0 7 0,0 0 6 0,0 0-3 16,0 0 9-16,0 0 1 0,-3 12-19 0,3-12 1 31,0 0 6-31,0 0 1 0,0 0 1 0,0 0 28 0,0 0-6 16,0 0 3-16,3 19 31 0,-3-19 11 0,0 0-4 0,0 0-14 15,0 0 0-15,0 0-9 0,0 0 7 0,0 0-4 0,30 73-29 16,-30-73-12-16,0 0-10 0,0 0 4 0,40 75-6 16,-34-63-17-16,3-3-8 0,-1 1-7 0,0-3 8 0,3 1-4 15,-3-4-3-15,0-1 4 0,2-3 5 0,-1 2 1 0,-1-4 0 16,-8 2 6-16,0 0 10 0,0 0-7 16,47-75-1-16,-44 55-14 0,1 1 1 15,-3 0 4-15,1-1-2 0,-2 1 6 0,0 0 5 16,0 2 5-16,0 2 15 15,0 1 11-15,0 4 5 0,-2 0 1 0,2 10 3 0,0 0 2 16,0 0-5-16,0 0-11 0,0 0-15 0,0 0-13 0,0 0 0 0,-5 34-24 47,2 24 6-47,6-33 4 0,-3 4-5 0,2 4 14 0,1 0-10 16,2 0 10-16,0 4-2 0,1-1-9 0,-1 0 2 15,4 2 5-15,-2-1-5 0,1 2-10 0,1 0 10 0,-1-1-5 16,-3 1 12-16,3 2 6 0,-3-3 10 0,0 4-7 0,0-2 10 15,-2 0 1-15,-3-1-11 0,2-3 4 0,-4-1-5 16,1-2-3-16,-1-3-5 0,-3-2-4 0,-2-7 1 0,2 1 6 16,-1-6 10-16,1-3 14 0,-3-1-3 0,2-3 7 0,-2-6 0 15,3 2 3-15,-3-2-7 0,-1-3-8 0,-1-3-3 16,-1 2-9-16,-3-3-2 0,0 1-2 0,-2-3-3 0,0-1 9 16,0-1 9-16,0-1 1 15,-1-4 2-15,1 5 4 0,1-5 7 0,-3 1 2 0,4-1 3 0,3-2 0 0,0 1-2 0,1-1-2 16,7 1-12-16,0-5-3 15,3-1-7-15,3-2-10 0,5-1-5 0,2-4 2 16,4-2-12-16,2 0 5 0,3-3 5 0,4-4-10 0,2 3-3 0,2-2 12 0,3-1 0 0,0 0-4 16,-1-3 1-16,4 3-2 0,-2 1-4 0,-2 2 5 0,1-1 10 15,-3 5-14 1,0 2 6-16,-3 1-15 0,1 4-35 0,-5 2-31 16,-2 2-43-16,-1 1-51 0,-4 6-68 0,-5 2-62 0,-2 6-56 15,0-2-58-15</inkml:trace>
  <inkml:trace contextRef="#ctx0" brushRef="#br1" timeOffset="48851.8344">4794 8915 1362 0,'1'0'35'0,"-2"0"39"0,2 0 45 0,1 0 34 0,-2-2 29 31,-2 4 25-31,1-2 10 0,1 0 5 0,-2 0-32 0,2 0-40 0,0 0-49 0,0 0-31 0,5 0-27 0,1 0-26 31,5-2-12-31,2 0-3 0,7 2-5 0,3-3 6 0,4 1-5 16,1-1 2-16,2 1-9 0,3 0-39 0,-3 2-40 15,-3 0-63-15,-3 4-54 0,-4-1-85 0,-1-3-68 16</inkml:trace>
  <inkml:trace contextRef="#ctx0" brushRef="#br1" timeOffset="48999.643">4852 9069 1580 0,'-14'7'41'0,"3"-3"33"0,4-3 27 16,4 0 23-16,0-1 24 0,-1 3 3 0,2-3 7 0,0 2-1 0,4-1-45 16,2-1-32-16,1 0-23 0,5-1-27 0,0 2-18 0,7 0-4 15,0-1-5-15,9 0-3 16,0 0 4-16,6 0 0 0,-2 0-26 0,3 1-40 16,1-1-57-16,-3 2-57 0,-2 0-82 0,-1-2-84 0</inkml:trace>
  <inkml:trace contextRef="#ctx0" brushRef="#br1" timeOffset="49634.8758">4931 10842 1927 0,'-1'2'35'15,"1"2"24"-15,0-2 27 0,4-4 32 0,-7 4 13 0,3-1 12 16,-3 2 1-16,3-2 0 0,2 0-35 0,-2-1-24 16,1 2-23-16,4 0-34 0,1-2-16 0,2 1-9 0,2-1 4 15,5-1-1-15,-2-1-2 0,8 0-1 0,-1 0-3 0,3-1 4 16,-3 3 2-16,5-3-23 0,-5-1-61 0,0 3-71 0,-3-3-64 16,-4 4-73-16,1 0-86 15</inkml:trace>
  <inkml:trace contextRef="#ctx0" brushRef="#br1" timeOffset="49786.3961">5010 10967 1960 0,'-11'9'47'0,"3"-2"39"0,2-5 34 0,3 0 21 15,1 0 22-15,-1-2 25 0,1 4 5 0,2-3 2 0,0-1-53 16,2 0-37-16,3 0-32 0,-2-1-21 0,8 1-19 16,-2-1-28-16,7-2-7 0,3 0 7 0,2 1 3 0,4-2-19 15,1 0-30-15,2 0-39 0,-1-1-56 0,-2 2-60 0,0 2-60 16,-4 1-89-16,-4-3-85 0</inkml:trace>
  <inkml:trace contextRef="#ctx0" brushRef="#br1" timeOffset="50404.4098">4895 13071 2017 0,'-3'4'42'0,"3"3"26"16,-2-7 23-16,7 0 23 0,-5-2 17 0,-2 1 15 0,1-3 21 0,1 4 3 15,1 0-26-15,3 0-18 0,0-3-19 0,5 3-23 16,1 0-11-16,1 0-16 0,7 0-20 0,0-1-2 0,3-2-14 16,1 1-6-16,0-1-6 0,3 0 4 0,0-2-11 0,-2-1-42 15,2 0-55-15,-3 1-75 0,-4 1-87 0,2 3-89 16,-7-3-98-16</inkml:trace>
  <inkml:trace contextRef="#ctx0" brushRef="#br1" timeOffset="50571.6515">4912 13297 2818 0,'-3'5'38'0,"0"1"8"0,-2-5 27 15,10-2 8-15,-5-3 5 0,-2 2 5 0,5 0-2 0,2-1 0 16,5-2-38-16,5 0-8 0,1-2-22 0,6 0-13 15,2 0-4-15,3-2-5 0,3-1-2 0,-3 3 7 0,2 0-5 0,-3 2-3 16,1 0-27-16,-2 3-39 0,-1-1-43 0,-5 6-62 0,0-1-71 16,-6 4-78-16,-2-1-62 0</inkml:trace>
  <inkml:trace contextRef="#ctx0" brushRef="#br1" timeOffset="61441.5789">5462 5441 54 0,'63'38'39'15,"-63"-38"18"-15,0 0-18 0,0 0-3 0,0 0 5 0,0 0 15 0,43 5-42 0,-43-5 44 16,0 0 4-1,0 0-9-15,0 0-4 0,0 0 4 16,0 0-6-16,49-7 4 0,-49 7 6 0,0 0 10 0,0 0 3 16,0 0 1-16,0 0 9 0,0 0 3 0,0 0-7 0,73-36 5 0,-73 36 11 15,0 0 5-15,0 0-12 0,0 0-3 0,36-43-10 16,-38 36 10-16,2-1 0 0,2 0 9 0,-4-1-24 0,-2-1-6 16,3 0 16-16,-1 3 1 0,-1-3 3 0,-1 1-13 0,0 0-2 15,-1-2-17-15,0 4 4 0,-1-2 12 0,-2-1-19 16,0 1-2-16,2 1-2 0,-5 1-7 0,4 2-3 0,-2 2 6 15,-2-2-9-15,1 4-21 0,-1 1 1 0,-1 1-6 0,-1 0-8 16,0 3 4-16,-4 3-4 0,4-2-6 0,-3 5 11 0,2-3 0 16,0 6-4-1,1 1 7-15,1 1 0 0,2 1-2 0,2 4 13 0,-1 2-5 0,3-1-3 0,2 6 2 0,1-2 1 0,3 3-6 16,0-1 0 0,3 2-1-16,4 2-4 0,-1-4 5 0,5 0 5 15,0 2-9-15,3-3 4 0,1-2 4 0,3 0 6 0,3-2-7 0,1-3-2 16,2-1 6-16,0-2-15 0,-2-4 10 0,5 1-2 15,-2-6-38-15,0 0-29 0,-1-2-30 0,-1-3-52 16,-2-2-54-16,0-2-55 0,2-5-61 0</inkml:trace>
  <inkml:trace contextRef="#ctx0" brushRef="#br1" timeOffset="62512.3693">5914 4884 710 0,'0'0'31'0,"0"0"4"0,0 0 6 0,0 0 20 15,0 0 6-15,0 0 15 16,0 0 5-16,0 0-10 0,0 0-6 0,0 0-12 0,0 0-3 0,0 0-25 0,0 0 0 15,-25 83-20-15,22-40-2 16,6-28 1-16,2 1-5 0,1-4 3 0,2 1-10 0,0-4 6 0,0 1-4 0,2-3 13 0,0-2-6 16,-2 1 7-16,2-2 7 0,2-4 12 0,-4 0 17 15,2-3-2-15,2 2 10 0,-4-3-5 0,4-3 13 0,-2-2-3 32,0-3-6-32,-2 2-17 0,4-2 2 0,-4-3-7 15,0 1 7-15,0-3-3 0,-2 0-6 0,-1-2-2 0,0 4-5 0,-2-4 4 16,-1 2-17-16,-1 0 9 0,1 2-9 0,0-2-4 15,-4 3 1-15,2 2 0 0,-2-1 10 0,1 5 2 0,1 0 4 16,-2 5-5-16,2 1-5 0,0 2-1 0,-3 0-5 0,3 2-5 16,0 0-8-16,0 3-5 15,0 0-2-15,0 5 4 0,-3 2-6 0,3 5 1 0,0 3 4 0,0 4 7 0,0 4 2 16,-2 4-5-16,-1 4 4 16,1 0 0-16,-1 3-1 0,0 1 2 0,0 0-2 0,0 1-6 0,1-1 3 0,1-2 2 0,1 0-5 15,0-4 0-15,-2 2-1 0,4-6 5 0,-2 3-4 16,1-3 5-16,1-3-8 0,-2-1 4 0,2-2 7 0,-2-5-1 15,1-2 4-15,-1-2-7 0,0-3 7 0,0-2 1 0,0-3 13 32,3-3 6-32,-6-1 19 0,2 0 19 0,-1-3 23 0,-1-1 28 15,-2-3-1-15,3 1-1 0,-4-3-7 0,-2-2-14 16,-3-2-17-16,3-2-25 0,-3-3-16 0,0-4-29 0,0 2 1 16,-3-5-2-16,1 1-4 0,2-4 7 0,-5 4 5 0,7-1 7 15,-5-2-2-15,1 4-5 0,-1-2 3 0,6 3-1 16,0 0 4-16,-2 3 6 0,6 0-9 0,-3 2 4 0,4 2-5 0,3 3 4 15,0 1-6-15,2 0-1 0,3 1 1 0,2 1-11 16,6-2 3-16,0 1-3 0,7-3-4 16,4 0 7-16,4 0-3 0,2 1 3 0,5-3-8 0,0 2 5 0,0-2-3 15,1 2 0-15,0 1-7 0,-3 1-44 0,2-2-28 0,-5-1-33 16,2 3-39-16,-7 1-54 0,2 0-42 0,-6 0-54 16,-1-1-48-16,-3 3-31 0</inkml:trace>
  <inkml:trace contextRef="#ctx0" brushRef="#br1" timeOffset="68082.87">5650 6772 457 0,'0'0'26'15,"0"0"11"-15,0 0 12 0,0 0 10 0,0 0 10 16,5-18 7-16,-5 18 7 0,0 0-5 0,0 0 5 0,0 0-10 0,0 0-4 15,0 0 2-15,0 0-12 0,0 0-2 16,0 0 1-16,0 0 9 0,0 0-2 0,0 0 2 0,0 0-12 16,0 0-5-1,0 0 1-15,5-14 4 0,-5 14-2 0,0 0-4 0,0 0-6 16,0 0-13-16,0 0 4 0,0 0 12 0,0 0 3 16,11-19-3-16,-11 19 12 0,0 0-7 0,0 0 3 0,0 0 3 15,0 0-3-15,0 0-11 0,0 0-5 0,33-35-5 0,-33 35-14 16,0 0-3-16,0 0 1 15,30-4 1-15,-30 4 13 0,0 0 9 0,0 0-1 0,68 13-4 16,-60-9 1-16,5 5 0 16,-4-1 2-16,1 1-4 0,2 3-27 0,-2-1-4 0,-2 3 2 0,3 1 0 0,-5 1 7 15,0-1 0-15,-1 2 0 0,-3 2-5 0,4-2-4 0,-5 2 6 16,1 1 3-16,0 0 2 0,-4 0-14 0,-1 0 5 0,1-1-5 16,-2 1-5-16,-1-3 14 0,0-1-6 0,2 0 4 15,-2-2-12-15,0-2 10 0,-2-2-2 0,4-3-2 0,-2 1 15 16,0-1-18-16,2-5 10 0,3-2 12 31,0 0 16-31,0 0-2 16,0 0 6-16,0 0 4 0,0 0 1 0,0 0-4 0,0 0 2 15,0 0-7-15,0 0-16 0,23-106-16 16,-15 85-8-16,-1-2-1 0,1 0 9 16,3 0-4-16,-3 1 0 0,3-2-2 0,-2 0 15 0,1 2-12 15,-1 0 1-15,-1-2 3 0,-2 4 4 0,2-1 6 16,-3 3 3-16,-2 0 4 0,3 3 12 0,-3 0 18 0,-1 1 20 15,1 4 1-15,1-1 2 0,-3 1 26 0,2 2 2 0,-3 1 9 16,2 2-11-16,-2 5-3 0,0 0-23 0,0 0-5 0,0 0-5 16,0 0-26-16,0 0-13 0,0 0-10 0,0 0-25 15,0 0-12-15,0 0 2 16,-10 48 14-16,10-31 7 0,0 2-4 16,0 3 0-16,0 0-1 15,0 2 3-15,-3 0-4 0,3 0 4 0,3 1 7 16,-1 0-5-16,3 0 1 0,1-3 6 0,1-1-4 0,3 0-13 0,0 0-32 0,1-4-27 0,3-1-35 0,-1-3-33 31,4-3-44-31,2 0-45 0,-3-1-52 0,3-4-40 16,-1-2-41-16,0-3-52 0,3-3-50 0</inkml:trace>
  <inkml:trace contextRef="#ctx0" brushRef="#br1" timeOffset="69119.5589">6444 6747 618 0,'0'0'-38'0,"0"0"12"0,0 0 0 0,0 0 9 16,-13 17 14-16,13-17 46 0,0 0 27 16,0 0 0-16,0 0 11 0,0 0-9 0,0 0-1 0,0 0-20 15,0 0-6-15,0 0 5 0,0 0 19 0,0 0-8 0,0 0 16 16,0 0 11-16,0 0-2 0,7 15 1 0,-7-15 7 0,0 0-24 16,0 0-12-16,0 0 6 15,0 0-25-15,69 36-9 0,-52-36 5 0,-4 0-2 0,1 0-4 16,-1 0 6-16,3 0-11 0,-3-3-17 0,0-1 0 0,0 1 5 0,0 0-8 0,0-3 0 15,-2 3-5-15,-1-4 5 0,0 0-5 0,-3 2 11 0,2 0 2 16,-3-3 17 0,-1 1 3-16,-2 1 21 0,0-2 13 0,-1 1 4 15,1 1 11-15,-4-2 8 0,-1 0 12 0,0 1-14 0,-1 0-4 0,-3 0-20 0,-2-1-7 0,2 1-7 0,-1-1-3 16,-1 2-8-16,-1-2-14 0,1 4-10 0,-1-1-2 0,-1 2-3 31,-1 1 1-31,3 1-4 0,-2-1-1 0,-2 4-11 16,4 0 1-16,0 1 5 0,-3 0-2 0,3 4 1 0,0 1-3 0,0 1 3 15,-1 3-2-15,1 1 8 0,0 3-10 0,2 1-1 16,-2 0 4-16,3 2 2 0,2 2-3 0,1-3 8 16,2 2-5-16,4-1-2 0,-1 0 10 0,5-2-5 0,4 0 0 0,-2-1-4 15,4-3 4-15,0-1-8 0,3-2 5 0,1 0-17 16,1-3-30-16,0-3-20 0,5 1-33 0,-1-3-43 0,-1-1-49 16,2-3-48-16,0-1-54 0,3-2-35 0</inkml:trace>
  <inkml:trace contextRef="#ctx0" brushRef="#br1" timeOffset="70054.9398">6961 6232 1064 0,'-2'0'19'0,"2"0"16"0,2 0 17 0,-2 0 3 0,0 0 7 0,-2 2 6 0,2-2 0 16,-1 3-4-16,1-3-19 0,0 0-16 0,-2 5-17 0,2-1-9 0,2 1-3 15,-1 2-5-15,1 1 1 0,-2 4 7 0,5 1 3 16,-1 2 31-16,1-2-3 0,0 1 7 0,1-1-4 15,-1-1-1-15,4 0-4 16,-3-1-1-16,4-3 1 0,-2-1-31 0,3 1 10 16,0-3 11-16,-1-3 19 0,0 1 7 0,0-4 8 15,0-1 12-15,2 0-8 0,-1-4 0 0,3-2-3 0,-4-2-8 16,3 0-21-16,2-3-4 0,-2-6-5 0,1 4-14 0,-3-3 4 16,2 0 5-16,-2 0 0 0,0 0-4 0,-2-2 6 15,-2 4-11-15,1-1 10 0,-2 0-9 0,-2 3 10 0,1 1 3 16,-3 2-7-16,1 4 0 0,-3 1 0 0,0 1 1 15,0 3-5-15,0 1 8 0,0 2-17 0,-3 1-16 0,3 1 11 0,-2 4 3 16,-2 1-3-16,3 3 1 16,-1 4 2-16,0 2-5 0,-1 5 10 0,2 2 5 0,-1 5-5 0,-1 3-7 0,3 1 4 15,0-1 7-15,3 4-9 0,0-2 6 0,0 3-3 16,5-4-2-16,-2 1 4 16,4-1-2-16,-2-3-3 0,1-1-7 0,-1 2 8 0,-3-5-2 0,3-1-2 0,-2-3 3 0,-3 2 3 15,-3-7 4-15,3-3 2 16,-3 1 1-16,-3-4-7 0,0-3 11 0,0-1 2 0,0-2 9 0,-2-2 14 0,2 0 14 15,-3-2 5 1,-4-1 4-16,2-1 14 0,-3-3-3 0,0 0 13 0,-1-3 7 0,0-1-8 0,-2 1-25 0,1-3-5 0,4-2-5 31,-2 1-1-31,3-1-6 0,0-3-13 0,3 2-18 0,-1 0-10 16,3 0 15-16,0-1-4 0,1-1 1 0,4 3-6 16,3-3-6-16,2 0 2 0,4-1-2 0,2-1-3 0,3 0-4 15,7-2-11-15,0 2-22 0,5-2-20 0,-1-1-19 0,5 1-32 16,1 2-33-16,-3 2-32 0,2 0-31 0,-4 4-41 0,2-2-35 15,-3 1-39-15</inkml:trace>
  <inkml:trace contextRef="#ctx0" brushRef="#br1" timeOffset="77295.9924">6080 8632 83 0,'0'0'43'0,"4"-19"-17"0,-4 19 0 16,0 0 8-16,0 0 8 0,0 0 0 0,0 0 3 0,0 0 1 15,4-12-7-15,-4 12 1 0,0 0-2 0,0 0-5 16,0 0 6-16,0 0 1 0,0 0-5 0,0 0 15 15,0 0-12-15,0 0-4 0,0 0-5 0,0 0 6 0,0 0-2 16,0 0-6-16,0 0 5 0,0 0-16 0,0 0 13 0,0 0-6 16,0 0-7-16,0 0 9 0,0 0-5 0,0 0 9 15,0 0-15-15,0 0 26 0,0 0-19 16,0 0 4-16,0 0-2 16,0 0 7-16,0 0 2 0,0 0-1 0,0 0-3 15,0 0-5-15,0 0 3 0,0 0-9 0,0 0 5 0,0 0-22 0,0 0 20 31,0 0 1-31,0 0-12 0,-14-8 9 32,14 8 5-1,0 0-13-31,0 0 9 16,-13-4-7-1,13 4 23 1,0 0-15-16,0 0 11 0,0 0 4 0,-14 0-9 0,14 0 4 0,0 0 4 15,0 0-2-15,0 0-7 16,0 0-8-16,0 0-7 0,0 0 7 0,0 0-1 16,-13-3-11-16,13 3-7 31,-15 0 9 0,2 3-14-15,1-1 7 15,12-2-10 0,-15 3 15 1,0 2-11-17,2 2 17 16,13-7-11 1,0 0-3-17,-13 8 1 17,13-8 3-17,-16 8 3 16,5 0 6 1,11-8-4-1,0 0 5-15,0 0-28-1,0 0 11 1,0 0 23 15,0 0-21-15,0 0 20-1,0 0 18 1,0 0-17-16,0 0 3 0,0 0 1 0,0 0 1 0,0 0-5 0,0 0-19 16,0 0 1 15,0 0 16 0,0 0-15 0,0 0-7-15,0 0 13 15,0 0 8-15,0 0-18 15,0 0-10-15,0 0 30 31,0 0-37-32,0 0 23-15,0 0 14 31,0 0-19-31,0 0-3 32,-16 13-7-17,16-13-3 17,-12 14 25-32,12-14 7 15,-11 15-21 1,11-15-15-1,-8 13 23-15,1 3 0 32,-1 7-6-17,1 1 20 17,2-1-15-1,3-1-15-16,1 3 29 17,2-3-12-17,-1-22 12 17,2 29-15-32,-2-29 16 0,5 29-14 15,-1-9-19 16,-1 1 29-15,-3-21 7 0,7 22-24 15,1 10 0-31,-7-28 5 16,1 1 1-16,0-2 0 0,-1-1 0 0,1 3 4 0,-2-2 1 15,4 1-6-15,-4 1 5 0,0-3-6 0,3 2 0 0,-1 0 0 16,-2-2 3-16,2 1 0 0,1 2 0 0,-2-1-1 15,1-3 1-15,1 3-3 0,-3-1 5 0,2 0-4 0,3 1 3 0,-4-2-7 16,1 2 3-16,2 0 3 0,-1 0 0 0,2 0-1 0,0 0-1 16,-2 0 2-16,0 1 0 0,4 0 0 15,-3-3-1-15,3 3 3 0,-4-1-1 0,3-3 5 16,-1 4-5-16,0-2-4 0,2 2 0 0,-2-3 6 0,0 3-3 0,2-5-3 0,-3 5 0 16,4-1 3-16,-2 0-2 0,-2-1 10 0,2-2-6 0,-1 3 4 15,1 0 1-15,0-3 11 0,1 2-4 0,-1-1 4 0,0-1 2 16,2 0-1-16,-2 0-2 0,-1 1 2 0,0-2-6 15,1 2-6-15,-1-2 5 16,1 0-12-16,-1 0 7 0,0 0-5 0,-2 0 4 0,3-2 0 0,-1 0 7 0,1 1-5 0,-3 0 2 16,2 0 9-16,-3-1-7 0,4 2 2 0,-1-3 2 0,1 3-7 15,-1 0 3-15,0-1 0 0,-2 0-6 0,2-1-3 0,0 1-2 32,-1 0 2-32,1-2 2 0,-2 2-1 0,2-1-2 0,-2 1-2 15,2-3-5-15,0 4 4 0,-1-2 4 0,2-2-3 0,-1 1-3 16,2 1 1-16,-1-3-1 0,-3 4 3 0,5-3 2 15,-2 1-2-15,-3 1 0 0,2-1 1 0,0 1 1 0,0-1-4 16,1-1 19-16,-3 1 6 0,3-2 9 0,-2 1 3 0,-1 1-3 16,3-3 0-16,-1 1 3 0,1 0 1 0,-3-1-17 0,0 2-5 15,2-1-2-15,-3 0-1 0,1-2 2 0,2 4 9 16,-2-2 0-16,0 0 3 0,-2-1 8 0,1 0 0 0,1 0-6 16,-3 0-2-16,2 1-2 0,-1-1-7 0,1 0-5 0,0-1 2 15,-2 0-11-15,3 0 1 0,-3-1 2 0,3 3-3 0,-1-1 1 16,-1 0-1-16,1-1 1 0,0 0 2 0,1-1-5 15,-1 1 4-15,0 0 7 0,-2 0 2 0,0 0 5 0,2-1-4 16,-1 4 2-16,1-2-4 0,-2-1 12 0,1 3-6 0,-1-4-7 16,0 3 4-1,2-1-3-15,-2 0 10 0,0 1 5 0,0-2 5 16,-2 3 0-16,2-1 5 0,-1 0 3 0,-1 0-5 16,2 0 1-16,0-2-8 0,-3 3-1 0,3-4-7 0,0 3-4 15,-2-3-4-15,0 1-7 0,0-2 2 0,1 4-5 16,-3-3 2-16,3 1-7 0,-1-2 1 0,2 4 11 0,-3-2-7 0,1-1 3 15,1 2 9-15,-1-2 7 0,0 1 3 0,-1-1 8 0,3 2 2 16,-3-2-10-16,0 1 7 0,-1-1 3 0,0 2 2 0,1-1-5 16,0 1-5-16,-2 1-3 15,0 0-12-15,2-2 5 0,-5 0-1 0,2 0-2 0,0 1-13 16,-1-1 1-16,-2-2-4 0,1 1 1 0,-2-1 6 16,2 1-3-16,-4 1-10 0,4-3 8 0,-3 1-5 0,-2 0-3 0,4 2-24 0,-4-2-36 0,0 1-31 15,1 0-39-15,-2 0-64 0,-1 1-73 0,-2 5-51 16,-3-1-88-16,-3 6-61 0</inkml:trace>
  <inkml:trace contextRef="#ctx0" brushRef="#br1" timeOffset="82848.3714">5956 10778 802 0,'0'0'28'0,"0"0"-7"0,0 0 9 0,40 32 4 0,-40-32-3 16,0 0 7-16,0 0 3 0,0 0 1 0,0 0 4 0,0 0-9 15,0 0-1-15,21 11 4 0,-21-11 6 0,0 0-5 0,0 0 1 32,0 0-1-32,0 0-6 0,0 0 14 0,0 0 10 15,71 8-1-15,-71-8 2 0,0 0 5 0,0 0-11 0,133 2 6 0,-117-6 2 16,-2-1 5-16,0 1-7 0,0-1-1 0,-1-3-9 16,1 1 5-16,-4 1 13 0,1-5-12 0,-2 4-3 0,-1-3-5 15,-3 2 4-15,0-1 1 0,-2 1 16 0,-1-1-4 0,-4 1-8 16,1 0 2-16,-3 0 4 0,1 2-4 0,-2-2-7 0,-3 1-12 15,2-2-11-15,-5 2-2 0,1-2 0 0,1 4 1 16,-5 0-11-16,1 1-3 0,2 1-4 16,-2-1 2-16,-2 4 4 0,0 0-9 0,1 3-4 0,0-2-3 0,1 3-1 0,-1 2 7 15,1 1-8-15,-1 1-1 16,1 1-1-16,-1 3 1 0,2 0 4 0,-1 5 4 0,2 0 4 0,1 5-4 0,-2-1 5 0,4 3 4 16,3-1 0-1,4 0 5-15,-1 1-2 0,5 0 4 0,2-3-7 0,1 0 1 0,5-1 0 0,2-1-1 0,1 0-3 16,5-3-3-1,0 1-5-15,5-4 0 0,1-1 2 0,2-2-2 16,0-2 6-16,3-4-7 0,3 3 0 0,-1-5 4 0,0-2-12 16,1-1-32-16,-3-2-18 0,0-2-53 0,-2 0-42 15,-1-2-57-15,-3 1-64 0,-4-5-68 0,-1 4-52 0</inkml:trace>
  <inkml:trace contextRef="#ctx0" brushRef="#br1" timeOffset="83767.7877">6601 10294 1127 0,'0'0'26'0,"-2"-4"19"0,6 4 8 16,-4-1 33-1,0 1 8-15,-2 1 16 0,0 1 0 0,0 0 0 16,2 0-24-16,0-1-17 0,0-1-13 0,0 3-31 16,0-2-8-16,0 2-21 0,2-3-2 0,-2 3 6 0,2 1-4 15,0 2 5-15,0 3 9 0,-1 1 19 0,3 2 13 0,-1 2 7 0,3 3 0 16,-1-2-10-16,2 1 4 0,0 0-2 0,1-2-2 16,0 1-26-16,3-3-16 0,0-3 0 0,-1 0 5 0,2-1 12 15,-1-3 4-15,2 1-2 0,1-5 5 0,-4-1 15 0,4-1 10 16,-1-5 4-16,1 1 1 0,-2-4-8 0,0-4 2 0,2 1 3 15,-3-5-1-15,3 1-9 16,-3-5-1-16,-1 1-13 0,-1 0 5 0,-3-2 5 0,-1 1-5 0,-2-1-6 0,1 2-5 16,-3 1 15-16,1 1 4 0,-4 1 18 0,2 4-6 0,-1-2 1 15,-1 3-5-15,0 4 2 0,-1 2 1 0,0-2-15 0,1 6-11 16,1-1-9-16,-1 1-11 0,-1 4-4 0,1-1-3 0,2 3 0 16,0-1 0-1,-4 6-1-15,4 1-1 0,-3 5 6 0,0 5 1 16,1 1 2-16,0 5 6 0,-4 3-10 0,4 0 6 0,1 5-1 15,-3 0 0-15,3 2-3 0,1-2 1 0,0 2-7 16,1-1 3-16,1-2 11 0,1 1-4 0,-1-1 0 0,1-3-7 16,0-1-6-16,-1-1 9 0,1-1 5 0,-3-2-3 0,2-2-4 15,-2-2-6-15,0 0 5 0,-3-5 9 0,-1 0 1 0,1-4 4 16,-3 1 7-16,1-5-4 0,-4-1 18 0,2-1 17 0,-4-2 11 16,0-3 3-16,2-1 8 0,-3 0-6 0,-3 0-6 15,-1-4 3-15,-1-3-19 0,-1 0-1 16,-1-1 15-16,-1-3 2 0,7 1 2 0,-4-4 6 15,6 4 1-15,-2-2 0 0,4 2 7 0,4-1-17 0,0 3-27 0,2-4-5 0,-1 6-19 0,8-5 2 16,-1 2-4-16,5-1-5 0,6-3-5 0,4-1 5 0,5 0-2 16,4-6-1-16,6 4 13 0,0-5-13 0,4 0 1 15,5 2-2-15,-4-3 4 0,0 5-8 0,2-4-8 0,-2 1-27 16,0-2-37-16,-2 5-49 0,-3-4-38 0,-1 1-54 0,-4 3-56 16,-2 3-49-16,-6 3-56 0,-2-1-51 0,-6 3-44 0</inkml:trace>
  <inkml:trace contextRef="#ctx0" brushRef="#br1" timeOffset="89605.4724">6094 12971 477 0,'0'0'36'0,"0"0"2"0,0 0 15 0,0 0 9 0,-17 12 13 15,17-12 13-15,0 0 10 0,0 0 15 0,0 0-14 32,0 0-2-32,0 0-4 0,0 0 3 0,-19 1 6 0,19-1-12 15,0 0 4-15,0 0-8 0,0 0 7 0,0 0 3 16,0 0-5-16,0 0-12 0,0 0-16 0,0 0 6 0,0 0-7 15,0 0-13-15,0 0-3 0,0 0-14 0,0 0 7 0,0 0 6 16,-3-10 1-16,3 10-6 0,0 0 9 0,0 0 0 0,0 0 1 16,0 0 4-16,0 0-7 0,0 0-9 0,3-10-1 15,-3 10 1-15,0 0-13 0,0 0-4 0,0 0 4 16,0 0-9-16,0 0-13 31,0 0-23-31,0 0-2 16,0 0 16-16,46 50 17 31,-11-13 9-31,-26-26-15 0,1 2 4 16,-4 1-8-16,4-2 7 0,-3 0-1 0,0 1-3 0,-4 1-10 31,2-1 7-31,0-1 4 0,-4 2-6 0,-1-4 5 0,0 1-1 16,0 0 0-16,0 0 0 0,-1-3 5 0,-1 3-5 0,-3-1 1 15,2-2 3-15,1 2-4 0,-3 0 0 0,-1-3 0 16,2 0 1-16,-3 0-6 0,1-2 4 0,3 2 2 0,-4-3 1 15,1 1-3-15,2 0 4 0,-1-5-1 0,0 3-1 0,3 1 1 16,-1-3 0-16,1-1-2 0,1 0-6 0,1 0 4 0,0-1 1 16,0 1-1-16,1-1-1 0,1-2 4 0,0 0-1 0,-2 3-5 15,3 0 5-15,-3-4-6 0,0-1-6 16,3 0-2-16,2-2 3 0,-2-3 0 0,3-2-1 16,0-3 1-16,1-2 2 0,1-4-1 0,1-1 9 15,1 2-1-15,-2-2 1 0,1-2 0 0,2 1-2 0,-1 1 3 0,-2 0-5 0,1-2 7 0,-1 2-10 16,-2 1 4-16,-1 0-3 0,0 2 6 0,1-2-2 15,-3 4-2-15,0 3 7 0,1-2 23 0,-3 3 7 0,1 1 8 16,-2 1 12 0,0 2-1-16,0 1 20 0,0 4 15 0,0-1 3 0,0 5-19 0,-2-2 5 0,1 4-4 0,-1-2-12 0,0 3-4 31,2-2-17-31,-3 0-16 0,3 1-12 0,0-1-6 0,-3 0 1 16,3 2-13-16,0-3 2 0,0 3-2 0,0 1 2 15,0 1 1-15,0 3 2 0,-2 1 2 0,2 5-11 0,-1 2 11 16,-2 5-2-16,3 3 0 0,0 2-2 0,0 1-1 0,0-1 10 15,3 2-9-15,0 0 5 0,3-4 1 0,1-1-8 0,4 0 8 16,1-3 1-16,1 2 0 0,4-2-7 0,0-4 4 16,3-2-2-16,3 1-2 0,-1-1 4 0,1-4-11 0,4-2-47 15,-4-2-22-15,4-2-46 0,-3-3-47 0,-3 2-68 0,1-3-73 16,-4-3-81-16,0-2-89 0</inkml:trace>
  <inkml:trace contextRef="#ctx0" brushRef="#br1" timeOffset="90277.8492">6623 13075 487 0,'0'3'5'0,"1"1"16"0,1-3 15 0,-2 0 7 16,0-1 12-16,1-1 1 0,-1 2 7 0,0-1 0 0,2 0-1 16,0 0-18-16,-1 3-5 0,-1-3 8 0,6 2 1 0,-1-1 21 15,1 0-10-15,2 0 12 0,1-1 4 0,1 0 8 16,3 0-15-16,1-1-10 0,-1-1-9 0,4 0-23 0,-1-1 11 15,-2-1 4-15,1-1-4 0,-2 1-4 0,0-2 2 0,1-1-6 16,-1 0 3-16,-3 0 3 0,0 1 9 16,0-3-7-16,-3 2 11 0,-1-1 2 0,-2-2 5 0,1 2 22 0,-2-3 1 0,-1 1 10 15,-2 1-7 1,0-1 5-16,0 0-7 0,0-2 7 0,-3 3 3 0,-2 1-21 16,-1-1-2-16,0 0-11 0,-1 1-5 0,-1 0-11 0,-3 1-2 0,0 5-13 0,0-5 4 0,0 7-3 15,0-1 1-15,0 1-2 0,0 1-7 0,1 4 0 0,1-1-10 16,-2 2 5-16,1 3-9 0,2 1 2 0,-1 1-3 15,-1 5-5 1,4-2-1-16,1 5 8 0,-1 0 2 0,6 1 0 0,0 1 1 16,4 1 4-16,3-2-5 0,3 1 10 0,-1-1-2 15,5 2-9-15,2-2 9 0,1-2-3 0,2 1-3 0,1-2-3 16,3-4 3-16,-1 2-3 0,3-4 1 0,1 1 4 0,-1-4-12 16,2-1-17-16,0-2-17 0,-4 0-22 0,1-1-38 15,-5-4-39-15,2 3-46 0,-5-3-48 0,1 0-54 0,-4-3-42 16,-1-4-46-16</inkml:trace>
  <inkml:trace contextRef="#ctx0" brushRef="#br1" timeOffset="91010.1801">7101 12512 1084 0,'-3'2'16'16,"3"0"20"-16,2-2 15 0,-2 0 8 0,-2-2 14 0,1 1 11 0,-1 4 2 0,0-3 0 16,2 2-20-16,0-2-18 0,0 0-20 0,0 0-4 0,0 3-15 15,2 2-10-15,1 2 5 16,0 3 10-16,2 0 6 0,-2 1-6 0,1 1 16 0,3 5-6 0,0-2-1 0,-1 2 1 0,0-5-8 16,1 0-8-1,4-2-1-15,-2-1 4 0,1 2-11 0,2-7 5 16,-4 1 0-16,2-1 12 0,4-4 6 0,-4 0 4 0,2-1 3 15,-3-3 18-15,1-3 1 0,4 1-1 0,-3-5 11 0,1-1-5 16,0-5 2-16,-1 1 1 0,-3-4 2 0,1-2-21 0,-2 1 5 16,-1-1 3-16,-4 0-1 0,1-2-2 0,-1 2-4 15,-1 0 2-15,-2 1-6 0,1 0 15 0,-2 3 3 0,-1 1 0 16,1 2-9-16,-1 3-2 0,3 7-2 0,-3-1-14 0,1 3-1 16,1 3-11-16,-1 0-13 0,0 0-2 15,2 3-1-15,0 2-2 0,0 1 1 0,0 9 1 0,0-1 0 0,-3 8-4 0,3 4 8 16,-3 7 0-16,3 2-4 0,0 2 5 0,0 4-8 15,3 2 2-15,0-2 5 0,1 1 1 0,0-1-5 0,1 0 4 0,3-3-2 16,-2 1-3-16,4-4 6 0,-4 0 3 0,2-2-8 16,0-3 4-16,-2-1 1 15,-1-2 0-15,0-3-6 0,-2-4 3 0,-1 0 2 16,-2-6-4-16,-2-2 7 0,1-2 1 0,-3-3 11 0,1-2 16 16,-2 0 23-16,-3-3 2 0,2 1-4 0,-2-2 2 15,-3-1 1-15,-3-1 7 0,1-2 7 0,-4 2-14 0,3-3 0 16,-4 0 1-16,2-4 35 0,2 3-2 0,0-4 16 15,3 1 2-15,0-1-12 0,3 2 9 0,0-3-12 0,4 2-5 16,2-2-35-16,2-1-1 0,0-1-12 0,3-3-19 16,6-2-6-16,4 0-14 0,3-3 0 0,1-3-4 0,7-1 0 0,1 0 2 15,4-3-9-15,2 2 4 0,1 1-2 0,-2 0-12 0,0 4-44 16,0-1-27-16,-2 1-55 0,-1 2-53 0,-4 3-56 16,0 5-74-16,-6 2-79 0,-4 4-88 0</inkml:trace>
  <inkml:trace contextRef="#ctx0" brushRef="#br1" timeOffset="94387.0607">10833 4620 990 0,'-3'-1'9'15,"3"-1"15"-15,-2-2 18 0,-1 2 13 0,-1-3 11 0,-1 3 23 16,0-1 13-16,0-2 11 0,-1 2 7 0,-2 0 4 0,2-1 1 16,0 0-5-16,-1 1 5 0,2-1-9 0,-1-1-4 15,0 2-3-15,0 1-4 0,2 0-7 0,-2 1-15 0,1 0-11 32,-1 1-13-32,3 0-10 0,0 0-13 0,1 1-8 15,-1 0-12-15,1 3-6 0,-1 3-7 0,0 1 4 0,-4 6-7 16,0 8 8-16,-3 2 6 0,-1 5 3 0,-1 8-2 0,0 7 29 15,3 2 8-15,-2 5-3 0,3 1 7 0,3 1-15 16,0 4 3-16,0 2-3 0,1-3-1 0,1 2-33 0,3-4-3 16,-2 1 2-16,-1-2-3 0,2-4 4 15,-1-3-4-15,0 0 0 0,-1-5 0 0,3-3-14 16,-3-4-37-16,0-2-53 0,-3-3-37 0,1-5-42 16,0-2-61-16,-3-5-49 0,-3-2-44 0,3-1-24 0</inkml:trace>
  <inkml:trace contextRef="#ctx0" brushRef="#br1" timeOffset="94520.9442">10255 5467 1201 0,'-13'-23'31'0,"7"0"20"16,1 4 40-16,2 2 18 0,0 3 28 0,-1 4 5 15,4 0 5-15,4 3 0 0,0-1-31 0,6 1-24 16,4 1-33-16,2 0-23 0,3-3-25 0,6 1-5 0,5 4-6 16,0-1 0-16,7 0-5 0,1-2 5 0,1 2-7 0,5 2 13 15,-4 3-21-15,4-2-62 0,-4 0-55 0,-4 2-77 0,2 0-73 16</inkml:trace>
  <inkml:trace contextRef="#ctx0" brushRef="#br1" timeOffset="95106.4459">10888 5341 629 0,'0'-1'24'0,"2"1"12"16,0-1 19-16,-1-1 17 0,1 1 15 0,-2 1 10 0,2-2 11 16,-1 2-1-16,1-5-14 0,-1 5-11 0,3-4-5 0,0 2-6 15,2-1-4-15,-1 0-3 0,3-1-11 0,-5 2 5 0,4-1-16 16,0 2 9-16,0-1-20 0,-4 1-8 0,3 1-11 15,1 0-8-15,-4 1 3 0,6 1-4 0,-1-1 5 0,-3 4-5 16,3-1 17-16,0 2 10 0,-2 0 2 0,0 5-1 0,-2-2 4 16,-1 3 4-16,-3 2 4 0,0-2-1 0,0 1-18 15,-3 4-12-15,-1-1 3 16,-2-1 2-16,3-1-7 0,-4 1-4 0,0 0-8 16,0-1 5-16,1-1 2 0,-2-2 4 0,2 0-6 0,-2-3-6 15,3 2 9-15,2-5-2 0,-2 1 3 0,3-5-7 0,-1 2 3 0,3-1-4 0,0-4 4 0,-4 2 8 16,4-3-8-16,4 3 5 0,-4-2-5 0,3-5 4 0,-1 4 2 15,1-6-8-15,2 1 5 0,0-4-8 0,1-2 2 16,0-3-4 0,2 2 5-16,0-3-2 0,-1-3 2 0,0 2 4 15,1-3-7-15,0 3-1 0,-1 0 2 0,0 2 23 16,-2 0 3-16,0 1 17 0,1 4 18 0,-1 1 23 0,-3 4 11 16,1 0 17-16,-3 2 19 0,2 2-11 0,-4 3-6 0,2 0-16 15,-3 0-27-15,3 3-10 0,-2-3-22 0,-1 4-11 16,1-3-22-16,2 3-11 0,-1-1-1 0,1 2 2 0,0 2 2 15,1 2-3-15,-1 1 3 0,2 2 3 0,1 5 3 0,-1 3 0 16,1-1-2-16,0 3 4 0,3-2 5 0,-1 2-5 16,3 1 4-16,-3-3-4 0,6-1-6 0,-2 0 4 0,3-2-47 15,1-2-40-15,2-1-53 0,2-2-53 0,-1-4-57 0,3-1-72 16,1-5-63-16</inkml:trace>
  <inkml:trace contextRef="#ctx0" brushRef="#br1" timeOffset="95625.1458">11704 4766 2201 0,'0'-3'20'0,"-4"3"36"0,1-2 33 0,1 2 24 15,-3 0 29-15,0 0 21 0,2 2 3 0,-2-2 4 0,2 3-18 0,-1 1-45 16,-3 1-35-16,1 3-12 0,-4 4-31 0,-1 5-24 15,-1 5-1-15,-4 4-5 0,2 5 4 0,0 2 3 0,-1 2 9 16,5 2-14-16,-2 1 3 0,6-1 2 0,3-1-6 0,3 0 11 16,1-4-9-16,4 2 5 15,1-1-6-15,3-6-14 0,4-2-39 0,1-2-50 0,1-1-47 0,0-7-63 0,0 1-65 0,0-4-70 32,3-4-77-32</inkml:trace>
  <inkml:trace contextRef="#ctx0" brushRef="#br1" timeOffset="95925.5473">11902 4896 1949 0,'-5'-1'41'0,"0"1"7"0,2 1 5 0,3-2 1 0,-2 2-1 0,-2 2-3 16,1 0 1-16,1 3 1 0,2 2-36 0,0 6-3 0,-3 1-7 15,1 2 4-15,1 5 3 0,-1 5 4 0,1-1-1 16,-1 3 0-16,0 0 2 0,4-3-11 0,-4-1 2 0,6 1 3 15,-4-2-12-15,1-2 5 0,1-3 6 0,-2-2-5 0,1-2-13 16,-1-3 20 0,2-2 45-16,-2-3 5 0,-2-1 52 0,2-3 23 0,-1-2 37 15,-1-1 36-15,1-1 54 0,-1-1 18 0,2 0-22 16,0-3-13-16,-2-2-31 0,2-3-38 0,0 0-40 16,2-7-34-16,0-2-49 0,-1-5-31 0,2-3-23 0,-1-3 2 0,1-5-20 0,1-2 16 0,3-3-2 0,-2 3-4 31,3-1-3-31,-2 2-28 0,2 4-27 0,-5 3-36 0,5 5-31 15,-3 4-49-15,0 5-63 0,-2 3-54 0,-1 5-86 16,-4 2-48-16,2 3-56 0,2 4-38 0</inkml:trace>
  <inkml:trace contextRef="#ctx0" brushRef="#br1" timeOffset="96210.0629">12071 5230 1158 0,'1'5'4'0,"1"0"-2"0,1-3 50 0,5 5 37 16,0-4 11-16,-2 2 26 0,4 0 10 0,1 2 15 0,3 0 0 15,1 0 4-15,0 1-42 0,-2 1-36 0,2-1-5 16,-2 1-10-16,-3 1-10 0,1 0-14 0,-2-1-2 0,-4 4 0 31,0-3 0-31,-2-1 4 0,2 5-7 0,-5-2-14 0,-5 0 0 16,0-1 2-16,-1 3-1 0,-2-2 0 0,-2 2-9 0,-4 1-1 15,1-2 4-15,-2-2-4 0,0 2-5 0,-2-4-7 16,3 1-19-16,-2-3-46 0,3-2-48 0,-2-1-76 0,2-4-80 16,2-2-79-16</inkml:trace>
  <inkml:trace contextRef="#ctx0" brushRef="#br1" timeOffset="96560.9708">12439 4940 1892 0,'3'-7'22'0,"-3"5"30"0,0 1 15 0,2-5 14 16,-2 6 6-16,0 0-1 0,-2 1-4 0,1 2 3 0,-1-1-26 15,1 1-29-15,1 2-11 0,0 4-19 0,0 3-1 0,0 3 1 32,-4 2 0-32,0 5 0 0,2 2 1 0,-1 5 2 15,0 0-4-15,1 1 5 0,-1-2-7 0,2 1 2 0,1-2 10 16,0-3-8-16,1 0 5 0,2-7-3 0,2 0 1 0,-2-3-1 15,3-2 14-15,1-4 8 0,-1-4 28 0,2 1 22 16,-3-3 32-16,4-2 22 0,-1-2 23 0,0-3 36 0,1-1 9 16,1-5 2-16,1-3-12 0,0-3-6 0,0-2-29 0,-1-1-10 15,1-4-13-15,-5-2-43 16,1-1-16-16,-1 0-15 0,-4-2-27 0,-1-1-1 0,-1 2-12 16,-1 1-11-16,-1 2-6 0,2 0-1 0,-3 4-1 0,-2 1-1 0,2 5 3 0,1 3-3 15,-1 1-9-15,1 3-20 0,-1 1-42 0,3 2-33 16,-2 1-55-16,2 3-59 0,-1-2-77 0,-2 6-71 0,0-3-58 15,-4 3-56-15,1-1-31 0</inkml:trace>
  <inkml:trace contextRef="#ctx0" brushRef="#br1" timeOffset="96847.0479">12547 4655 2201 0,'0'0'29'0,"0"0"40"0,0 0 41 0,0 0 46 0,0 0 14 16,0 0 24-16,0 0 21 0,0 0-2 0,0 0-26 16,0 0-44-16,0 0-39 0,-10-32-53 0,10 32-11 0,5-32-22 15,6 37-25-15,3-2 5 0,3 4-3 0,4 4 10 0,3 0-1 16,3 6 2-16,-2 0 16 0,3 7-1 0,-1 0 6 16,-1 3-2-16,1 2 2 0,-4 4-4 0,-1-1 4 0,-2 2 3 15,0 0-5-15,-3-1-3 16,-4 2 2-16,3-2-4 0,-8 1 0 0,1-5 2 0,-6 5-10 0,-1 0 6 0,-2-3-7 15,-5 1-1 1,-1 2 0-16,-4-5-3 0,-4 2 1 0,-2 1 1 0,-3-3-1 16,-3 0-3-16,3 2-42 0,-5-4-54 0,-4-1-54 0,-2 1-56 0,0 0-72 0,-2 2-88 0,-2-3-71 15,-3-1-108 1</inkml:trace>
  <inkml:trace contextRef="#ctx0" brushRef="#br1" timeOffset="97296.9297">13421 5058 2758 0,'-3'0'35'0,"-1"0"39"0,3 1 34 0,-4-1 36 0,8 2 24 0,-3 0 18 16,-3-4 1-16,3 0-4 16,3 2-36-16,0-1-38 0,4 1-33 0,3-1-37 15,5-2-24-15,4 2-24 0,3-1 4 0,4 0 9 0,4 2-3 0,1 0-7 0,4-3-58 0,-3 3-50 16,-2 0-77-16,-3 0-68 0,-7 5-102 0,-4 1-97 0</inkml:trace>
  <inkml:trace contextRef="#ctx0" brushRef="#br1" timeOffset="97435.929">13378 5311 1116 0,'-11'4'8'0,"8"-2"9"0,0-2 14 15,6 0 17-15,0 0-1 0,3 0 3 0,2-1 7 0,8-2-2 16,0 2-9-16,9-3-11 0,-1 3-12 0,5-2-12 0,-1-1-1 15,2 4 0-15,0 0-35 0,-1 0-52 16,-1-2-54-16</inkml:trace>
  <inkml:trace contextRef="#ctx0" brushRef="#br1" timeOffset="102380.6892">14154 5207 751 0,'-3'2'5'0,"0"0"6"0,3-4 8 0,0 4 14 0,0-2 4 16,-2-2 3-16,1 4 6 0,1-2-1 0,0 0-4 16,0 0-7-16,0 0-5 0,1 0-11 0,1 0 10 0,4 2-3 15,-1-2 1-15,4 3 8 0,-1-1 12 0,0-2 12 0,3 1 8 0,-1-2 14 16,1 2-13-16,1-4-4 0,-2 3-3 0,1-3-12 15,0-1-10-15,-1-1-2 0,1 2-14 0,1-2-6 16,-2-2 11-16,-2-3 15 0,3 1 12 0,-5 1 11 0,2-1 22 0,4 1 2 16,-3-3 17-16,-3 2-5 0,-3-1 2 0,0 4-4 15,2-3-8-15,-2 1-4 0,-5 1-20 0,-4-3-8 0,0 3-10 16,0-2-6 0,-3 1-6-16,0 1-13 0,-3-1-5 0,-1 1-2 0,0 3-8 0,0 1 2 0,1 1-12 0,-1 2 4 15,-1 0-11 1,1 0 5-16,1 5 0 0,-1-1-4 0,-3 6 7 0,2-3-6 15,1 6 11-15,-1 3-1 0,2 1-2 0,-4 0 4 0,5 3-4 0,-1 1 6 0,3-1-2 0,3 4 2 0,1-2 1 32,3-1-3-32,4 1 7 0,1-2-15 0,5-1 10 15,0 0 3-15,5-2-3 0,0-2 1 0,4-1 2 0,1-2 2 16,0 1-7-16,6-4-23 0,-4-2-28 0,1-2-45 0,1 1-40 16,-5-4-60-16,1-2-71 0,1-2-60 0,0-4-77 0</inkml:trace>
  <inkml:trace contextRef="#ctx0" brushRef="#br1" timeOffset="102999.7905">14668 4684 1021 0,'-3'2'29'0,"-4"-2"17"16,4 0 12-16,0-2 27 0,-3 4 11 0,5-2 10 0,-3 0 3 15,1 0 5-15,1 2-28 0,-1 1-15 0,0-1-10 0,-2 1-21 31,2 4-10-31,-5 3-8 0,0 2 5 0,0 4-7 16,0 2 0-16,-1 6 0 0,3 0 2 0,-1 2-9 0,3-1 2 16,0 1-2-16,4 1-7 0,-1-3 3 0,4 0 2 0,0-6-2 15,4 0 1-15,-1-2 1 0,3-2 1 0,2-3 0 16,-1-1 8-16,2-2 9 0,1-3 11 0,-1-1 10 0,1-4 15 16,0 3 20-16,-2-6 18 0,0 3 20 0,-1-5 1 0,-1-2 12 15,1 2-20-15,-4-7 8 0,5 0-20 0,-6-3 0 0,4-4-23 16,-5 2-10-16,2-5-12 0,-3-2-20 0,3 0 3 15,-4-2-12-15,-1 1-1 0,-1 0-18 16,0 0-2-16,-3 0-9 0,1 4 0 0,-2 1 5 16,-1 2-4-16,1 2-11 0,0 4 4 0,-1 3-6 0,-1 0-30 0,4 1-27 0,-7 5-43 15,5-1-52-15,-6 4-37 0,-1 2-48 0,-2 2-57 0,-1 2-55 16,-2 3-28 0</inkml:trace>
  <inkml:trace contextRef="#ctx0" brushRef="#br1" timeOffset="103970.1181">15090 5138 802 0,'0'0'19'0,"0"0"27"0,0 0 24 0,0 3 15 0,0-3 29 0,0 0 17 0,-2 0 11 15,2 0 24-15,0 0-11 16,0 0-22-16,2 0-17 0,0 0-19 0,3 0-32 15,-4-3-15-15,8 3-14 0,-1-2-20 0,4-1-12 0,1 1-1 0,2-1-4 0,2 0 2 0,2 2 5 16,3-2-3 0,-3-1 0-16,0 4-8 0,0-2-54 0,-2 4-62 15,-1 0-63-15,-2-4-91 0</inkml:trace>
  <inkml:trace contextRef="#ctx0" brushRef="#br1" timeOffset="104120.9792">15028 5308 1064 0,'-8'7'22'0,"4"-5"11"0,0 3 13 16,4-5 15-16,0 1 19 0,0-1 19 0,4 2 4 16,0-2 6-16,4 0-8 0,2 0-9 0,7 0-10 15,-1-2-15-15,8-1-20 0,-2 0-22 16,3-1 0-16,3 2-10 0,-1-2-15 0,3 0-10 0,-4 1-49 16,-1 3-46-16,0-4-53 0,-1 3-55 0</inkml:trace>
  <inkml:trace contextRef="#ctx0" brushRef="#br1" timeOffset="105156.9906">15774 5035 823 0,'0'4'31'0,"0"-2"22"0,2-2 14 16,1 0 25-16,-1 0 20 0,-1-5 9 0,3 3 8 0,-3-4 7 15,6 0-7-15,-3-1-10 0,4-5-1 0,2 0-21 0,-4-2-2 16,5-1-2-16,-2-2-1 16,1 2 1-16,1-2-10 0,-2-1-4 0,-2 0-6 0,-1 1-3 0,2 0-2 0,-3 1 0 15,-4 1 12-15,2 5 3 0,-3 0-13 0,0 1 1 0,2 1-11 16,-4 6 0-16,2 0-13 0,0 1-9 0,-3 2-22 16,3 1-8-16,0 0-7 15,0 3-6-15,0 5 5 0,0 0-1 0,0 4-5 0,0 6 7 0,0 2 2 0,3 6-6 0,-6-1 8 16,3 4 0-16,0 2-2 0,0 2-5 0,3-1 10 15,-3 0-8 1,0-1 0-16,0-1 2 0,4-1-2 0,-3-1 0 16,4-4 0-16,-2 1 9 0,1-5-12 0,0-1 8 0,-1-4 1 15,0 0 0-15,0-2-2 0,1-3 2 0,-3-3-8 0,1-4-3 16,-2 0 12-16,0-2-15 0,-2-1 9 0,-1-2-7 0,1 0 9 16,-1-2-6-16,-2 2 3 0,0 0 0 15,-2-3-8-15,-3 1 11 0,1-1-11 0,-2 3 18 16,-2-2-7-16,-1-1-3 0,1 1 8 0,-1 0 7 0,2-1-3 15,-1 1 11-15,4 0 14 0,2 1-3 0,-1-1 11 0,3 0 7 0,-1 2 4 16,3-1-5-16,3-1 7 0,0 2-9 0,2 0-14 0,-2 0-6 16,0-2-14-16,4 4 2 15,-1-2-12-15,-1-2 1 0,6 2-2 0,-2 0-11 16,5-3 7-16,4 1-2 0,3-1 6 0,0 1-6 0,6 0 9 16,-1-1-12-16,2 3 5 0,-2 0 6 0,4-2-17 0,0-1-38 0,-2 3-18 0,0 0-42 0,-2 0-45 15,0 0-42 1,-3 0-61-16,1 0-49 0,-4 3-43 0,2-1-36 0,-6 0-39 0</inkml:trace>
  <inkml:trace contextRef="#ctx0" brushRef="#br1" timeOffset="106321.5529">10903 6216 854 0,'-2'-4'10'0,"1"-2"27"31,-1-1 26-31,1 2 20 0,-3-3 28 0,1 3 21 16,-2-2 36-16,1 2 14 0,-2-2 2 0,2 2-1 15,-1 2-12-15,1-3-9 0,-1 0-13 0,-1 4-10 0,1-1-38 16,-1 1-12-16,-1 0-12 0,2 2-32 0,-2 0-8 0,2 0-10 16,0 4-18-16,0 0-10 0,-3 0 1 0,-1 5-2 0,1 8 6 15,-3 3 8-15,0 5 7 0,-2 10 10 0,-4 2 12 0,4 9 9 16,0 2 6-16,0 5 7 0,1 2-3 0,3 4-3 16,0-1-11-16,4 5-12 0,-3 0-12 0,3 0-4 0,-1 2-6 15,1-2-4-15,-1 0 0 0,1-2-1 0,0-6-4 0,5-1 7 16,-3-7-1-16,1-3-34 0,0-5-40 0,2-5-41 15,2-6-40 1,-4-5-50-16,0-1-42 0,0-5-46 0,-1-6-25 0,-2-1-18 16,0-6-12-16</inkml:trace>
  <inkml:trace contextRef="#ctx0" brushRef="#br1" timeOffset="106477.9461">10443 7299 629 0,'-20'-29'41'0,"0"-5"36"0,3 5 33 16,1-3 30-16,0 2 38 0,5 5 32 0,-3 1 32 0,5 5 28 15,-1-1-13-15,4 8-25 0,1-1-19 0,5 4-33 16,0 1-43-16,3-1-28 0,3-1-35 0,4 1-23 0,4 1-32 15,7-1-13-15,2-3-9 0,7 2 0 0,2-2 8 0,5 3-4 16,2-2-2-16,2 2-3 0,5 0 6 0,-4 1 3 16,0 3-9-16,-3 0-30 0,1 2-57 0,-4 0-58 0,-3 2-57 15,-6 1-84-15,-2 1-77 0</inkml:trace>
  <inkml:trace contextRef="#ctx0" brushRef="#br1" timeOffset="107244.4111">11048 6868 886 0,'5'-3'23'0,"-2"-1"19"0,2 4 37 0,1 0 20 0,-3-2 28 16,-1 1 15-16,1-1 28 0,-3 4 20 0,2-2-17 0,-1 0 7 31,-1 0-38-31,0 1-10 0,0-1-27 0,-1 2-12 16,-1-2-34-16,2 0-16 0,0 0-10 0,-2 2-22 0,1 1-1 16,2 1-10-16,-2 0-2 0,2 4 2 0,-1 0 8 0,2 2-8 15,-2 1 1-15,3 2 4 0,1-1 2 0,0 1-5 16,-2 0 4-16,4-2 3 0,3-2-7 0,-2-2 10 0,1 0 3 15,3-1-4-15,-3-5-10 0,3 0 16 0,1-1-3 0,1-2-5 0,1-1 18 16,2-4 1-16,-2-3 7 0,-1 0 2 0,3-4 16 16,-2 1-11-16,-1-4 1 15,-1 1 16-15,-4-4-7 0,0 3-3 0,0 0 6 16,-2 0-6-16,-3 0-10 0,-1 1 5 0,1 2 2 0,1 1-15 0,-3 2-7 0,-1 3-5 16,0 3-12-16,0-2 5 0,0 7 3 0,0-2-5 0,0 2-7 15,0 2-2-15,-1 2 1 0,-1 3-2 0,0 1-10 0,-3 6 2 16,2 2 3-16,0 5 4 0,-6 6-4 0,3 4 2 0,-1 5-2 31,1 6-2-31,-2 1 17 0,2 0-5 0,1 5-2 0,0-3 0 16,5 1 4-16,0 1-2 0,3-3-1 0,-3-1 1 15,3-1-3-15,2-3-8 0,-3-3 6 0,4 0-5 0,-5-4 3 16,1-3 4-16,-2-2-6 0,-2-5 4 0,-2-1 2 0,1-5 4 16,0-3-1-16,-4-5-1 0,2 1 5 0,-1-3 14 15,0-3 22-15,1-1 4 0,-3-2 0 0,0-3 2 0,-2-1-1 16,-5-2 6-16,5-2-9 0,-7-2-12 0,4-4-18 0,-4-2 2 15,4-1-11-15,-1-3 7 0,3-2-10 0,5-2-8 16,-3-2 3-16,7 1-2 0,2-4 4 16,5 0-6-16,4 0 1 0,2-2-9 0,5 1-6 0,1-1-35 0,4-1-14 0,6 1-42 15,-1 0-34-15,4 0-47 0,2 1-37 0,1 2-37 16,1 3-49 0,-4 1-39-16,1 2-66 0</inkml:trace>
  <inkml:trace contextRef="#ctx0" brushRef="#br1" timeOffset="107615.3626">11977 6291 2052 0,'-10'-4'39'0,"-2"0"25"0,0-1 26 0,4 0 42 16,-5 2 13-16,1 1 18 0,-1 2-1 0,3 3 1 0,-2 0-46 15,4 3-20-15,3 2-25 0,-4 7-37 0,4 3-11 16,0 6-10-16,1 5 0 0,0 6 1 0,-2 5 7 16,3 1-1-16,0 5 3 0,1 1-8 0,7-1 3 0,-2 4-10 15,3-5-2-15,1 1-1 0,2-4-42 0,5-2-50 0,1-3-69 16,0-6-59-16,2-2-78 0,0-4-82 0</inkml:trace>
  <inkml:trace contextRef="#ctx0" brushRef="#br1" timeOffset="107916.2858">12248 6391 2155 0,'-3'-4'17'0,"0"3"2"15,-2 4 3-15,7-5 1 0,-6 4-3 0,-2 4 5 16,3-2 0-16,-1 10 11 0,1 1-6 0,-1 4 5 0,-1 3 3 16,0 5 1-16,2 5 4 0,0 1-8 0,-2 1-1 0,3 3-11 31,-1-4-5-31,3 4-11 0,-2-3-2 0,0-1-4 0,2-3-2 15,-2-2 2-15,2-3-1 0,0-3 3 0,0-4-4 16,0-3 22-16,-1-2 29 0,1-5 32 0,0-1 42 0,-2-4 42 16,2 0 46-16,-1-3 39 0,1-1 39 0,0-3 2 15,-2 1-30-15,4-6-34 0,-2-1-32 0,1-4-47 0,1-4-44 16,1-3-35-16,1-6-50 0,-1-2-20 0,2-5 3 0,0-4-3 16,2-1-13-16,-1-2 10 0,3-2-24 0,-1 3-36 15,-1 2-18-15,-1 2-53 0,2 7-56 0,-4 4-51 0,1 6-61 16,-2 5-91-16,-3 7-43 0,0 4-71 0</inkml:trace>
  <inkml:trace contextRef="#ctx0" brushRef="#br1" timeOffset="108148.828">12438 6769 948 0,'4'10'23'0,"-2"-1"26"0,4-1 37 0,-1-1 29 0,-2 4 21 16,-1-1 27-16,6 2 10 0,-5-1 8 0,0 3-1 0,0-1-12 16,2 2-38-16,0-4-23 0,-2 1-25 0,-3 3-25 15,4-2 1-15,-4 3-5 0,0-2-20 0,0-2-15 0,-6 2 0 16,0 1-4-16,1-2 10 0,-4 1-7 0,-2 0-8 0,-2-4-3 16,3 5-4-16,-4-7-16 0,3 0-34 0,0-2-52 15,2 1-69-15,-3-5-79 0,6-4-89 16</inkml:trace>
  <inkml:trace contextRef="#ctx0" brushRef="#br1" timeOffset="108485.5122">12756 6372 1915 0,'-4'0'8'16,"1"2"1"-16,0 1-4 0,4-3 1 0,-2 2-2 0,-2 3 6 15,-1-2 4-15,4 6 28 0,-3 4-6 0,3 2-2 16,0 3 10-16,0 6 15 0,0 0 5 0,0 6-6 0,3-1 7 16,-3 4-28-16,4 1 0 0,-1 0 4 0,0-2-6 0,0 1-15 15,2-1-5-15,0-2-1 0,1-4-12 0,2-1 5 0,-3-4 8 16,1-5 5-16,1-1 7 0,2-5 25 0,-3-2 15 16,1-3 25-16,-3-2 35 0,2-5 8 15,1 1 28-15,-1-5 4 0,2-2 9 0,3-7-5 0,-3-3-8 0,3-4-18 0,3 0-19 16,-3-4-17-16,1-3-33 0,-5-1-14 0,-2-2-11 15,-2 0-22-15,0 2-6 16,-1 1-4-16,-5-2-17 0,1 4 6 0,-3-1-6 0,1 6 3 0,-4 0-8 0,3 2-1 0,0 4-8 16,-1 3-32-16,4 1-25 0,-4 2-58 0,2 1-53 0,2 0-56 15,-3 3-82-15,2 2-73 0,-3 3-61 0,-1-3-63 16</inkml:trace>
  <inkml:trace contextRef="#ctx0" brushRef="#br1" timeOffset="108802.7917">12904 6119 2458 0,'-2'-3'29'0,"-1"0"33"0,-2 3 17 0,2 0 25 16,3-2 22-16,-1 2 7 15,-4 0 1-15,4 2 0 0,1 1-33 0,1-1-29 0,5 1-21 16,-3 4-29-16,2 2-26 0,6 2-10 0,0 3 1 15,2 3 2-15,4 7-1 0,1 0 0 0,2 1 2 0,2 3 8 16,1-1 6-16,-4 4 2 0,1 1 2 0,-1-3 2 0,-2 0-4 0,1 0 2 0,-2 2 2 0,-3-1 0 31,0 1 1-31,-3-5-3 0,-2 3-2 0,1-1 2 0,-7 0 5 0,1 1-2 0,-5-2 2 0,-1 2-3 0,-2-2-5 32,-4 3 7-32,-2-3 0 0,-4 5-4 0,-2-3 2 0,0 0-4 15,-2-2 5-15,-3 0-3 0,2-1 12 0,0-1-14 16,0-4-23-16,0 1-52 0,2-4-52 0,-1-3-67 15,3 2-71-15,0-5-66 0,5-2-84 0</inkml:trace>
  <inkml:trace contextRef="#ctx0" brushRef="#br1" timeOffset="109087.9421">13609 6513 1927 0,'2'0'38'0,"1"-1"39"0,1 0 22 16,3-3 19-16,-3 0 13 0,1 1 2 0,0-1-5 15,4-1 5-15,3 2-41 0,0 0-37 0,2-1-28 0,4-1-10 16,2 3-9-16,1 2-13 0,-2-3 10 0,5 3-51 16,-4-1-49-16,-4 5-78 0,0-4-68 0,-2 2-97 0</inkml:trace>
  <inkml:trace contextRef="#ctx0" brushRef="#br1" timeOffset="109237.5584">13634 6675 1813 0,'-14'7'14'0,"3"1"1"16,0-3 24-1,9-4 15-15,-1-1 8 0,1 3 20 0,4 0 22 0,1-1 22 16,4-2-4-16,4 0 0 0,4 0-21 0,6-1-13 16,3 1-7-16,4-4-26 0,4 4-13 0,2-2-28 0,0 0-14 0,-1 1-11 0,-2 1-38 0,-4 0-45 15,-4 1-47 1,-3 1-47-16,-6 3-75 0,-3-3-46 0</inkml:trace>
  <inkml:trace contextRef="#ctx0" brushRef="#br1" timeOffset="112297.9092">14575 6515 447 0,'0'0'22'0,"0"0"0"0,0 0 3 0,0 0 8 0,0 0 1 0,0 0 6 0,-15 14 4 16,15-14-1-16,0 0-15 15,0 0 2-15,0 0-2 0,0 0 0 0,0 0 0 0,0 0-9 0,0 0-1 0,0 0 7 0,0 0 2 16,0 0 3-16,0 0-1 0,0 0-1 0,0 0-1 0,0 0 7 31,0 0 10-31,0 0-5 0,0 0 3 0,0 0-7 16,0 0 7-16,0 0-6 0,0 0 3 0,0 0 0 0,0 0-7 16,0 0 2-16,0 0-3 0,0 0 9 0,0 0-13 0,0 0 5 15,0 0 6-15,0 0-4 0,0 0-8 0,0 0-1 16,0 0-6-16,0 0 0 0,0 0 7 0,0 0-8 15,0 0-2-15,0 0 12 0,0 0-8 0,0 0 1 0,0 0 3 16,0 0-1-16,0 0 8 0,0 0-7 16,0 0 7-16,0 0 2 0,0 0-13 0,0 0 1 15,0 0 9-15,0 0-11 0,0 0-20 16,0 0 11 0,0 0-12-1,0 0 4 16,-12 6 11 1,12-6-24-1,0 0 41-15,0 0-7-16,0 0 0 0,0 0 25 0,0 0-7 15,0 0 9-15,0 0 0 0,0 0-5 16,0 0 14-16,0 0-9 0,0 0 4 0,0 0-18 0,0 0 1 0,0 0-8 15,0 0-4-15,0 0-8 0,0 0 4 0,30-40-19 16,41-73-2 15,-65 101 20-31,2-3-9 0,0 1-1 0,-3 2 13 0,1 3 3 16,-6 9 8-16,0 0 13 0,0 0 1 0,0 0-11 0,0 0 2 16,0 0 8-1,0 0-15-15,0 0-4 0,0 0-1 0,18-29-11 0,-18 29-38 0,0 0 6 0,0 0-4 31,6 26 10-31,-6-26 29 0,21 162-14 0,-18-129-4 32,2-1 6-32,0-1-3 0,-1 1 4 0,2-1-6 15,-3-2 4-15,4 0-3 0,-1-1 8 0,-2-2-5 0,0-2-1 16,-1 0 3-16,-1-2-3 0,-1 0 15 0,-1-3-13 0,0-2 4 16,-3-3-10-16,1 0 10 0,-3-4-3 0,1-2 2 15,3-1-3-15,-6-2-10 0,7-5 29 16,0 0-8-1,-87 9-11-15,71-13-1 0,2 1 5 16,-2 0 18-16,2-1 28 0,1 1 17 0,13 3 3 0,0 0 26 0,0 0 17 0,0 0 4 16,0 0 2-16,0 0-19 15,0 0-15-15,-26-8-25 0,26 8-2 0,0 0-24 0,0 0-15 0,0 0-7 0,12-6-12 16,42-1-4 0,-29 7-3-16,5-1-5 15,-3-2 5-15,3 0-19 0,0 0-39 0,0 1-28 0,0-3-45 0,-3 2-67 0,-3-1-49 16,-3 3-81-16,-6-1-56 0,0 0-66 0</inkml:trace>
  <inkml:trace contextRef="#ctx0" brushRef="#br1" timeOffset="113351.5853">15098 6650 679 0,'0'3'12'0,"0"-3"4"0,3 0-1 0,-3 0 4 0,-3 0 7 15,3 4-6-15,0-4 1 0,0 0 4 0,0 0-15 0,3 0 10 16,-3 3 21-16,5-2-1 0,-2-1 5 0,3 0 18 0,-3 4 5 16,4-2-10-16,-2-1 3 15,4 1-12-15,-1-2-10 0,2 2 3 0,-1-2-11 0,-1 0-8 16,1-2 8-16,-1 2 27 0,1-2-6 0,0 1 3 0,-5-1-11 0,4 2 2 0,-2-3 3 15,-1 2 15 1,0-2 5-16,1 0-13 0,-2 1 10 0,-1-2 23 0,0 1 5 0,1 0-7 0,0-1 12 0,-4 1-11 16,0-4-8-16,0 2 1 0,0 1-4 0,-4-1-21 0,0-3 5 31,1 5 1-31,-2-2-12 0,0 1-4 0,-1-1-11 0,-1 5-10 0,-3-3-2 0,2 3-3 0,-1 0-9 0,-3 1-3 31,4 1-3-31,-2 1-5 0,-2 3 0 0,4-1 2 0,-2 1 2 16,0 1-1-16,2 4 0 0,-2 1 2 0,5 1 0 0,-4 4-1 15,6-1 2-15,0 2 7 0,1 1-10 0,4 3 0 16,-1-3 2-16,4 0 1 0,1 0 2 0,2-1-4 0,2-1-2 16,2 0-2-16,-1-1 3 0,2-3-23 0,4-1-26 15,-2-4-39-15,0 0-43 0,0-3-51 0,0-1-55 0,1-4-71 16</inkml:trace>
  <inkml:trace contextRef="#ctx0" brushRef="#br1" timeOffset="113786.32">15452 6309 1417 0,'0'0'13'15,"-5"-2"27"-15,4-2 12 0,-3 3 9 0,1-1 13 0,-1 0 18 16,-1 2 3-16,0-3 10 0,-1 3-16 0,3 0-25 0,-1 0-12 16,1 0-5-16,-3 0-17 0,3 4-17 0,0 1-5 15,-2 3-11-15,-2 1 1 0,3 4-4 16,-4 2 6-16,5 2 6 0,-2 1-7 0,0 2-2 16,4 1 7-16,-1-1-1 0,4 2 4 0,-1-4 2 0,4-3-7 0,0 0-8 0,4-1 9 15,-3-1-2-15,6-6 4 0,-2 1-2 0,0-4-2 0,1-1 2 16,0-2 11-16,0-2 16 0,-3-2 8 0,3-2 15 0,0-2 5 15,-3-3 24-15,3-4 5 0,-3 1 13 0,0-3-7 16,0-1-9-16,-2-2 17 0,-1-1-11 0,-2 0-13 0,-1-1-11 16,-4 0 0-16,-1 0-12 0,1 2 2 0,-2 2-2 0,-2 0-7 15,2 1-6-15,-2 5 4 0,3 0-12 0,-4 4-9 0,4 1-3 32,-1 2-15-32,-1 1-7 0,3 1-33 0,-1 0-32 15,0-1-53-15,0 5-63 0,0 3-55 0,-5 1-54 0,-2 1-64 16</inkml:trace>
  <inkml:trace contextRef="#ctx0" brushRef="#br1" timeOffset="114020.3292">15784 6611 2178 0,'2'5'13'0,"-1"-1"1"16,-1-3-1-16,7-1 3 0,-3 0 2 0,-1 0 2 0,2 3-1 16,5-3-6-16,2 0-6 0,6 0-5 0,2-2-1 0,-1 2 1 15,3-1-50-15,-1 1-52 0,-4-1-69 0,4 0-56 16</inkml:trace>
  <inkml:trace contextRef="#ctx0" brushRef="#br1" timeOffset="114154.3207">15872 6745 1515 0,'-22'17'41'16,"0"0"38"-16,6-2 22 0,1-4 40 0,-3-1 17 0,4-1 22 15,1-1 7-15,2 0 5 0,0-3-38 16,6-1-35-16,1-1-19 0,0-1-39 0,6 0-13 16,3 0-28-16,1-1-2 0,7 1-2 0,1-2-2 0,11-3-53 0,2-1-57 0,3 2-93 15,3-6-96-15</inkml:trace>
  <inkml:trace contextRef="#ctx0" brushRef="#br1" timeOffset="114680.3104">16345 6604 1427 0,'5'0'4'0,"-1"-4"29"0,4-1 23 0,1 0 8 0,0-5 35 0,-3 1 15 15,5-1 9-15,0-2 18 0,2-3 19 0,-2-4-8 0,5 2-16 16,-3-3-2-16,-3-1-29 0,3-4-2 0,-3 2 3 0,1-2 0 16,-7-3-21-16,4 1-5 0,-4 1-3 0,0 1 4 15,-2 3 5-15,2 3-5 0,-4 4-7 0,0 5-15 0,0 1-4 16,4 5-13-16,-8 1-14 0,4 3-13 0,0 2-14 0,0 3-9 15,4 4 0-15,-4 3 1 0,0 5-1 0,3 3-3 32,-2 6 12-32,3 3 6 0,-3 5 4 0,-1 1-1 0,0 4-12 0,3-2 12 15,-3 2-3-15,-3 0 3 0,3 0-5 0,0-2-2 16,-1 1 0-16,1-4 2 0,0-2 5 0,1-1-13 16,-2 0 3-16,2-4-4 0,-2-3 8 0,1-2-3 0,-2-3-1 15,-1-2 4-15,0-4-4 0,-1-2 3 0,0-1 4 0,-2-3-1 16,-1-2-9-16,1 0 3 0,-1-1 5 0,-5-1-2 15,2-2 7-15,-4 3-4 0,0-1 6 0,-2-1 5 0,-1-2 11 16,1 4 15-16,0-3 15 0,-1 0 19 0,4 0 5 16,-1-1 8-16,8 0-6 0,-1 0-9 0,6 0 0 0,-1 2-22 15,2-2-10-15,0 3-25 0,3-6 3 0,0 3-14 0,2 0 0 16,3-2 4-16,1 2 1 16,6 0-3-16,5-1-2 0,5-1 3 15,4-2-5-15,4 2-1 0,4-2-1 0,1-2 10 0,2 1-17 16,-2 0 20-16,-4 0-16 0,-1 1-18 0,-5-2-37 0,-2 4-38 15,-3-3-53-15,-4 3-68 0,-3 1-46 0,-3-1-90 16,-1 2-55-16,-7 2-54 0,1-1-47 0</inkml:trace>
  <inkml:trace contextRef="#ctx0" brushRef="#br1" timeOffset="115743.2583">11094 8243 1169 0,'-3'-8'12'0,"0"1"12"0,-2-2 24 0,4 1 18 0,-4-2 37 16,0 3 16-1,-4-2 34-15,4 2 10 0,0-1 11 0,0 3 7 16,0-2-8-16,1 2 5 0,-4 1-31 0,5-1-5 0,0 4-38 16,-1-1-1-16,1 2-26 0,0 0-17 0,3 2-18 15,-3-1-25-15,1 4-6 0,-1 4-8 0,1 3 13 0,-5 8 0 16,0 5 27-16,-1 8 3 0,0 8 7 0,-2 8 5 15,0 3-9-15,3 9 2 0,-2-1-19 0,5 3 2 16,2 2-24-16,2-1-5 0,3-2-12 0,0-1 4 0,3-1 5 16,-1-4 2-16,3-2 8 0,-1-4-12 0,-1-2-8 15,2-4-53-15,-2-5-29 0,-3-2-68 0,2-2-41 16,-2-6-58-16,-3-4-37 0,0-4-43 0,-1-2-36 0,-3-3 15 16</inkml:trace>
  <inkml:trace contextRef="#ctx0" brushRef="#br1" timeOffset="115879.0302">10827 9281 813 0,'-21'-24'37'0,"1"-1"47"0,4-1 26 15,-3 2 37-15,3 2 47 0,1 0 37 0,0 1 37 0,0 3 32 0,2 0-5 0,2 2-27 16,3 2-26-16,3 2-29 16,2-1-49-16,4 0-36 0,6 1-35 0,1 1-29 0,7-3-33 0,3 2-25 0,6-3 2 15,6 1-8-15,3 1-2 0,5-3-1 0,3 4 6 0,3-2-4 16,2 1-15 0,4 3-46-16,-2 0-59 0,-1 1-59 0,-1 2-66 15,-5 0-63-15,0 5-83 0</inkml:trace>
  <inkml:trace contextRef="#ctx0" brushRef="#br1" timeOffset="116321.1009">11483 8789 1680 0,'11'-7'40'0,"-2"1"28"0,-2 0 40 0,4-3 24 0,-5 4 38 0,1 0 20 15,-4 0 4-15,0-1 9 16,0 2-36-16,0 2-31 0,2 0-43 0,-2 1-25 15,-2 1-32-15,1 1-20 0,-2-1-8 0,3 4-5 0,-3-1-8 0,2 2 8 0,0 2 2 0,1-2 3 16,0 4-3-16,-3 2-4 0,3 3 7 0,-3 1-3 0,3 2-2 16,-3-1 4-16,-3 3-1 0,3 3-3 0,-3-2-8 0,1 0 10 31,-1-2 1-31,0 1-4 0,-2-1 3 0,3-2-5 0,1 0 1 16,-1-3 6-16,-2-1 0 0,2 0-11 0,-1-4 2 15,3-1 7-15,0-2 1 0,0-3-4 0,0-2-4 0,0 3 2 16,0-6-2-16,0 3 13 0,3-4-2 0,-1-1-5 15,2 0 0-15,1-3 0 0,0-4 8 0,3 0-8 0,-2-6 3 16,5-2 4-16,2-4-6 0,-3-1 3 0,2 2 16 0,-1-2 3 16,0-2 20-16,0 3 32 0,-1 2 21 0,-1 0 25 15,-1 4 29-15,-2 3 24 0,-2 2 12 0,1 2 7 0,-5 3-11 0,1 6-17 16,-2-1-15-16,-1 4-36 16,-3 1-35-16,3 0-31 0,-1 0-23 0,2 1-20 15,-3 0-9-15,4 4-11 0,0 1-2 0,2 4-7 0,1 1 15 0,0 3 5 0,1 3-8 0,2 2 19 16,0 4-7-16,0 1-8 15,1-2-61-15,-2 1-34 0,4-2-74 0,-3-1-62 16,2-2-67-16,-1-1-79 0,-1-2-81 0,2-2-76 16,1-3-21-16</inkml:trace>
  <inkml:trace contextRef="#ctx0" brushRef="#br1" timeOffset="116746.4647">11900 8807 1927 0,'2'-8'29'0,"-2"3"41"0,1 0 22 15,1-2 16-15,-2 1 17 0,0 1 31 0,0 2 3 16,0-2-6-16,0 3-25 0,2 0-44 0,-1-1-20 0,1 3-19 16,1 0-15-16,0 3-34 0,0-2-2 15,2 0 10-15,0 3-8 0,0 2 5 0,3 1-2 0,-1 0 4 0,-1 2 1 16,-1 2-2-16,2 2 1 0,-4 0-3 0,-1 3 3 0,-1 1 2 16,-2-1-8-16,-3 3 6 0,0 0-9 0,-1 0 7 15,0 0 2-15,-2 1-1 0,0-3 3 0,1 0-10 0,-3 0 8 16,3-3-6-16,-1 1 4 0,2-6 9 0,1 3-7 0,0-4-6 15,2-4-1-15,0 1 15 0,2-5-6 0,0 0 5 16,2 0-6-16,0 0-2 0,1-4 0 0,0-1 5 0,2 0-5 31,2-7-8-31,1 0 10 0,1-5-8 0,4-3 4 0,0-2-5 16,0-4 0-16,1-1 10 0,-1 1 38 0,1 1 13 16,-3 1 14-16,-3 3 45 0,3 1 19 0,-5 6 33 0,-2 1 21 15,-1 2 17-15,0 3-24 0,-3 2 0 0,3 1-15 0,-6 2-50 16,3 0-14-16,0 3-35 0,0 0-19 0,0 3-32 0,-2-1-12 15,1 0-17-15,1 3 0 0,1 3 10 0,1 1-1 16,1-1-7-16,2 5 9 0,-4 5 6 0,4 2 5 0,1 2-5 16,-1 2-1-16,0 2-22 0,0-2-50 0,2 1-35 0,-2-2-69 15,2-1-64-15,-1-5-52 16,3 3-63-16,-2-3-66 0,-1-3-40 0,2-1-23 0</inkml:trace>
  <inkml:trace contextRef="#ctx0" brushRef="#br1" timeOffset="117181.2985">12517 8144 2236 0,'-2'-4'32'0,"1"0"33"16,-3 1 45-16,-2-2 23 0,6 1 45 0,-5 4 16 15,0 0 27-15,-1 0 6 0,2 2-30 0,0 0-40 0,1 1-39 16,-2 5-24-16,1 4-31 0,-7 5-5 0,1 8-24 0,-7 5-1 16,4 7-2-16,-3 6 2 0,-1 5-1 0,0 3 0 15,4 3-8-15,3 0-14 0,1-3-1 0,6 1-8 0,3-4 10 16,3-2 6-16,3 0-11 0,4-5-31 0,3-4-68 0,5-3-54 15,3-5-83-15,-4-2-65 0,4-8-94 0,-2 0-80 16</inkml:trace>
  <inkml:trace contextRef="#ctx0" brushRef="#br1" timeOffset="117483.9287">12722 8331 2306 0,'-3'-11'42'0,"0"2"32"0,-2 5 25 0,0 0 7 0,4 0-4 0,-4 3-6 0,0 1 8 31,2 3-1-31,0-1-38 0,3 8-32 0,-2 0-33 0,1 7-5 16,-1 4-1-16,1 6 12 0,-1 4-9 0,0 3 3 0,2 3-9 15,0 4 4-15,0-3 10 0,0 2 1 0,2-2 2 0,-2 0-8 16,3-4-2-16,0 0-4 0,-1-5 6 0,1-4-2 16,0-4 1-16,-1-3-2 0,1-4 28 0,-1-2 40 0,1-3 29 15,-2-4 49-15,-1-1 42 0,0-2 54 0,0-4 25 16,0-2 34-16,0 4-21 0,-1-7-38 0,-2-5-27 0,1 2-38 15,2-9-72-15,-1-2-34 0,2-3-27 0,-1-6-41 0,5-4 9 16,-4-5-30-16,2-2 23 0,-1-5-15 0,1 0 39 0,2 0-46 16,1 0 20-16,-1 5-48 0,1 3-39 0,2 4-24 15,0 9-68-15,-3 4-53 0,4 4-77 0,-6 7-47 0,1 3-96 16,-4 5-47-16,1 1-44 0</inkml:trace>
  <inkml:trace contextRef="#ctx0" brushRef="#br1" timeOffset="117710.1532">12926 8645 1158 0,'5'16'35'0,"-2"-1"26"16,0-1 50-16,0 1 21 0,5-2 26 0,-2 0 29 0,-6 0 19 16,4 3 9-16,-1 1-12 0,3 0-29 0,-2-2-54 15,3 2 12-15,-4 1-7 0,-1 2-26 0,4-3-23 0,-4 1-2 16,1-2-27-16,-3 1 8 0,-2 1 3 0,1-4-28 0,-2 3-22 15,-2-5-1-15,0 1 6 16,-4-4-5-16,1 2-10 0,-2-2-22 0,-1-1-35 0,2-3-53 16,-2 0-64-16,-2-4-57 0,0 1-82 0,1-4-90 15</inkml:trace>
  <inkml:trace contextRef="#ctx0" brushRef="#br1" timeOffset="118053.9972">13171 8303 2649 0,'3'-5'33'0,"-3"0"9"0,0 3 4 15,3-3-7-15,-3 5 1 0,-4 0-2 0,4 3-6 0,0 1 3 16,0 4-15-16,3 2 0 0,-2 6 0 0,1 2 11 16,1 6-1-16,-1 4 7 0,0 2-3 0,1 7 3 0,-1 0-18 15,0 1-11-15,1 0-2 0,-3 3-1 0,3-4-1 0,-1-2-5 16,1-1 7-16,1-5-3 15,-1 0 2-15,3-4-2 0,0-6 3 0,0-2 5 0,1-3 8 16,-1-6 13-16,1 1 17 0,-1-4 47 0,-3-4 16 16,3-1 41-16,-2-3 9 0,2-5 3 0,3-4-4 0,-1-2-8 0,5-6-3 0,1-6-38 0,2 1-18 15,-2-5-40-15,0-2-10 0,-1-2-11 0,-4 1-1 16,-1 0 0-16,-3 0-21 0,1 1-10 0,-3 2 5 0,-1 0-3 31,-2 2-4-31,-2 3-1 0,1 4-5 0,-5 0-9 0,4 5-6 0,-3 2-44 16,1 3-41-16,-3 0-59 0,1 3-67 15,-5 1-73-15,1 4-68 0,-2 1-68 0,-6 2-70 16</inkml:trace>
  <inkml:trace contextRef="#ctx0" brushRef="#br1" timeOffset="118318.208">13321 8078 2977 0,'-3'0'20'0,"-2"-4"50"0,-1 3 21 15,1-7 35-15,1 4 12 0,0 0-8 0,1 2 8 0,3 1-2 0,0 2-29 0,3 1-54 16,2-1-25-16,3 6-23 0,3 2-11 0,3 3 11 0,2 3-12 16,7 4 0-16,-3 4 16 0,3 4-6 0,3 2 15 0,-1 3-16 15,-3 5-2-15,0-2 0 0,2 6 8 0,-5-1 1 0,0 2-13 16,0 0 11-16,-5 0-7 0,0 0 3 0,-3-2 1 31,1 0-8-31,-3 1 6 0,-3-1-2 0,-2 0 2 0,-3-3-2 16,-2 1 1-16,-4-2-4 0,-3-1 11 0,-6-2 6 0,-2-1-14 15,-5 1 0-15,-2-4 7 0,-4-1-1 0,0-2-6 16,-1-4-44-16,-1-1-65 0,2-4-71 0,-2 0-80 0,-2-5-70 16,2 0-110-16</inkml:trace>
  <inkml:trace contextRef="#ctx0" brushRef="#br1" timeOffset="118687.6646">13969 8432 2940 0,'7'0'31'16,"0"-2"33"-16,0-1 13 0,-1-4-3 0,6 0 16 15,-2 1 8-15,1 2 8 0,3-2 3 0,4-1-25 0,2 3-29 16,2-1-21-16,1 2 11 0,2-1-18 0,2 3-6 0,1-3-14 15,-1 4-49-15,-3 0-56 0,-2 0-65 0,-5 4-56 16,-5-1-69-16,-12-3-40 0,0 0-39 0,0 0-13 0,0 0 39 16,0 0 50-16,0 0 50 0,0 0 71 0,0 0 79 0,0 0 70 15,0 0 89-15,0 0 63 0,0 0 55 0,0 0 33 16,0 0 48-16,-184 181 26 0,102-106 2 0,63-64 4 0,6-3-45 16,2-2-33-16,3 1-46 0,4-4-36 0,2-2-32 0,4 0-31 15,-1-2-20-15,4 1-29 0,5-1 1 0,5-2-17 0,6-2 0 16,6-5-28-16,9 1-67 0,4-4-56 0,4 0-34 15,8-2-58 1,3-7-79-16,9 2-71 0</inkml:trace>
  <inkml:trace contextRef="#ctx0" brushRef="#br1" timeOffset="119004.2032">15016 8086 1758 0,'-18'-1'14'0,"2"0"19"0,1 1 24 0,3-6 15 15,0 6 2-15,1 0 2 0,4 0 5 0,0 0 5 16,4 4 3-16,0 2-3 0,1 3-10 0,-1 5-10 0,1 3 5 16,-1 6 6-16,1 2-6 0,-1 6-8 0,3 2-11 0,0 4-14 15,0 1-17-15,5 3 2 0,3 0 15 0,0-2 21 0,3 2 1 16,2-3 4-16,0-1-3 0,0-4-7 0,1-3 6 16,2-2 16-16,-2-7-12 15,-1 0-6-15,0-6 12 0,1-4 39 0,-4-3 17 16,-1-3 35-16,2-5 14 0,-3-4-17 0,3-3-10 0,0-9-23 15,0-3-15-15,3-2-35 0,1-4-22 0,0-6-28 0,0-2-16 0,-1-4-9 0,-3-2 1 0,-1 0 3 16,-3-3 3-16,0-2-5 0,-6 0-6 0,1 0-1 16,-1-2-2-1,-2 3-1-15,-2 4 0 0,-1 3-8 0,1 6-7 16,-4 3-25-16,3 6-30 0,-4 6-40 0,0 4-61 0,-6 3-52 16,0 8-48-16,-10 3-67 0,-4 2-58 0,-4 7-40 0</inkml:trace>
  <inkml:trace contextRef="#ctx0" brushRef="#br1" timeOffset="119858.771">11176 10014 2029 0,'-3'0'30'0,"0"0"13"0,-2 0 9 0,2 2 5 16,-2 0 1-16,-2 2-3 0,3 0 3 0,0 4 14 15,-5 3 2-15,6 4-11 0,-4 6 16 0,0 4 3 0,3 9-12 0,-1 2 8 0,1 10 0 16,0 0-17-16,2 9-32 0,2 1 2 0,3 2-22 16,0 3-7-16,-1 0 7 0,3 3-7 0,1-2 7 0,2 0 3 15,1-4-4 1,0 4-6-16,-1-8-4 0,2-3-64 0,-3-2-59 0,-1-6-63 0,-3-2-69 0,-1-7-70 0</inkml:trace>
  <inkml:trace contextRef="#ctx0" brushRef="#br1" timeOffset="120024.0476">10849 11064 2224 0,'-13'-21'35'16,"2"0"25"-16,-1 0 44 0,2-1 26 0,2 1 39 0,-3 6 16 15,3-3 2-15,5 2 9 0,3-1-32 0,5 0-32 0,3-2-45 16,9 2-24-16,5-1-39 0,4-3-12 16,8 2-6-16,3 0 1 0,2 0-4 0,9 3-11 0,-1-1-18 0,5 1-46 15,0 3-54-15,-1 1-61 0,1 3-71 0,-6 1-79 0,0 1-85 16</inkml:trace>
  <inkml:trace contextRef="#ctx0" brushRef="#br1" timeOffset="120475.4802">11606 10718 2097 0,'6'0'29'0,"-1"-1"28"0,-2 1 25 15,-3-4 12-15,4 4 14 0,-8 0 8 0,4 0 5 16,0 0-2-16,0 0-22 0,0 1-37 0,2-1-21 0,0 0-12 16,1 3-19-16,0-2-2 0,0 2-3 0,2 1 5 15,1 1-10-15,-3 0 12 0,4 3-10 0,-3 3 6 0,1-1 2 0,-3 4-5 16,1 1 3-16,-1 2-1 0,2 0-4 0,-4 4 1 0,-4-1 4 16,2 2-3-16,-3 2 0 0,2-3 5 0,0 1-11 15,0-2 0-15,-1 0 12 0,-2 1-9 0,2-4 1 16,0-2-7-16,1-1 8 0,0-3-7 15,1-3 12-15,-1-2-11 0,2-2 2 0,1-1 4 0,0-3 1 0,0-3 7 0,3 0 1 16,-2 0 0-16,4-3-11 16,2-3 14-16,0-3-5 0,1-5-6 0,2-3 10 0,2-2-5 0,1-7-2 0,-2 0-1 0,2 0 37 15,-2-5 9-15,1 4 10 0,-2-2 46 0,0 3 17 16,-1 4 37 0,-3 0 25-16,2 4 32 0,-3 7-10 0,-2 2 7 15,-3 5 1-15,0 1-32 0,0 4-23 0,0 2-33 0,-3 2-34 16,0 1-32-16,1 0-33 0,-1 1-16 0,1 0-21 15,2 2 3-15,0 1-8 0,0 5-3 0,0 3 6 0,2 2 1 16,1 4 15-16,0 4-6 0,2 1 5 0,1 3-29 0,1-2-66 16,1-1-56-16,1-2-76 0,2-1-64 0,-3-2-110 15,0 0-99-15,0-4-120 0</inkml:trace>
  <inkml:trace contextRef="#ctx0" brushRef="#br1" timeOffset="121687.1529">12037 10783 1222 0,'0'2'24'15,"0"-2"29"-15,2-2 4 0,-2 4 2 0,0-1 2 0,-2 1-5 16,2-1 0-16,-4 2 0 0,1 1-7 0,6 0 6 16,-3 3-3-16,0 3-2 0,4 0 1 0,-2 5-2 15,1-1 6-15,-1 5-6 0,1-1-13 0,2 0-33 0,0 0-12 16,-2-1 13-16,5 0-5 0,-2-4 5 0,0-3 2 16,4 0 4-16,-2-3 9 0,1-4 20 0,1 1 22 0,1-3 11 15,-2-4 8-15,1-4 18 0,4 0 4 0,-1-3 20 0,0-6-8 16,2 0-10-16,2-6 11 0,-4-1-12 0,3-4 3 15,-2 1-12-15,-1-1-6 0,1-2-8 0,-3 2-2 0,-3-1-9 16,1 3-18-16,-4 1 4 0,2 2 11 0,-4 5-1 16,0 1-7-16,-1 6-7 0,-1 0-8 0,2 5-6 0,-3 5-11 15,2 0-13-15,-2 0-18 16,-2 7-5-16,4 3-1 0,-2 4-3 0,-2 5 8 0,-1 6-3 0,0 4 11 0,3 5-4 0,-5 10 2 16,2-3 4-16,0 5-4 0,-2 4 0 0,3 0 1 15,1 0 3-15,-1 0-4 0,4 0-5 0,1-3 3 0,0-1-5 16,0-3 10-16,4 0-1 0,-2-5-7 0,1-3 3 0,-2-2-1 15,-2-3 6-15,0-3-9 0,-2-2 1 0,-2-4 1 16,2-3 3-16,-5-3 1 0,-1-4 10 0,2-1 6 0,-1-5 35 31,-2 0 28-31,1-1 22 0,-2-4 0 0,0 0 6 16,-3 0 5-16,0-2-3 0,-2-2-2 0,1-2-34 0,-4-3-16 16,1 1-27-16,0-5-1 0,0-1-9 0,2-1-1 0,1-3-8 15,4-4-3-15,-1-5-7 0,6 1-4 0,1-6-6 0,7-1-23 16,7-4-22-16,1-1-59 0,4 0-24 0,6-1-45 15,4-2-56-15,1 1-49 0,2 3-65 0,-1 2-54 0,-1 1-45 16,2 0-24-16</inkml:trace>
  <inkml:trace contextRef="#ctx0" brushRef="#br1" timeOffset="122299.2343">12891 10071 2086 0,'-6'-3'30'0,"1"0"21"0,2 1 18 0,0-5 9 16,0 6 21-16,-4 1 26 0,2-2 19 0,0 1 11 0,-2 1-21 16,6-2-11-16,-4 4-12 0,3-1-14 0,1-1-18 0,-3 7-18 15,-2 2-21 1,-2 4-5-16,-3 6-11 0,0 8-3 0,-3 9 2 0,-1 2 1 16,0 10 0-16,0-1-6 0,1 9 3 0,5 1-13 15,2 2 7-15,3 3-9 0,4-4-1 0,4 1-3 0,3-2-1 0,4-2 3 0,6-2-7 0,5-5 12 0,1-5-19 16,5-5-42-16,2-8-39 0,3-1-64 0,5-4-55 15,-8-8-66 1,3-4-53-16,-3-7-74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1612.54919" units="1/cm"/>
          <inkml:channelProperty channel="F" name="resolution" value="1023.875" units="1/in"/>
          <inkml:channelProperty channel="T" name="resolution" value="1" units="1/dev"/>
        </inkml:channelProperties>
      </inkml:inkSource>
      <inkml:timestamp xml:id="ts0" timeString="2024-12-09T05:44:34.1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13223 10519 1265 0,'0'0'33'0,"0"0"28"0,0 0 31 0,0 0 30 16,0 0 24-16,0 0 16 0,0 0 31 15,0 0 16-15,0 0-16 0,0 0-16 0,0 0-12 0,0 0-5 0,0 0-8 16,0 0 11-16,0 0-14 0,-27-27-6 0,24 21-7 16,-1 1-5-16,1 0 6 0,1-2-7 0,0 5-2 0,2-3-11 15,0 5-7-15,0 0-3 0,0 0-1 0,0 0 3 16,0 0-27-16,0 0-16 0,0 0-8 0,0 0-18 16,0 0-6-16,0 0-13 0,0 0-3 0,0 0-23 15,0 0-24-15,0 0 13 16,2 43 7-1,15 81 20-15,-14-95-11 16,2 0 2-16,-5-2-4 0,3 2 0 0,-1 0-7 0,0-3 4 16,1-2 6-16,-1 0 5 0,0-3-13 0,-2-5 1 0,0-2 6 15,0-2 0-15,2-3 5 0,-2-2-3 0,0-4 22 16,0-1 12-16,0-1 28 0,-2-2 13 0,4 1 13 0,-4-2 4 16,2-1-7-1,0-4 8-15,0-2-28 0,0-3-13 0,0-7-15 0,0-6-22 0,0-3-19 16,0-4 4-16,0-5-4 0,0-5-2 0,0 0 6 15,-2-4-4-15,0 0 2 0,-1 0 0 0,-1-3-2 0,1 2-16 16,2 2-29-16,-3 2 2 0,3 2-26 0,-1 7-23 0,2 5-46 16,2 5-52-16,-1 5-60 0,1 6-65 0,-2 7-49 15,2 3-61-15,-1 6-39 16,-1 3-21-16,2 4-34 0</inkml:trace>
  <inkml:trace contextRef="#ctx0" brushRef="#br0" timeOffset="322.8777">13563 10855 1972 0,'0'5'5'16,"0"-1"28"-16,-2-1 18 0,4-3 15 0,-2 1 13 0,0-1 21 16,3 4 32-16,0-1 10 15,2 1-8-15,0-1-30 0,4 4-12 0,-1 1-8 0,2-1-5 0,-2 3-12 16,1 2-19-16,1 0-1 0,-5 1 1 0,-1 1 2 0,2 1-1 16,-4 2-1-16,-2-1-9 0,-3 1-7 0,-3 0-14 15,-1 4-10-15,-2-2-2 0,-2-1 4 0,0 2-7 16,-4-1-9-16,1 1-43 0,0-4-47 0,-2 1-53 0,2-4-52 15,-3-1-54-15,4-1-82 16</inkml:trace>
  <inkml:trace contextRef="#ctx0" brushRef="#br0" timeOffset="684.0255">13830 10570 2283 0,'-4'-6'35'0,"1"1"20"0,-2 1 22 0,3 0 30 0,-1 3 11 16,-2 1 22-16,5 0 0 0,-2 0 0 0,1 1-34 0,1 2-29 15,-2 2-23-15,2 1-21 0,-3 4-11 0,1 3-13 16,-3 5 0-16,1 1 2 0,1 4-4 0,1 5 12 0,2 0 10 0,0 3-10 16,2-2 4-16,3 0-4 0,2 0-1 0,3-3-2 15,-2-2 6-15,4 0 11 0,1-6-3 0,2-2 16 16,0-3 1-16,4-2-2 15,0-5 7-15,-1-1 28 0,2-5 13 0,-1 0 13 16,0-5 15-16,-1-4 8 0,-1 1 7 0,-4-7 32 16,-1 1 11-16,-4-4-14 0,2 0-7 0,-1-4-17 0,-3 1-13 0,-3 0-21 0,-1-4-9 15,-2 0-29-15,-2 3-17 0,-2-3-16 0,-5 0-4 16,-3-2-5-16,-1 1-16 0,-1 4 3 0,0-1 1 16,-2 1-5-16,0 1-8 0,2 5-4 0,2 3-13 0,-1 1-23 15,2 2-33-15,1 3-37 0,-2 2-51 0,7 1-67 16,0 0-62-16,2 4-58 0,-2 0-67 0,-2 4-57 0,0 1-41 15,4-1-50-15</inkml:trace>
  <inkml:trace contextRef="#ctx0" brushRef="#br0" timeOffset="996.1785">13963 10178 2965 0,'-10'-14'31'16,"0"6"51"-16,0-1 44 0,4-3 30 0,-1 3 43 16,-2 4 20-16,4 1 2 0,4 1 7 0,-3 0-38 0,3 2-53 15,2 2-41-15,4 5-31 0,2 0-42 0,3 6-13 16,3 0-3-16,8 5-1 0,-2 5 4 0,6 6 15 16,2 2-11-16,0 3 0 0,1 1 5 0,1 6-6 0,-3-2 3 15,-2 3 1-15,-2 0-2 0,0 1-14 0,-3 0 14 16,-1 0-8-16,-3 0 0 0,-3 4-2 0,-3-4-3 0,-1 3-5 15,-7 0 1-15,-1-1 4 0,-3 1-4 16,-3-4 0-16,0 1-9 0,-2-2 4 0,-6-5 5 0,4-1-3 16,-1-2 1-16,0-4-50 0,3-3-56 15,0-3-61-15,0-5-82 0,-3 0-88 0,0-1-109 16,3-5-104-16</inkml:trace>
  <inkml:trace contextRef="#ctx0" brushRef="#br0" timeOffset="1324.0198">14660 10392 3467 0,'8'-12'3'0,"0"3"5"0,1-2-7 0,3 2 1 0,6 0 2 16,-3 0 0-16,3-1-8 0,4 1 4 0,1 5 2 15,4-1-9-15,1 2-1 0,1 2-51 0,1 1-42 0,-5 3-39 16,-2 3-45-16,-3 2-59 0,-3 3-42 0,-7 0-32 15,0 4-1-15,-6 2 55 0,-4 0 37 16,-8 4 40-16,0-1 67 0,-3 4 98 0,-5-2 73 16,-2 2 83-16,-7 2 65 0,2-1 47 0,-4-1 45 0,3 1 44 0,-1-2 20 15,-1-1-15-15,4-3-13 0,2-1-39 0,4-2-34 0,2-4-44 16,3-1-39-16,3-5-40 0,4-3-33 0,3 2-25 16,4-1-12-16,0-3-10 0,7 2-25 0,4-3 6 15,4 3-9-15,0-2-2 0,7-1-16 0,6 0-46 16,2-4-45-16,3 0-54 0,-3 0-52 0,2-4-67 0,-5 2-51 15,0-1-87-15,-3 2-53 0,-2-3-25 0</inkml:trace>
  <inkml:trace contextRef="#ctx0" brushRef="#br0" timeOffset="2105.7833">15542 10625 1758 0,'0'4'14'16,"0"-4"7"-16,0 0 8 0,0 0 38 0,0 0 10 0,11 14 30 0,-5-11 17 16,1 1 8-16,2-1-9 0,5-1-4 0,2 1-2 0,3-1-38 15,0-4-11-15,0-1-34 0,2 1-8 0,-1-1-9 16,-2-4-6-16,-1 2-2 0,0-3-7 0,2-1 4 0,-6 0 6 0,1-1 27 15,-3 0-3-15,-1-2 29 0,-4 0 12 0,-4 2 30 16,1-2 30-16,-8 1 5 0,1 1 28 0,-4-1 7 16,-4 2 18-1,2 1-2-15,-2 0 5 0,-2 2-4 0,-3-1-22 0,0 5 1 0,0 1-36 0,-3 1-29 16,1 3-20-16,-2 4-22 0,-1 2-15 0,0 4-30 0,5 1-3 16,-2 2-10-16,3 4-5 0,2 3 1 0,3 1-2 15,4 3-4-15,1 2-4 0,3 2 6 0,6 1-7 16,3-2-8-16,5 2 4 0,-1-1-15 0,7-2-38 0,3-4-33 15,3 0-34-15,6-7-54 0,-3-1-31 0,6-3-29 16,-2-8-56-16,3 0-33 16,-3-5-14-16,-1-2-22 0,-1-5-35 0,1-3 17 15,2-2 16-15</inkml:trace>
  <inkml:trace contextRef="#ctx0" brushRef="#br0" timeOffset="2519.9776">16201 10101 1515 0,'-3'-7'17'0,"-6"-1"36"0,6-2 19 16,-6 1 32-16,3 2 31 15,-5 0 25-15,2 1 30 0,2 2 4 0,-2 1-8 0,1 1-31 0,0-1-16 0,0 6-31 16,-3-1-32-16,3 4-17 0,0 3-4 0,-2 3 5 0,-2 3-14 16,1 4 6-16,0 3-7 0,3 2 4 0,2 1 0 15,-1 1-6-15,6 0-23 0,-1 0-7 0,5-1-1 0,4-3-7 16,1 0 11-16,2-3-9 0,7-2-1 0,-4-1-4 16,5-5 1-16,4-1 5 0,-1-6 7 0,1 0 9 15,3-4 6-15,0-4 21 16,1-3 22-16,0-1 25 0,-3-4 28 0,2-4 15 0,-3-3 18 0,0-1 6 0,-6-4 19 15,1 1-7-15,-7-5-15 0,-2 2-4 0,-2-1-33 16,-6 0-19-16,-4-1-20 0,-4 1-16 0,1 3-29 0,-7 0-11 16,1 3-5-16,1 2-16 0,-2 5-9 0,2 1-4 15,0 4-27-15,4 4-29 0,0 1-49 0,1 4-69 16,-2 2-74-16,1 3-71 0,-1 5-84 0,0 4-93 0,-3 1-75 16</inkml:trace>
  <inkml:trace contextRef="#ctx0" brushRef="#br0" timeOffset="2886.4116">16663 10752 3505 0,'-7'5'34'0,"2"0"44"0,0-3 33 0,6-2 30 0,-1 0 8 16,-1 0 7-16,1 0 2 0,5-2 1 0,5-2-37 15,5 0-41-15,5-1-32 0,5-1-25 16,4-2-13-16,2 2-46 0,4-2-45 0,-3 1-61 0,-1 3-51 0,-2 0-59 16,-6 4-60-16,-3 3-49 0,-5 1-43 0,-4 4 18 0,-3-1 31 15,-6 4 57-15,-2 1 53 0,-8 1 55 0,0 2 63 16,-2 2 80-16,-2-3 96 0,-2 2 56 0,-4 1 62 15,1-2 40-15,-2-1 31 0,-1-1 47 0,3 1 9 16,-1-3-21-16,3-2-30 0,3-2-18 0,-1-2-37 0,8 0-43 16,0-3-24-16,5 2-47 0,0-4-7 0,4 0-15 15,5 0-24-15,3-4-51 0,6 1-55 0,4-4-59 0,3 1-75 16,5-2-68-16,5 1-60 0,3-4-87 0</inkml:trace>
  <inkml:trace contextRef="#ctx0" brushRef="#br0" timeOffset="3386.6678">17586 10406 1927 0,'8'-17'24'0,"-4"0"39"0,1-8 18 16,5 0 31-16,-4-3 22 0,-1-3 16 0,-2-3 12 15,0-2 39-15,-1 0-15 0,-2-1-9 0,1-1-2 0,-1 4-24 0,3 4-23 0,-3 4-5 16,0 5-12-16,2 6-36 0,1 2-6 0,0 6-34 16,-1 3-13-16,-2 6-8 0,3 5 6 0,2 3-15 15,-1 9-2-15,1 3-4 0,-2 7-6 0,6 6 10 0,-3 8-6 16,3 5 5-16,-3 2-6 15,1 6 2-15,-4 2 7 0,2 3-1 0,1-3 3 0,-3 2-7 0,2-2 1 0,0-4-8 16,0-1 4-16,4-3 6 0,-5-6-4 0,5-4-1 16,-1-5-3-16,-4-4 2 0,2-3 3 0,-3-3 8 15,-3-7-6-15,0-1-4 0,-3-3 9 0,-1-3 20 16,-2-2 14-16,-4-2 5 0,-1-4 17 0,-2 2 16 0,-4-4 11 16,-2 0 20-16,-1-2 3 0,-1 0 0 0,-5-4 14 15,1 2-2-15,-2 1-8 0,2-3-9 16,6 0-12-16,-3 5-4 0,5-1-10 0,2-3-17 0,6 4-20 0,1-2-6 15,5 2-16-15,1 0-10 0,6 0 2 0,0 0-15 0,7-2 2 16,4-1-4-16,5-2-10 0,5 1-14 0,7-1-15 16,7-3-6-16,-1 0-36 0,8 0-27 0,-5 0-40 15,3 0-53-15,-4-1-38 0,-2 0-40 0,-1 0-42 0,-6 1-54 16,-1 1-48-16,-5 1-53 0</inkml:trace>
  <inkml:trace contextRef="#ctx0" brushRef="#br0" timeOffset="4681.3595">11636 12451 1212 0,'-8'-8'35'16,"0"-3"23"-16,0 0 40 0,-1-2 18 0,0 1 36 15,-3-1 41-15,-2 1 20 0,3 2 32 0,0-1-20 16,-1 0 1-16,3 5-19 0,-3-1-18 0,2 3-42 0,-2 3-39 15,1-2-20-15,3 7-32 0,-6 0-12 0,4 5-15 16,-1 3-16-16,0 9 5 0,3 4 27 0,2 11 7 0,-1 3-1 16,4 9 1-16,3 5-2 15,5 3-2-15,3 7-7 0,-2 4-9 0,8-4-21 0,-1 3-9 0,3 0 5 0,3-4-7 0,1 1 3 16,-1-5-6-16,1-3-12 0,-2-4-38 0,0-3-41 16,-1-6-32-16,-2-1-50 0,-3-7-45 0,-4 0-47 15,-2-5-36-15,-4-5 0 0,0-2 9 0,-6-3 30 0,1-6-1 16,-5-4 46-16,0-4 46 0,-6-5 46 0,1-5 38 15,-4 0 20-15,-2-7 30 0,-1-3 36 0,-7-3 52 0,2-5 30 32,-2-3 21-32,-2 1 35 0,5-4 11 0,-3-1 31 0,2 0 16 15,3-2-2-15,3 3-2 0,2 0-5 0,5 0-7 0,2 3-37 0,3 0-17 0,7 3-29 16,5 1-18-16,7 1-24 0,3 6-16 0,5-3-15 16,7 1-21-16,3 0 5 0,5 2 3 0,6 2-6 0,-1 1-4 15,2 1-40-15,1 1-42 0,1 5-59 0,2 2-50 16,-8-1-69-16,-2 4-53 0</inkml:trace>
  <inkml:trace contextRef="#ctx0" brushRef="#br0" timeOffset="5137.674">11942 13014 2063 0,'0'1'28'0,"-2"1"17"16,0 1 18-16,2-3 11 15,2 1 6-15,-5 0 1 0,3-1 4 0,-2 4 16 0,2-1-5 0,0 6 3 0,0 2-17 16,2 2-3-16,-1 3-13 0,3 2 3 0,1 0-9 16,0 1-12-16,2 2-20 0,1-3-17 0,2-1 2 15,0-2-8-15,3-3 11 0,1-3-4 0,0 0 10 0,2-3 0 16,0-4 5-16,1 0-6 0,-1-4-3 0,1-1 7 16,1-2-9-16,-4-4 2 0,1-3-1 0,-2-1-12 0,-1-4-2 0,-2-1 7 15,-1-1 1-15,-5-2-9 0,1-3 4 0,-3 2 0 16,-4-2-6-16,1 1 24 0,-6 0-8 0,2 2 15 15,-3 4 8-15,-1-3 13 0,3 8 4 0,-2 1 8 16,3 1 0-16,-3 5-16 0,4 2-2 0,-1 3-16 0,3 0-12 16,-1 2-11-16,0 4-4 0,1 4-10 0,0 2-1 15,-1 6 3-15,-1 4 0 0,2 6 5 0,2 3-8 0,0 5 3 16,2 3-1-16,2 2 3 16,1 0 5-16,5 3-6 0,-2-1 6 0,2 0-7 0,2-2 3 15,-1 1 4-15,1-1-5 0,-2-3 4 0,-2-1-2 0,1-3 1 0,-4-2-9 16,1-2 6-16,-6-5 8 0,0 1-5 0,0-7 8 0,-3 1 9 15,0-6 5-15,-2-3 28 0,0-1 15 0,-2-3 1 16,2-2 0-16,-3-4 5 0,1-2-7 0,-5-2-18 0,2-2-3 16,-3-2-40-16,0-3-38 0,-2-2-28 0,-2-5-50 15,3-4-46-15,1-2-49 16,2-3-50-16,5-1-62 0,-2-1-45 0,5-2-37 16,4-1-38-16</inkml:trace>
  <inkml:trace contextRef="#ctx0" brushRef="#br0" timeOffset="5606.1136">12314 13009 2040 0,'2'-2'36'16,"-1"0"26"-16,-1 2 22 0,2-1 13 0,-2 1 7 0,0 0-1 15,-2 1 6 1,1 1 2-16,1-1-39 0,1 0-28 0,1 4 8 0,3 1-12 0,1 0 2 16,1 2-2-16,3 1-3 0,0 3-6 0,1-1 4 0,3 1 6 15,-2-3-29-15,1 1-9 0,0-3 1 0,1 1-1 16,-4-2-8-16,1-5 13 0,2 1-7 0,-7-2 3 0,4 0-3 0,-4 0 8 15,-2-3-7-15,1-2 1 0,-2 0 10 0,-1-3-13 16,-2-3 7-16,0-3 5 0,0 0 18 0,-2-1 9 16,-1-2 6-16,0 0 6 0,-3-2 4 0,0 2 22 15,-1 4 12-15,1-3 0 0,-1 8-9 0,0-2-4 0,0 3-3 16,4 3-12-16,0 4-9 0,0 0-20 0,0 3-12 16,3 1-15-16,-4 5-6 0,4 7-11 0,0 2 5 0,-4 6 4 15,4 4-2-15,0 6 8 0,4 2-9 16,3 7 2-16,-1-1 6 0,7 0 5 0,-1 0-9 0,4 4-3 15,3-3 5-15,2 0-5 16,-2-1 3-16,5 0 7 0,-3-4-10 0,1 3 7 0,-1-4-4 16,1-2 2-16,-3-1 0 0,-3-3 2 0,1-1 6 0,-4-3-8 0,1-3 5 0,-7-5-6 15,-3-2 11-15,-2-2 30 0,-2-1 22 0,0-7 17 0,-5 0 7 0,-3-4 14 16,1-3 3-16,-6 0-1 0,-3-3 1 0,2-1-28 16,-7-3-25-16,-2-3-17 0,0-4-11 0,-2-1-5 0,0-3-11 15,1-6 3-15,3 2-11 0,1-4-3 0,3-2-8 16,4-2-24-16,7-2-18 0,-2-1-44 0,6-4-19 15,8 2-44 1,1-4-19-16,6 0-43 0,2 0-26 0,5 1-30 0,0 2-29 16,5 1-10-16,3-1-26 0,-1 5-6 0,0 2-39 15</inkml:trace>
  <inkml:trace contextRef="#ctx0" brushRef="#br0" timeOffset="6684.6335">13114 12533 1813 0,'-5'-7'21'0,"-3"4"35"16,-4-2 20-16,7 1 28 0,-5-1 25 0,-2 1 29 0,-1 0 1 15,1 4 10-15,2 0-18 0,1 4-27 0,-4 4-3 0,2 5-18 16,0 3-17-16,2 6-24 0,-1 7 1 0,7 3-12 16,0 6 2-16,4 3-15 0,4 3-11 0,6 0-13 15,3 0-4-15,5 2-7 0,0-3-8 0,7 0-12 0,2-4-50 16,4-3-49-16,1-1-67 0,0-1-72 0,0-5-69 0,2-6-70 0</inkml:trace>
  <inkml:trace contextRef="#ctx0" brushRef="#br0" timeOffset="6996.5182">13459 12668 2318 0,'-11'-17'47'0,"-1"3"28"0,0 2 22 0,1 3 6 0,6-2 9 0,-6 7-3 16,5 1 1-16,1 1-1 0,3 5-43 0,-1 3-19 0,6 5-10 15,-1 1 1-15,3 7-8 0,1 5 3 0,2 2-3 16,1 7 3-16,1 0-1 0,4 4-3 0,-4-1-5 16,1 2 10-16,0-4 6 0,0 0 24 0,0-2 6 0,-3-6 5 15,1 0 5-15,-4-1 18 0,3-5 12 0,-4-4 1 16,1-6 11-16,0 1 0 0,-2-3 24 0,-3-3 19 16,0-1 13-16,2-3 22 0,-2-2-24 0,0-3 3 0,-2 1-15 15,2-4-23-15,0-4-25 0,0-5-25 0,0-5-25 16,0-4-45-16,-3-4 10 0,0-2-21 0,-2-7-2 15,-1-1-5-15,1-3-4 0,-3 1 1 0,0 1-37 0,-1 0-3 16,3 2-49-16,-1 6-7 0,1 3-60 0,3 1-43 16,1 6-53-16,0 3-69 0,4 4-23 15,-2 7-78-15,0 4-31 0,2 2-60 0,1 3-11 16,2 4-25-16</inkml:trace>
  <inkml:trace contextRef="#ctx0" brushRef="#br0" timeOffset="7231.1306">13851 12905 1127 0,'0'7'24'0,"0"2"21"0,0-2 15 16,3-2 35-16,3 1 19 0,-3 2 24 0,0 2 16 0,4-1 5 0,1 1-2 0,3 0-16 16,0 1 0-16,-3 0-15 0,4 1 2 0,-2-3-20 15,-2 5-11-15,1-2 6 0,-2 4-1 0,-3-3 6 16,-2 0-16-16,-2 3-18 0,-3 1-18 0,-4 0-2 0,-2 0-2 15,-2-2-15-15,1 2-26 0,-4 0-6 0,-2-1-2 16,4-3-5-16,-1-1 1 0,1 0-58 16,0-4-39-16,3 1-52 0,-2-4-57 0,1 0-97 0,4-3-80 0</inkml:trace>
  <inkml:trace contextRef="#ctx0" brushRef="#br0" timeOffset="7543.0958">14146 12620 2341 0,'-3'-3'28'0,"2"3"6"0,-3 1-3 15,4-2 7-15,0 0-7 0,-3 3 3 0,3 2 18 0,0 2 6 0,3 5-11 16,-3 1-9-16,4 8 4 0,0 2-5 0,1 2 8 0,3 7-4 16,1-1-17-16,1 4-7 0,-2-1-11 0,4-2 11 15,-2 2 7 1,1-3 5-16,2-1 11 0,0-4 23 0,-1-2 3 15,1-2 6-15,2-4 2 0,-2-3 25 0,-2-4 12 0,3-4 19 0,-4-1 23 16,2-4 13-16,-4-2 20 0,0-4 24 0,0 0 12 0,-2-6-31 16,-1-3-8-16,-2-4-20 0,-3-3-29 0,2-2-30 15,-2-6-20-15,0-2-34 0,-2-1-17 0,-4-1-2 16,-2 1-10-16,2 1-16 0,-4 2 1 0,1 2-6 0,-2 3-22 16,-4 3-12-16,5 2-37 0,-2 3-50 0,3-1-62 15,3 5-63-15,1-5-82 0,-3 8-83 16,0 4-89-16,3-3-105 0</inkml:trace>
  <inkml:trace contextRef="#ctx0" brushRef="#br0" timeOffset="7824.923">14273 12403 3039 0,'-5'-3'47'0,"2"0"22"0,-2 2 18 0,0-2 20 16,10 0 17-16,-8-1 5 0,4 4 1 0,3 0 7 0,2 4-25 15,5 2-7-15,3 1-16 0,7 2-17 0,0 5-16 16,5 3-3-16,3 1 0 0,4 5-2 0,-3 0-22 0,0 3-12 16,0 0 4-16,-5 3 6 0,2 0 1 0,-2 1 5 15,-4 3-3-15,-2-4-2 0,-3 5 3 0,-2 2-3 0,-6-1-5 16,3 1-5-16,-8 2 1 16,-3-1-7-16,-2 1 4 0,-5-1-5 0,-1 2-8 0,-5 0 6 0,2-3-4 0,-2-2-1 15,-4 0-9-15,4-4 8 0,-1-2-8 0,2-4 0 16,2-5-32-16,-1 0-58 0,6-5-62 0,-3-4-67 0,5-3-77 15,-5 1-113-15,1-5-99 0</inkml:trace>
  <inkml:trace contextRef="#ctx0" brushRef="#br0" timeOffset="8043.6486">15036 12709 2063 0,'6'-4'27'0,"-2"4"3"0,-1 0-2 0,0 0 1 0,10-2 14 0,-2-1 23 16,1 0 4-16,9 1 5 0,0-2-31 0,6 1 2 0,1-1 1 16,4 0-7-16,-1 4-14 0,3 0-63 0,-6 0-56 15,-3 7-53-15,-3-2-45 0,-6 0-53 0,-2 1-42 0,-4 0-36 16,-9 6 16-16</inkml:trace>
  <inkml:trace contextRef="#ctx0" brushRef="#br0" timeOffset="8180.889">15354 12787 200 0,'-20'17'54'0,"-1"0"33"16,0 0 46-16,-4 4 37 16,5-6 46-16,-3-1 44 0,3-3 32 0,-1 1 29 0,4-1-38 15,1-5-21-15,5 0-37 0,0-3-29 0,6 0-43 16,2-3-26-16,3 2-21 0,0-2-24 0,5 4-23 0,0-3-1 16,7 2-7-16,-1-2-17 0,6 2 4 0,0 0-24 15,6-1-9-15,2-2-49 0,2 0-29 0,2 0-57 0,-7 0-63 16,2 0-47-16,-4 0-76 0,0-1-63 0</inkml:trace>
  <inkml:trace contextRef="#ctx0" brushRef="#br0" timeOffset="9183.6069">15714 12814 1504 0,'0'4'34'0,"3"-4"10"0,-1-2-2 0,3-1 9 0,-4-4 24 16,1-2 13-16,1-1 14 0,2-5 7 0,4 2-17 0,-1-5 5 15,2 1 12-15,2-2-3 0,0 1-13 0,-1-1-4 16,1 2 2-16,-4-1 2 0,0-2 18 0,1 7-4 15,-7-3-2-15,1 4 16 0,-3 0 14 0,3 2 7 0,-6 5-13 16,3 1-3 0,0 0-21-16,-2 2-2 0,2 2-9 0,-1 1-26 0,-1 1-24 0,1 1-24 15,1 3 4-15,-3 2-14 0,3 3-10 0,0 6-10 0,0 4 3 16,4 5 4-16,-1 3-6 0,2 5 7 0,3 4-8 16,0 2 3-16,3 1 2 0,2 0-1 0,3 0-8 15,-2-1 4-15,3 2 3 0,-4-4-3 0,6-1 4 0,-5-1 6 16,0-4-14-16,-2-1-14 0,-1-5-4 0,-5-1-10 15,-2-3-6-15,-4-1-9 0,-4-3-3 0,-2-4-7 16,-5 1 11-16,-2-2 16 0,-1-2 11 0,-1-1 4 0,-4-2 15 16,-1-3 13-16,2 0-1 0,-2-2 9 0,1-1 2 15,-2-2 10-15,-1 0 18 0,3 0 9 0,4-2 11 0,-4 2 16 16,4-2 16-16,4 1 4 0,4-1-1 0,3 2-5 16,1 0-22-16,3-2-9 0,0 1-13 15,7-3-24-15,3 3-10 0,3-3-26 0,4-3-35 16,7 1-26-16,2-2-50 0,5 0-39 0,2 0-57 15,5-1-49-15,-2 5-69 0,3-2-60 0,-1 1-43 0</inkml:trace>
  <inkml:trace contextRef="#ctx0" brushRef="#br0" timeOffset="11590.7598">16298 13051 875 0,'-2'3'24'0,"2"-2"27"0,2-1 20 0,-1 3 13 0,-2-3 18 16,2 2 12-16,-2-1-1 0,1 0 8 0,0-2-24 15,1 1-24-15,-1 0-20 0,3 0-12 0,4 0-16 16,4-3 4-16,-3 0 7 0,4-1 1 0,4 2 5 0,0-4 0 16,3-1 0-16,-2 0 4 0,1-1 1 0,-3 1-18 15,0-2-3-15,-4 1-9 0,1 3 4 0,-4-2 11 16,0 1 13-16,-2-2 10 0,-1 3 7 0,-2-2 29 0,-1 2 1 15,-2-2 10-15,-3-1 15 0,0 2-10 0,-1-2-7 16,-6 4-9-16,0-4-15 0,-1 3-18 0,-5 0 5 16,-1 1-11-16,-2 1-22 0,2 0 4 0,-6 1 1 0,4 5 7 15,-3-1 19-15,0 2-2 0,5 1-14 0,-2 1 4 0,1 1 3 16,3 3-8-16,2 1-8 0,2 1-3 0,5 3-13 0,1 2 4 0,3 3-6 16,7 3 4-16,0 1-9 0,7 1 2 0,3 1-5 15,5-1-7-15,3 2 4 0,3-4-12 0,9-1 11 0,-5-2-9 16,6-1 0-16,-1-5-4 0,1 1 4 0,1-5-30 15,0-3-43-15,-2-3-32 16,0-1-50-16,-2-5-58 0,-1 0-50 0,-4-4-71 0,2-1-74 0</inkml:trace>
  <inkml:trace contextRef="#ctx0" brushRef="#br0" timeOffset="11935.5801">16762 12671 2213 0,'-9'-5'30'0,"-1"3"31"0,-1 0 25 15,3-3 28-15,0-1 38 0,-2 0 11 0,0 3 5 0,0 1 0 16,1 1-34-16,4-1-23 0,1 4-32 0,2 1-28 16,-1 4-28-16,3 2-9 0,0 4-3 0,0 0 6 0,3 6 2 15,0 3-3-15,0-1 3 0,4 3 1 0,4-3-6 16,-2 1 1-16,1-2-2 0,4-3-3 0,0 0 1 15,2-5 4-15,2 0 3 0,-3-3 0 0,2-4-3 0,-1 0 1 16,1-3-3-16,-2-3 5 0,-1-1 4 0,-5-3-11 16,3-3 9-16,-2-1 20 0,-5-4 15 0,0-2 7 0,0-2 16 15,-2-1 1-15,-3-5-1 0,0 2 14 0,-5-4-8 16,1 4-7-16,-5-4-8 16,0 4-4-16,-4-1-9 0,1 2-7 0,-1 4-5 0,0-1-16 15,0 8 4-15,0-2-23 0,0 5 0 0,2 1-9 0,5-1-16 0,-3 6-40 0,2-1-36 16,5 1-58-16,-4 0-64 0,3 1-55 0,0 11-78 15,-1-1-81-15,-3 3-62 0</inkml:trace>
  <inkml:trace contextRef="#ctx0" brushRef="#br0" timeOffset="12262.2012">17189 12870 3138 0,'0'0'42'0,"0"0"25"0,0 0 28 0,0-4 1 0,3 0 4 15,-3 1 11-15,6-2-3 0,4 1-7 0,5 1-36 16,6-2-25-16,1-1-31 0,8 3 1 16,0-2-8-16,5 1-59 0,-1 1-37 0,-4 0-43 15,1 3-44-15,-9 3-52 0,2 4-33 0,-10-1-36 0,-6 3 2 0,-3 3 42 0,-8 4 38 16,-5 0 55-16,-7 1 30 15,-2 1 60-15,-5 2 64 0,-4 2 58 0,0-3 41 0,-4 1 40 16,3-1 26-16,-2 0 26 0,3-2 27 0,-1-3 1 16,3 1-4-16,5-5-23 0,0 1-32 0,8-5-40 15,-3 1-27-15,9-3-27 0,4 0-20 0,1-3-2 0,1 2-28 0,7-3-2 0,5 3-32 16,1-3-16-16,8-3-53 0,3 3-51 0,5-3-50 16,3-1-76-16,6-1-65 0</inkml:trace>
  <inkml:trace contextRef="#ctx0" brushRef="#br0" timeOffset="12778.0568">17938 12807 1949 0,'4'-7'24'16,"0"-4"26"-16,1-1 26 0,4-7 16 0,1-1 32 0,0-3 17 0,0-4 14 0,2-3 29 16,-1-3-17-16,3-1-18 0,0 2-22 0,0-1 11 15,-3 4-15-15,-1 4-9 0,2 2-8 0,-7 6-27 16,2 4-11-16,-2 4 3 0,-4 4-12 0,-1 3-22 0,3 2-12 16,-6 0-19-16,3 2 3 0,0 3-6 0,0 4 9 15,0 4-4-15,0 6 17 0,-1 2 2 0,1 8-6 0,-4 6 11 16,3 4-7-16,-1-1 0 15,2 4-1-15,0 0-9 0,2-1-10 0,-1 0-2 0,4 1 3 0,1-4-12 16,-1 3 1-16,1-2 10 0,1 0-13 0,2-3 15 0,-1-1-4 16,0-2-13-16,2-2 5 0,-1-4 10 0,-1-2-7 15,-2-2-6-15,5-3 5 0,-5-3-6 0,-2-3 2 16,-4-3 14-16,0-3-5 0,-4-2-9 0,1-1 16 0,-8 0-1 16,2-3 0-16,-7 2-6 15,-2-1-2-15,0 1 5 0,-3-1 0 0,-3-1 16 16,-1 1-1-16,3-1 6 0,-2-1 24 0,4 1 9 0,1-2 15 15,3 2 1-15,2-2 9 0,4 2-1 0,2-2-2 16,2 1 11-16,5-1-17 0,2 0-3 0,-1 0-16 0,8 0-5 0,-2-3-13 0,9 1-11 16,0-3-3-16,10 0-17 0,2-5-2 0,6 3-5 15,1-3-21-15,2-2-26 16,1 2-22-16,-3-1-23 0,1 2-27 0,0-4-42 0,-5 5-49 16,-3-3-43-16,0 4-31 0,-4 1-40 0,-1 2-33 15,-2 2-42-15,-3 1-56 0</inkml:trace>
  <inkml:trace contextRef="#ctx0" brushRef="#br0" timeOffset="21136.6619">2762 15933 317 0,'0'0'26'0,"0"0"-10"0,0 0 10 0,0 0 12 15,0 0 9-15,-11 0 4 0,11 0 17 0,0 0-6 0,0 0-18 16,0 0 10-16,0 0-9 0,0 0-16 0,0 0-2 0,0 0 17 0,0 0-10 16,0 0 14-16,0 0 23 0,0 0 9 0,0 0 11 0,0 0 22 15,0 0 8-15,0 0-22 0,0 0 0 0,0 0 2 0,0 0 0 16,0 0-5-16,0 0-10 0,0 0-1 0,0 0-10 16,-20 0 4-16,20 0 10 0,0 0-13 0,0 0-15 15,0 0-9-15,0 0-2 0,0 0-13 0,0 0-7 0,-16 0 5 0,16 0-13 16,0 0-1-16,0 0 4 0,0 0-4 0,-4-10-10 15,60-109-16 1,-42 102 4-16,-4 3-6 16,3-1 1-16,-3 3-1 0,2 1 8 0,-1 1 4 0,0 2-11 15,-3 3 4 1,0 1 4-16,-8 4-22 16,27 65 41-16,-26-41-7 0,-4 7-2 0,0 3 5 15,-2 5 2-15,-1 3-6 0,-2 1 0 0,0 3 1 0,0-3-3 16,-2 1 3-16,3-5 6 0,-1 0 4 0,3-6 5 0,0-4 1 15,0-2 2-15,1-5-4 0,4-5 3 0,-3-1-5 0,3-5-6 16,0-2-4-16,0-1 4 0,0-8 6 0,0 0 0 0,0 0 0 16,0 0-3-16,0 0 7 0,0 0 10 0,0 0-14 0,0 0-2 15,57-40-5-15,-57 40-53 16,0 0-38-16,0 0-48 0,0 0-56 0,0 0-68 0,123-167-42 16,-109 145-80-16,-6-3-55 0</inkml:trace>
  <inkml:trace contextRef="#ctx0" brushRef="#br0" timeOffset="21574.4617">2991 15972 1427 0,'-5'0'16'0,"6"0"14"0,1-6 14 16,0 6 3-16,-2-1 0 0,2 1 4 0,-2-4 2 15,0 0 1-15,3 1-21 0,-1 1-10 0,3 0-15 0,-2-1-3 16,0 1-1-16,2 2 0 0,0 0-5 0,2 5 2 16,-3-1-1-16,2 3 6 0,-1 2-5 0,1 4 4 0,0-1 4 0,1 5-2 0,-4 0 1 15,3 3-2-15,-4 1 5 0,1 2 6 0,0 0 2 0,-1-1 3 16,-2 1 3-16,0-5 0 0,4 1 1 0,-4-3 1 0,0-2 0 16,-4-2-10-16,4-4 0 0,0-2-5 0,0-3-2 15,0 0 4-15,0-1 13 0,0-2 0 0,0 0 12 0,0-2 11 16,0-1 11-16,4-2 0 0,-4 1-8 0,0-7-7 0,3 2-11 15,2-6 1-15,-3-3-17 16,4-2-14-16,2-2-7 0,-2-2-4 0,4-3 9 0,-2 3-3 0,0 0 0 0,-1 2-3 16,1 2 3-16,1-1 0 0,-3 6 9 0,1 1 14 0,-2 4 4 15,0 1 11-15,-2 3-5 0,1 2 3 0,-4 3 5 16,1 1 3-16,-2 0-15 0,1 1-8 0,0-1-10 0,-2 4-14 16,2-1 12-16,0 2-4 0,2 2-8 0,-1 1 1 0,2 2 8 15,2 3-7-15,-1 2 4 0,1 3 3 0,0 1-8 16,3-2 7-16,-5 1-2 0,5-1-20 15,-2 0-36-15,-1-2-36 0,0-1-55 0,-2-2-52 0,-1 1-58 0,-1-9-75 0</inkml:trace>
  <inkml:trace contextRef="#ctx0" brushRef="#br0" timeOffset="21996.0691">3469 15495 1892 0,'0'-1'2'16,"-3"-1"1"-16,0-3 0 0,6 5 3 0,-3 0 1 0,-3 4-7 15,1-1-3-15,1 1 6 0,2 0-6 0,1 6 5 16,4 1 11-16,-1 4 1 0,1 5 4 0,0 1 9 0,1 3 12 16,-1 2 13-16,2 3 4 15,-2 2 1-15,-3 0-9 0,4 1-6 0,-4-1-4 0,2 2 0 16,1 1-11-16,-3-5-18 0,2 4 4 0,-2-2-7 0,2-4-3 0,-2 1 3 0,4-1-3 15,-2-3 3-15,0-4 3 0,2-2-5 0,-4-1-1 16,5-2 6-16,-3-5-6 0,2-3 4 0,0 1 2 0,-2-4-6 16,-2-2 6-16,2-2 5 0,-4 0-1 0,-1-2 18 0,0-1 24 15,0 3 2-15,-1-1 3 16,-3-3-1-16,1-3-7 0,-2 1 0 0,0-2 6 0,-1-4-17 16,-3 5-5-16,-1-6 9 0,-1 4 15 0,-1 1 7 0,-1 2 4 0,-3 0 7 15,3 2-5-15,-2 1 2 0,0 4-18 0,0-1-15 0,0 4-20 16,-2-2-3-16,4 6 1 0,-4 1-12 0,3 3-7 0,0 1-7 15,1 2 7-15,2-1-4 0,5 2 2 0,-1 1-8 16,7 0 3-16,2-2-2 0,4-1-2 0,3 1-15 0,4-5-18 16,6 1-25-16,0-5-14 0,8-2-31 0,3-4-44 15,5 0-51-15,4-6-34 0,-2-2-29 16,1-4-25-16,1-3-26 0,2-3-40 0</inkml:trace>
  <inkml:trace contextRef="#ctx0" brushRef="#br0" timeOffset="24121.2055">4269 15530 959 0,'-2'-1'17'0,"2"-1"11"0,2-1 8 0,-2 3 9 0,-5 3-1 16,4-1 5-16,1-2-3 0,0 1 2 0,1 2-19 0,-1 2-10 0,3 2 22 0,0 4 4 15,-1 6 22-15,3 1-1 0,-2 7 10 0,0 4-5 16,2 5 5-16,1 3 1 0,2 1-13 0,0 5-12 0,-2-1-13 16,5-2-7-16,-1 1-2 0,-1 1 4 0,5-1-4 15,-4-3 2-15,1-1-15 0,-2-3-3 0,1-5-6 0,1-2 0 16,-2-4 1-16,1-3-9 15,-2-4 3-15,-1-3 0 0,0-4 3 0,-1-4 2 0,-1 0 7 16,0-2 2-16,-3-5-2 0,-1 2 27 0,-1-3 10 0,0 0-3 0,0-2 1 0,-1-2-3 16,-1-2-7-16,1-1 0 0,-3-5-1 0,-1-2-20 15,2 3-13-15,-6-2-3 0,3-1-1 0,-4 0 5 0,0 2 4 16,-4 3 4-16,3-1 3 0,-1 4 9 0,-3 0-1 16,0 1 13-16,0 3 2 0,-2 3-5 0,3 0-1 0,-2 4-2 15,2-2-7-15,-3 4-4 0,4 4-1 0,-3 1-8 0,3 3-12 16,0 1 1-16,1 2 3 15,1 1-7-15,0 1-1 0,5 1-3 0,1 0 12 0,3 0-6 0,4 0 11 0,3-1 0 16,1 0-8-16,5-5 3 0,3 3 6 0,5-5-6 0,-1 0-30 16,5-3-13-16,3-5-36 0,2-2-25 0,2-4-45 15,-2-1-47-15,1-1-46 0,-1-6-46 0,-1-2-32 0</inkml:trace>
  <inkml:trace contextRef="#ctx0" brushRef="#br0" timeOffset="24381.401">4560 16127 457 0,'6'-3'2'0,"3"-2"9"15,1-2 11-15,-4 4 4 0,5-4 10 0,-1 0 12 0,1-1 8 16,3-1 7-16,-4-3 7 0,4 4-2 0,-3-1 2 0,0 0 13 16,-2 1 1-16,-1 3 3 0,-4-2 16 0,-3 2 17 0,1 2 4 15,-4-1 16-15,2 1 7 16,-5 1-8-16,2-1 9 0,0 3-5 0,-3 0-19 15,0 0-21-15,-3 0-11 0,0 5-25 0,0-2-18 0,-4 5-7 16,2 1-26-16,-2 1-5 0,0 0-6 0,4 3-5 16,1 2-5-16,0-1 5 0,0 1-6 0,8-1 5 0,-4 1 2 15,8-1-10-15,-1 2-25 0,4-2-18 0,2-2-45 0,4 0-46 16,-2 0-39-16,2-4-61 0,6-2-48 0</inkml:trace>
  <inkml:trace contextRef="#ctx0" brushRef="#br0" timeOffset="24777.6693">4949 16008 1624 0,'-2'-5'25'16,"4"0"8"-16,1 2 4 0,-2 3-4 0,-2-4 2 15,-1 4 7-15,2-1-3 16,0 1 2-16,0 0-28 0,2 1-6 0,1-1-14 0,-3 4 5 0,5-1 1 0,-1 2-8 0,1 3 4 16,-2-1-5-16,0 2 5 0,1 1 1 0,-4 2 11 0,-2 0-5 15,0 2-5-15,-4 1 6 0,1-1-6 0,-4 1 7 0,1-3-4 16,-2-2 2-16,1 1-7 0,-2-2 4 0,1-5 4 15,0 0-5-15,-2 0 11 0,3-7-5 0,0 3 2 0,-1-2 2 16,0-4 19-16,3 2 9 0,-1-1 8 0,3-3 11 16,-2-1-3-1,4 0-2-15,0 1 9 0,-1-2-5 0,2 1-16 0,2 0-8 0,0 1-12 16,4 0-12-16,-2 2-3 0,3-2-5 0,0 3-5 0,1 0-2 16,2-1 3-16,1 5 2 0,2 1 3 0,2 0-1 0,3 5 4 15,1 2 1-15,1 2-2 0,2 4 0 0,2 4 2 16,-1 3-6-16,4 3 3 0,-3 1 5 0,3 5 5 15,-4 5 15-15,1-2 20 0,0 5 4 16,-4-2-3-16,-1 2 8 0,-4 1 7 0,-1 2-2 16,-4-2 1-16,-1 3-9 0,-4-2-11 0,-3-1-3 0,0-1 1 0,-3-1-1 0,0-5-13 15,-1-2 1-15,-2-4-7 0,3-4-5 0,-3-6-9 0,1-5 3 16,2-3 2-16,0-2-8 0,-1-5-28 0,1-5-53 16,-2-2-66-16,-7-3-53 0,2-5-72 0,-3-9-78 0</inkml:trace>
  <inkml:trace contextRef="#ctx0" brushRef="#br0" timeOffset="25122.2795">5137 16049 1137 0,'3'-4'9'0,"0"8"14"0,-3-2 8 16,6-2 2-16,-4 3 5 0,-2 1 19 0,-2 2 31 16,4 0 10-16,1-1 4 0,3 6-6 0,-1-2-4 15,0 5-3-15,2 3 4 0,-2-2-19 16,0 5-18-16,-2-4-3 0,1 2-9 0,-3-2 8 15,1 0-1-15,-2-6 9 0,0 3 8 0,0-4 5 0,-2-2 3 0,2-3 10 0,-1-1 17 16,-1-2 19-16,0-1 9 0,-1-1 13 0,3-2-11 16,0-1-2-16,-3 0-12 0,3-1-17 0,-2-2-25 0,1-2-33 15,-1-1-15-15,0-2-21 0,4-3-5 0,-2 1-1 16,2-1-8-16,1-4 2 0,0 3 1 0,4-1-4 0,-1 1 6 16,1 2 1-16,0-1-2 0,3 2-3 0,-1 2 2 15,-1 1 1-15,0 1 4 0,0 3 1 0,-2 0-6 16,2 3-2-16,-5 1 2 0,0 2 3 0,0 0 0 0,1 1-3 15,-3 3-4-15,1 0 2 0,0 1 5 0,2 4 4 16,4-1 0-16,-5 4 0 0,3 0-3 0,1 6 4 0,1-2 2 16,1 4-28-16,-3 1-47 0,-1-4-52 0,0 2-64 0,0 1-62 15,-1-1-64-15,-1-5-75 0,1 1-72 0</inkml:trace>
  <inkml:trace contextRef="#ctx0" brushRef="#br0" timeOffset="25371.6235">5429 16150 1635 0,'3'-2'32'0,"-3"-1"8"0,3-2 1 0,1 1 1 16,-1-3 3-16,-3 4 1 0,6-3 1 0,-1-2 0 0,4-2-32 15,1-1-7-15,2 0-3 0,1 0-1 0,1 0-3 0,-1 0 1 16,0 1-1-16,-3 2 11 0,0 2-1 0,-3 2 12 16,0 0 20-16,-4 0 2 0,-3 1 19 0,-3 3 14 0,-3-1 8 15,1 1 3-15,1 0 12 0,-5 1 0 0,3 2-10 16,-5 1 1-16,3-1-13 0,0 2-12 0,-4 1-4 0,2 1 5 15,1 2-7-15,-4 0-15 0,2 2-6 0,5-1-5 16,-2 2-8-16,2-4-4 0,1 4-2 16,3-3-18-16,2 2-6 0,2 0-8 0,3-1-25 15,1 0-34-15,3-2-33 0,1 1-32 0,1-2-51 0,3 2-53 16,-1-6-46-16,1-2-36 0,0-1-23 0,2-4-4 0</inkml:trace>
  <inkml:trace contextRef="#ctx0" brushRef="#br0" timeOffset="25606.2382">5698 16098 854 0,'3'-3'22'0,"0"1"15"0,3 3 27 15,-4-2 8-15,3 1 15 0,-5-2 5 0,0 2 2 0,2-1 1 16,-2 1-21-16,4-3-16 16,-4-3-26-16,1 3-8 0,4-2-16 0,-3 1-1 15,3-1-5-15,0-1 3 0,-1 2 3 0,0-1 2 0,1-3 11 0,-3 3 9 0,-2-2 8 0,0 3 13 16,0-1 31-16,0 1 17 0,-3 0 29 16,-1 4 35-16,0-1 5 0,0 2 25 0,-5-1 7 0,6 0-12 15,-7 4-20-15,3-1-12 0,-1 1-31 0,0-2-28 0,-1 5-23 16,2-3-32-16,1 1-17 0,1-1-2 0,0 5-12 15,5-1-7-15,-4 3-1 0,4-1-11 0,4 2 10 16,0 0-1-16,2 3-20 0,4-1-18 16,0 0-49-16,3-2-50 0,3 1-61 0,-2-3-67 0,3 0-82 0,1-1-77 0</inkml:trace>
  <inkml:trace contextRef="#ctx0" brushRef="#br0" timeOffset="26714.7855">6324 16119 1938 0,'3'3'-2'0,"0"2"6"0,-6-1 1 0,6-2 0 16,-7 6 7-16,-3 4 10 0,-1 3-2 0,0 2 2 15,-3 4 0-15,-2 6 0 0,-1 5 1 0,0 1-8 16,-3 6-48-16,-1 2-73 0,-5 5-62 0</inkml:trace>
  <inkml:trace contextRef="#ctx0" brushRef="#br0" timeOffset="27386.7717">7495 15211 1116 0,'-5'-7'13'0,"-1"3"20"0,-2-5 20 0,3 4 16 0,-3 0 24 0,-1-1 17 0,-2 1 2 16,0 1 28-16,0 0 4 0,0 3-11 0,4-2-13 0,-5 3-9 16,5-1-14-16,1 1-14 0,0 1 5 0,-1 2-32 0,-2-2-13 0,4 5-4 15,-3 1 0-15,3 5 20 0,-5 5 10 0,3 4 21 0,2 7-5 16,2 6 6-16,0 7-2 0,3 8-6 0,2 3 8 15,4 10-31-15,0 3-16 0,5-1-25 0,-1 7 6 0,3 0-8 16,2 0-1 0,1 0 7-16,0-1-17 0,0 0 0 0,1-7-4 0,-1 0 1 15,0-5-3-15,-2-3 0 0,0-4 0 0,-1-7-14 0,-1-2-45 16,-2-4-35-16,-2-5-37 0,-2-4-61 0,0-1-49 16,-6-6-47-16,-3-6-43 0,-2-2-62 0</inkml:trace>
  <inkml:trace contextRef="#ctx0" brushRef="#br0" timeOffset="27515.9376">7231 16337 1427 0,'-18'-29'20'0,"6"0"27"0,1 2 16 0,-3 2 10 0,1 2 26 16,7-2 15-16,-1 7 3 0,7-3 3 0,0 0-20 0,5 0-27 16,3-2-16-16,11 2-9 0,2-4-19 0,4 1-20 0,5 0 0 0,3-3-13 15,2 5 5-15,4-2-1 0,4 1-3 0,-3 0-39 16,2 5-47-16,-1 1-31 0,3-2-69 0,-4 3-40 16,1 2-69-16</inkml:trace>
  <inkml:trace contextRef="#ctx0" brushRef="#br0" timeOffset="27698.9996">7868 15729 1949 0,'-3'2'34'0,"-2"0"22"16,2-2 30-16,0 4 9 0,-5-3 9 0,2 5 3 0,1-4 4 16,-2 6 2-16,1 2-24 0,-1 1-12 0,3 1-19 0,1 5-11 15,0 0-5-15,3 5-7 16,0 0-1-16,3 0 0 0,4 2-9 0,3-2-13 0,0 2-15 0,1-4-19 0,3-2-36 0,1-1-31 15,0 0-59-15,0-5-59 0,0 1-51 0,-2-5-49 16,1-1-63-16</inkml:trace>
  <inkml:trace contextRef="#ctx0" brushRef="#br0" timeOffset="28074.5446">8061 15841 1137 0,'4'-5'14'0,"0"0"21"0,2 1 14 16,-3 1 6-16,-1 3-1 0,0 0 4 0,-1 0 7 15,1 3 23-15,1-1-4 0,3 0-17 0,0 0-2 0,1 1-4 16,-1 2 8-16,3-1 10 0,-1 4 0 0,0 0-11 0,2-1-3 16,-3 4 9-16,0 0-1 15,-1 0 0-15,-1 2-1 0,-2 1-11 0,-1-2-6 0,2 2-6 0,-2-2-4 0,-2 1-15 0,0-3-8 16,0-1 0-16,0 1-4 16,-2-3-3-16,2 0-1 0,0 0-4 0,-4-4-7 0,4 0 5 0,0-1-6 0,0-2 2 0,0 0 2 15,0 0 2-15,0 0-2 0,0-2 2 16,4-1-2-16,-4 0-8 0,0-1-4 0,2-6-5 0,0 2-10 15,-1-4 0-15,1-2 6 0,1-5-4 0,-3 2 6 0,3-3 5 16,-3-2 2-16,3-2 2 0,-1 3 11 0,-2 2 11 16,2 0 21-16,-2 1 30 0,-2 3 34 0,2 3 38 0,-2 3 31 15,2 1 30-15,0 4 19 0,0 3-5 0,-3-3-4 0,3 4-32 16,-3 0-28-16,3 3-39 0,0-3-31 0,0 2-30 0,0-2-31 16,-2 2-12-16,4 3-18 0,-2 0 4 0,3 4 1 15,0 0-3-15,2 6 4 0,0 1-3 0,4 2 12 0,-1 5-20 16,2 0-55-16,2-1-56 0,-2 2-60 0,4-4-61 0,-1 0-63 15,-2-2-81-15,1 2-67 0,0-4-54 0</inkml:trace>
  <inkml:trace contextRef="#ctx0" brushRef="#br0" timeOffset="28262.1778">8497 16003 1558 0,'2'2'26'0,"-1"1"16"0,-1-3 12 0,2 0 9 0,-2 3 8 16,-2-3-1-16,1 1 2 0,1 2 15 0,0-2-9 0,0 5-3 15,0 1 1-15,1 1-8 0,-1 0 0 0,2 5 6 0,-4 2 2 0,1 2-12 32,-3 0-17-32,0 3-12 0,-1-2-10 0,-3 2-7 0,0 0-2 0,0-1-8 0,-1 0-7 15,-1-1 1-15,2-3-17 0,0-1-40 0,1-3-38 0,0-3-27 16,1-2-60-16,3-3-53 0,-2-3-86 0</inkml:trace>
  <inkml:trace contextRef="#ctx0" brushRef="#br0" timeOffset="28668.214">8524 15761 1837 0,'1'0'18'0,"-1"0"22"0,0 0 15 0,5 0 8 0,-6 1 2 16,-1 5 1-16,2-4-3 0,0 3 1 0,3-2-12 16,-1 2-14-16,3 2-10 0,-4 3 0 15,8 1-6-15,-2-1 14 0,3 5-1 0,-2-1 4 0,2 1 0 16,0-3-10-16,3-1-2 0,-1 0-6 0,-1-2 0 0,3-2-10 15,-1-2-1-15,1-2 2 0,-3-1-6 0,1-2 6 0,0-2-2 0,-4-2-1 16,3-1 1-16,0-3-2 0,-6-2 4 0,1 1-9 0,1-3 4 16,-4-2 4-16,1-2 10 0,-1 0 13 0,-3-1 11 0,2 0 10 15,-4 0 9-15,-1 0 21 0,-3 2 8 0,3 2 6 16,-3 0 12-16,1 5 1 0,2-1 0 0,-4 1-10 0,3 6-11 16,2-2-18-16,2 3-12 0,-1 1-12 15,-1 1-24-15,1 1-18 0,-1 2-4 0,2 1-8 0,0 3 7 16,0 4-10-16,0 5 4 0,0 0-1 0,3 7-1 0,0 2 4 0,-1 3 0 15,5 3 6-15,0-1-6 0,3 4 8 0,-2-4-4 0,4 2-2 16,-1 1 5-16,3-1-5 0,-1 0-2 0,1 1 2 0,-1-1-1 0,0-4-2 16,-1 0 1-16,-1 0 4 0,0-1-4 0,-5-4 0 0,1 0 2 15,-4-3-5-15,0 2 9 0,-3-2 2 0,-3 1 3 0,-2-5 12 16,-3-1 8-16,1 1 13 0,-3-2-10 0,-3-2 10 0,2-4-5 16,-1 0 0-1,-2-6-3-15,1 2-15 0,3-5-4 0,-4 0-17 0,1-5-25 0,1-2-61 0,-1-2-32 0,2-4-76 16,0-2-59-16,-2-3-97 0,-2-3-99 0</inkml:trace>
  <inkml:trace contextRef="#ctx0" brushRef="#br0" timeOffset="28917.8986">8827 15502 3479 0,'-3'-3'16'15,"3"2"6"-15,0 1 15 0,-3-3 14 0,3 3-2 0,-4 4 1 16,4-3 5-16,4 3 0 0,2 1 6 0,2 2-6 0,5 1-12 15,4 5-15-15,2 0 9 0,2 6 5 0,3 3-11 16,3 0 8-16,-1 2-19 0,1 5 7 0,0 0-5 0,-5 3 3 16,2-1-14-16,-4 3-1 15,1-2 5-15,-7 2-6 0,-1-1-2 0,-4 1-7 16,-4-2 5-16,-3 2-7 0,-4 0 10 0,-4-1 1 0,-3 0-9 0,-1-2 3 16,-5-3-5-16,1 1-35 0,0-4-49 0,-2-6-39 15,2-1-47-15,3-5-81 0,-2-1-45 0,1-4-101 16,2-3-82-16</inkml:trace>
  <inkml:trace contextRef="#ctx0" brushRef="#br0" timeOffset="29090.4699">9356 15666 3595 0,'6'-1'9'0,"-2"-2"6"15,-1 3 3-15,5-5 1 0,-3 0 11 0,2 2 9 16,5-1 0-16,3 0 2 0,5-1-7 0,5 0-6 0,5-1-15 0,3 1-41 15,1 1-72-15,0 0-69 0,-2 3-77 0,-2 3-66 16,-3 1-94-16,-5 1-70 16</inkml:trace>
  <inkml:trace contextRef="#ctx0" brushRef="#br0" timeOffset="29214.3189">9594 15911 2086 0,'-23'25'43'0,"2"-4"50"0,0-4 37 16,1-1 48-16,4-6-1 0,-1 2 29 0,2-4 39 0,4-1 18 15,5-5-27-15,4 1-48 0,-1-3-33 0,6-3-39 0,1 3-5 16,2-2-29-16,8-3-36 0,0-1-21 0,5-2-47 15,5-2-25-15,1-2-44 0,5-2-65 0,2-1-33 0,-1-2-65 16,-1 2-60-16,-4 1-84 16,1-1-58-16</inkml:trace>
  <inkml:trace contextRef="#ctx0" brushRef="#br0" timeOffset="30386.7782">10948 15158 1319 0,'-7'-4'29'16,"-1"-4"28"-16,-2 6 26 0,2-5 30 0,1 4 26 0,-3 1 29 0,0-1 26 16,-3 3 24-16,3 3-29 0,2-2-17 0,-3 3-25 15,3 0-34-15,0 1-11 0,-3 3-14 0,3 1-2 0,0 3-23 16,2 8 12-1,-2 1-4-15,5 6 18 0,3 5 15 0,0 6-10 0,6 6-6 0,5 4-21 0,0 2-1 16,5 4-13-16,0-1-7 0,6 5-18 0,-2-4-10 16,1 3-7-16,1-5-11 0,0 1-5 0,0-4-4 0,-4-1-8 15,2-5-43-15,-5-3-46 0,5-2-37 0,-7-6-58 0,-1-2-60 16,-5-1-55-16,-5-4-52 0,-4-4-50 0,-5-1-4 16</inkml:trace>
  <inkml:trace contextRef="#ctx0" brushRef="#br0" timeOffset="30522.7845">10696 16162 1244 0,'-28'-21'31'0,"3"-1"29"0,2 3 28 0,4-3 28 0,3 2 35 0,5 2 14 16,2-3 9-16,2 0 5 0,7 2-26 0,3 0-25 0,5-1-31 16,3-2-26-16,7 0-34 0,4-1-16 0,5 0-9 15,6 1-5-15,3 0-8 0,4-1 1 0,4 1-2 0,5 2-2 16,0-1-22-16,3 3-46 16,-4 2-47-16,2 1-82 0,-5 4-68 0</inkml:trace>
  <inkml:trace contextRef="#ctx0" brushRef="#br0" timeOffset="41558.6249">11483 15186 1691 0,'-14'4'19'0,"-2"1"9"0,-2 2 7 16,6-1 12-16,-6 5 25 0,1 3 20 0,-1 3 29 15,1 8 23-15,3 1-18 0,0 6 10 0,3 1 8 0,-2 6-14 16,9 1-28-16,-1 5-8 0,3-2-35 0,5 6-22 16,1-2-1-16,0 2-19 0,9-2-9 0,-5-2-4 0,3 1 9 0,1-1-16 0,1-5 3 15,4-1 4-15,-4-5-16 0,4-5-30 0,-1-3-37 0,0-1-41 16,-2-6-57-16,0-2-51 0,-1-5-57 0,0-5-86 15</inkml:trace>
  <inkml:trace contextRef="#ctx0" brushRef="#br0" timeOffset="41870.7705">11543 15552 1904 0,'-5'0'7'0,"4"3"0"0,-2 0 0 0,3-3 2 16,0 1 10-16,-4 7 38 0,4-1 4 0,0 3 20 0,0 2 10 0,0 4-2 16,4 3 2-16,-4 4-4 0,1 1-6 0,1 1-41 0,1 4 3 15,0 0-23-15,0-3-16 0,-1-1 5 0,2 0-1 0,-1-4 5 16,-1 0 16-16,1-4 14 0,-3 1-8 0,4-7 8 16,-3 1 6-16,1-4 20 0,-2-1 26 0,1-2 7 0,-1-2 20 15,2-2 14-15,-2-1 27 0,0-4 14 0,-2 1-11 0,2-3-22 16,0-2-18-16,-1-4-12 0,1 0-43 15,-2-5-24-15,1-3-26 0,-3-2-16 0,4-4 0 0,-3-1 4 16,3-2-9-16,-2-5-2 0,-1 2 7 0,2 0-10 0,1 0-22 16,0 1-28-16,-3 1-24 0,3 4-44 0,0 0-34 15,3 4-47-15,0 4-58 0,-2 5-53 0,-2 3-29 0,1 3-70 16,1 2-39-16</inkml:trace>
  <inkml:trace contextRef="#ctx0" brushRef="#br0" timeOffset="42123.4981">11766 15782 710 0,'4'8'20'0,"-2"1"24"0,1-1 18 15,4-2 23-15,-1 2 15 0,-3 0 6 0,2 4 36 0,-2-3 7 0,0 6-13 0,4-1-18 16,-1 1 11-16,0-1-8 0,-4 1-13 0,7 2 3 0,-6-3-22 15,1 6-6-15,-3-5-3 0,1-1-4 0,-4 2-30 16,1-3-15-16,-1 0 0 0,0 0-9 0,-4-1-16 0,4-4 5 16,-4 1-7-16,0-1 4 0,4-1-7 0,-2-2-31 0,0-3-27 15,0 1-57-15,0-3-72 0,-2-2-80 0</inkml:trace>
  <inkml:trace contextRef="#ctx0" brushRef="#br0" timeOffset="42434.4119">12003 15596 1848 0,'0'0'14'0,"-3"0"1"0,3-1 5 0,0 2 1 0,0 1-4 0,-3-1 1 0,3 4 3 16,0-1-4-16,-2 4 2 0,4 1 15 0,-1 2-4 15,1 2 7-15,1 1 9 0,3 4-4 0,-1 1-3 0,1-1 4 16,-1 2-10-16,0 0-18 0,4 0-2 0,-1 1 3 0,-1-4 2 15,-1 3 5-15,2-6 5 0,-2 4 1 0,0-7-3 16,2 1 16-16,-1-2 7 0,0-3-4 0,-2-3 7 0,-2 0 14 16,2-2 4-16,0-4 14 15,-2 0 6-15,2-4-14 0,1-3 4 0,-3-3 3 0,4-2-5 0,-2-3-15 16,1-3-1-16,-2-4-11 0,-1 2 3 0,-3-2 11 0,0-1-10 16,-3 0-5-16,-3 2-9 0,2-1-2 0,-1 3-10 0,-3 0 0 15,1 2-16-15,-2 2-6 0,4 1-5 0,-3 3-2 0,0 1-20 16,-1 3-16-16,4 1-36 0,0-1-44 0,-1 1-69 0,0 4-58 15,-2 0-88-15,0 0-88 0</inkml:trace>
  <inkml:trace contextRef="#ctx0" brushRef="#br0" timeOffset="42714.9739">12074 15187 2733 0,'-3'0'33'0,"0"0"9"0,3 0 18 0,0-4 1 0,-5 2 4 16,5 2 4-16,-3 0-5 0,6 0 5 0,2 1-36 16,-2 4-7-16,6 3-13 0,1 1 3 0,4 3-2 0,4 4 0 0,4 2 13 15,0 5-6-15,4 4 7 0,-3-2 1 0,4 7-1 16,-4-1 1-16,1 4-3 0,-2-1-1 0,-1 1-7 0,-2 2 4 16,-2-4-10-16,-1 4 2 0,-3 0-4 0,-1-2-2 15,-4 1 8-15,0-2 2 0,-3 3 5 0,-1-3-4 0,-4-1 14 16,0 1-7-1,-4-2-3-15,-2 2-4 0,-4-3 1 0,-3-2-5 0,-2-2-10 0,-4 2 4 0,1-3-7 16,-6-3-22-16,4 0-55 0,-1-4-53 0,-1-1-101 16,-3-1-78-16,3 0-106 0</inkml:trace>
  <inkml:trace contextRef="#ctx0" brushRef="#br0" timeOffset="43028.3998">12866 15371 2685 0,'2'-2'19'0,"1"2"18"0,-2 0 2 0,4-3 1 15,-8 3-2-15,1 3 0 0,-1-2 3 0,3 5 17 16,0 1 11-16,2 5-2 0,-1 5 8 0,1 4-3 0,1 4 9 16,4 4-2-16,0 5 9 0,3 3-18 0,-1 1-31 15,-1 3-12-15,0 1-10 0,3-1 0 0,-4 1-4 0,0 0 0 16,-2-1-13-16,0-1 5 0,-2-2-5 0,0-4-51 0,-1-2-78 16,-2-2-74-16,-2 0-98 15,-1-4-91-15</inkml:trace>
  <inkml:trace contextRef="#ctx0" brushRef="#br0" timeOffset="43204.7432">12752 15943 2770 0,'-8'-3'39'0,"3"0"18"0,-2-1 27 0,7-4 8 0,4 3 13 0,-4-1-4 0,5 0 2 16,3-3 2-16,3 0-40 0,6-2-16 0,2 2-28 0,7-3 5 15,2-1-21-15,7 4 7 0,1-3-3 0,-1 0-2 16,1 4-4-16,-1-1-27 0,-1 0-38 0,-3 1-65 0,-1 0-38 15,-5 6-66-15,-3-4-76 0,-2 2-72 0</inkml:trace>
  <inkml:trace contextRef="#ctx0" brushRef="#br0" timeOffset="43933.2155">13999 15008 1319 0,'-3'-6'21'0,"-3"-1"33"15,1-1 13-15,0 0 38 0,1 4 22 0,-1 0 34 0,0 0 12 16,0 2 19-16,1-1-6 0,-3 3-28 0,1 3-6 16,-2-1-35-16,-1 4-11 0,-2 3-3 0,-2 0-14 0,-3 8-2 15,2 2 5-15,-3 4-5 0,4 6 1 0,0 4 11 16,1 5-7-16,5 3-32 16,2 5 10-16,4 3-21 0,2 2-23 0,1 2 2 0,6 1-8 0,0 2-14 0,3 0-2 15,-2-1-1-15,1-3-6 0,2 0 4 0,0-3-1 0,2-5-39 16,-1-2-35-16,-2-5-66 0,3-1-68 0,-8-5-71 15,1-6-78-15,0-4-88 0</inkml:trace>
  <inkml:trace contextRef="#ctx0" brushRef="#br0" timeOffset="44099.1651">13631 15829 1881 0,'-14'-14'34'0,"0"-1"17"0,2 5 39 15,3-5 22-15,6 6 25 0,-2-3-2 0,5 2-1 0,5-1 2 0,4 1-40 16,6-2-15-16,5-1-39 0,8 1-22 0,6-3-25 0,2 2 1 15,7 0 4-15,6 2 1 0,1 2 1 0,0 0 1 0,0 4-36 16,0 1-42-16,-5 1-59 0,-4 2-50 0,-2 1-67 0,-2 1-66 16</inkml:trace>
  <inkml:trace contextRef="#ctx0" brushRef="#br0" timeOffset="44606.1142">14315 15723 1405 0,'-1'-3'13'15,"-2"1"22"-15,1-4 13 16,4 5 6-16,1-3 11 0,-3 0 17 0,3 1 8 0,2-2 6 0,0 3-5 0,1-3-26 16,2 3-11-16,1-1-6 0,-1 3-8 0,0 0-15 15,1 3-9-15,-1 0-9 0,2 3 3 0,-4-1-1 0,2 3 1 16,-5 1 5-16,2 1-1 0,-2 3 0 0,-3 1 2 16,-1 0 4-16,-3 2-14 0,1 0 13 0,0 0-8 0,-3 1 4 15,1 0-5-15,0-2-4 0,2-1 1 16,-2 1-2-16,-1-3 5 0,0-2-5 0,1-1-2 15,2-1-9-15,0-4 4 0,1 0 16 0,1-2 1 0,-3-2 11 0,8 0 0 0,-4-3 1 16,4 3 4-16,-2-7 0 0,4 2 3 0,-1-3-10 0,4-4-7 16,-1 0-13-16,0-5 1 0,3 0-2 0,-1-4 1 15,0 0-1-15,3-4-3 0,-3 0-1 0,-3 4 4 0,0-3 19 16,-1 5 21-16,1-1 34 0,-6 4 16 0,1 3 29 16,-2 1 25-16,-2 4 9 0,-1 2 17 0,2 2 3 0,-3 0-17 15,1 1-35-15,3 3-22 16,0 0-25-16,-3 5-34 0,3-5-8 0,0 4-20 0,0 0-18 0,0 4-6 0,0 1 8 15,0 3-5-15,3 4 1 0,-1 1 2 0,3 4 5 0,-2 0-6 16,2 3 4-16,1-1 4 0,3 0-20 0,1-1-22 16,0-1-56-16,0-1-22 0,3-3-59 0,1-1-48 0,-3-1-70 15,-1-2-52-15,4-4-51 0,-4-1-31 0</inkml:trace>
  <inkml:trace contextRef="#ctx0" brushRef="#br0" timeOffset="45465.0077">14903 14930 1158 0,'-3'2'28'0,"0"-5"33"0,1 3 18 15,-1 1 27-15,2-1 29 0,-4 2 1 0,2-1 16 16,3-1 14-16,-3 3-16 0,0 2-23 0,-4 2 6 0,1 3-15 16,-5 7-19-16,1 2 27 15,-2 3-3-15,-6 4-9 0,7 3-3 0,-1 6-10 0,2 0-23 16,4 3-16-16,2 2-3 0,4-1-29 0,4 4-13 0,2-3-9 0,4 2-3 15,4 0-2-15,2-2 1 0,4-3-24 0,1-1-49 0,0-4-48 16,-1 0-69-16,2-5-54 0,-3-2-72 0,5-5-58 0</inkml:trace>
  <inkml:trace contextRef="#ctx0" brushRef="#br0" timeOffset="45761.5327">15196 15209 2259 0,'-6'-5'11'0,"-1"5"19"0,4 0 8 0,0 0-3 16,1 0 1-16,-1 5 2 0,1-2 20 0,-1 4 19 15,2 3-11-15,-4 2-10 0,2 4 0 0,2 4 1 0,-1 4 2 16,0 3 2-16,2 2-17 0,0 2-17 0,2 0 5 0,1 1 2 16,0-2-1-16,3 1 1 0,-3-4 5 0,4-1-4 15,-2-3-7-15,-4-3 8 0,3 0 7 0,-1-3-10 0,1-5-3 16,-2 0 34-16,-2-4 14 0,0-4 30 0,0 1 33 0,0-5 28 15,0 0 12-15,0-3 17 0,-2-1-10 0,-1-4-35 0,2-3-19 16,-2-4-31-16,-1-2-21 0,4-4-39 0,-3-7-25 16,0-1-20-16,0-5 2 15,-1-5-25-15,4-1-21 0,-1-2-29 0,1-3-33 0,1 3-34 16,-1-1-27-16,4 2-46 0,-1 3-43 0,2 5-35 0,-4 5-35 0,4 7-43 16,-2 3-39-16,3 3-35 0</inkml:trace>
  <inkml:trace contextRef="#ctx0" brushRef="#br0" timeOffset="45965.0673">15432 15461 823 0,'3'12'36'0,"1"-2"30"16,-1 1 34-16,2-3 21 0,-3 2 21 0,-1-1 34 0,1 3 15 16,1 0 22-16,0 2-26 0,-1 0-21 0,3 0-28 0,-1 1 0 15,-1-1-14-15,1 3-30 0,-3-1-7 0,-1-2-20 0,0 3-9 16,-1-2-9-16,-3 2-5 0,0 0-19 0,-4-2-5 15,0-1-2-15,2 1-8 16,-7-2-3-16,4-2-4 0,-3-4-21 0,0 1-34 0,4-4-55 16,-3 0-61-16,0-3-78 0,1-2-62 0</inkml:trace>
  <inkml:trace contextRef="#ctx0" brushRef="#br0" timeOffset="46324.0918">15717 15348 2236 0,'0'0'33'0,"-3"0"31"15,2 0 20-15,1-1 5 0,-2 1-1 0,-2 1 2 0,4 1-4 16,-2-2-5-16,0 2-27 0,2 4-33 0,-3 2-16 16,3 3-1-16,0 2 7 0,-3 2 7 0,1 3 10 0,1 3 17 15,1 1 0-15,-2 3 10 0,2 0-7 0,2-2 7 16,-1 0-1-16,1 2-9 15,4-4 0-15,-4 0-18 0,4-1 0 0,0-4 0 0,1-2 19 0,-1-2-4 0,2-3 7 16,1-3 8-16,-2-3 3 0,1-1 32 0,1-4-7 0,2-1 8 16,-1-5-13-16,1-2-8 0,-2-4-9 0,1 0 3 15,1-5-7-15,-2-2-7 0,1-1 3 0,-4-1-9 0,0-2-2 16,-2 2 1-16,-3-2 1 0,-1-2-6 0,-3 4-5 16,-5-3-21-16,0 4 0 0,0-3-7 15,-4 3 2-15,-1 2 0 0,0 2-4 0,-1 3-5 16,1 2 2-16,3 1 0 0,0 5-37 0,2 0-36 0,0 3-38 0,5 0-60 0,-1 1-63 15,0 3-75-15,-1 3-61 0,1-2-83 0,-3 3-54 16</inkml:trace>
  <inkml:trace contextRef="#ctx0" brushRef="#br0" timeOffset="46604.1958">15806 15036 2831 0,'-2'-5'36'0,"-1"1"37"0,-3 4 15 0,9-4 11 16,-6 1 3-16,-2 2-4 0,4 2 3 0,1 2-4 16,3 1-29-16,2 1-27 0,4 5-1 0,1 2-4 0,2 0-2 15,6 5 4-15,2 6-2 0,2 0-2 0,2 5 2 0,1 1 0 16,0 1-11-16,1 4-1 0,0 1 4 0,-1 0 7 16,-3 3 9-16,1 2 9 0,-7-1 0 15,3-1-9-15,-3 2-4 0,-4-2 2 0,-4 0-9 0,-1-2-8 0,-1-1-3 0,-6 1-6 16,-2-3-9-16,-4-2-4 0,-2 0 7 0,-1 0-6 15,-7-5-1-15,-2 3-1 0,-2-4-6 0,-2-1 6 0,-1-2-2 16,0-2-22-16,-1 0-50 0,-3-5-58 0,4-1-61 0,0-4-80 16,1 2-88-16,-3-1-89 15</inkml:trace>
  <inkml:trace contextRef="#ctx0" brushRef="#br0" timeOffset="47605.8541">16606 15061 948 0,'-2'-3'14'0,"-1"-1"30"0,3 2 17 15,-3 0 22-15,-2 1 28 0,-1-2 14 16,0 2 25-16,-1-2 12 0,2 3 1 0,1 3-11 0,-4-2 0 0,-2 2 4 0,2 2-16 0,-4 2-2 16,-1 2-1-1,0 4 2-15,-1 4-3 0,-2 5-11 0,1 2 0 16,0 8-3-16,1-1-2 0,3 5-10 0,3 6-28 0,2 1-12 15,6-2-10-15,2 4-13 0,7 1-8 0,0-4-29 16,6 4-8-16,2-5-4 0,3 1 7 0,3-4-3 0,1-2-9 16,2-5-34-16,4-3-32 0,-1-2-54 0,1-6-62 0,0-3-68 15,0-2-65-15,-3-6-77 0,1-5-76 0</inkml:trace>
  <inkml:trace contextRef="#ctx0" brushRef="#br0" timeOffset="48037.8629">16840 15420 1558 0,'-2'-3'25'0,"2"1"11"0,3-2 21 0,-1 4 9 0,-2-3 2 15,-2 7-4-15,4-4 8 0,-1 3 13 0,3-1-12 0,2 4 9 16,1 0-2-16,2 2-2 0,0 0 6 0,1 4 15 16,1 1 1-16,-2 4-8 0,-1-2-11 0,1 3-16 0,-4 1-20 15,0 1-4-15,-2 3-9 0,-3-2-3 0,0 1-6 16,-1 1-4-16,-2-2-7 0,-1 1-1 0,-1-1 6 0,-2-1-6 15,2-3 1-15,2 2-9 0,-2-4 2 0,0-3-5 16,2-1 3-16,0-4-1 0,-1 0 2 0,2-3-2 0,0 0 11 16,2-3 7-16,0-1 10 0,0-1 1 0,2 0 5 0,1-5-1 15,1 1-8-15,1-4 9 0,0-3-11 0,2-2-11 16,1-5-9-16,6-3 3 0,-5-3-8 0,8-4 5 0,-4-3-4 16,1-2-1-16,-1 1 2 0,1-4 1 0,-4 2 4 0,-4 0 25 15,1 1 31-15,-3 3 12 0,-2 3 42 0,1 3 23 0,-6 5 28 0,3 3 24 16,-3 7 21-1,1 3-20-15,-1 1-27 0,1 4-12 0,-1 2-36 0,1 0-31 0,1 1-31 16,-2 2-20-16,1 1-27 0,0 4-7 0,-2 4-8 0,-2 2-1 16,3 6-2-16,-1 4 3 0,4 2 12 0,0 3-11 0,0 3 1 15,4-1 6-15,3 2 1 0,1-3-8 0,3 1-15 16,3-4-34-16,2 2-45 0,3-5-30 0,0-2-49 0,3-4-60 0,-3-1-51 16,0-3-57-1,2-2-55-15,-4-5-48 0,-1-2-58 0</inkml:trace>
  <inkml:trace contextRef="#ctx0" brushRef="#br0" timeOffset="48621.0888">17417 15530 2097 0,'-4'3'54'0,"-1"-3"37"0,1 4 32 0,1-8 37 16,1 7 13-16,-2-2 27 0,0 0 16 0,1-1 7 15,3 1-45-15,-3 1-42 0,3-2-26 0,2 0-43 0,-1 0-14 16,2 0-25-16,4 4-18 0,-1-4-10 0,5 3-5 0,2-1 4 15,2 3-3-15,2-2 3 0,3 1 6 0,-1 0-2 16,3 0 0-16,2 0 2 0,-2-1 2 0,-3-1-5 0,1 2-1 16,-2-3 4-16,-9 2-6 0,4-3 1 0,-5 1 0 15,-4 2 1-15,0-3 9 0,-4 0 25 0,-2 0 12 0,0 0 12 16,-1 0 4-16,2-3-1 0,-7 2-1 0,0-1-1 16,-2 0-12-16,-4-2-16 0,0 2-22 0,-6 0-11 0,-1 1-1 15,0 0-1-15,-1-2 6 0,-1 3 4 0,5 0-5 16,-1 0-7-16,3 0 8 0,2-1 4 0,6 1-9 15,-2-2 6-15,3 2-6 0,4-1-13 0,1 1-28 16,1-4-24-16,2 4-31 0,-2 0-33 0,1-1-29 0,3-1-30 16,0 1-48-16,0 1-22 0,-3-2-17 0,4 4-15 0,1-2-23 0,0-2-28 15,3 1-44-15</inkml:trace>
  <inkml:trace contextRef="#ctx0" brushRef="#br0" timeOffset="49793.4354">17788 15290 427 0,'3'-3'20'0,"-3"2"20"15,0 1 24-15,4-3 13 0,-4 3 26 0,0 0 21 16,0 0 35-16,-4-1 22 0,4 1 13 0,0 0-4 0,0-3-1 16,-3 6 12-16,3-3-9 0,0 0-5 0,0 1-24 15,0-1-11-15,0 2-26 16,-1-1-11-16,1-1-24 0,-2 1-28 0,2-1-19 0,-2 0-19 15,2 3-11-15,-1 1-11 0,1 2-6 0,-2 2-3 0,0 4 18 0,2 5 17 16,-3 3-9-16,2 3 8 0,-4 5 10 0,2 1-1 0,2 0 0 16,-3 4 4-16,4-3-14 0,0-1-14 0,0-3 9 0,0 1-3 15,4-2-13-15,-3-1 6 0,1-1-1 0,-1-3-8 16,4 1-5-16,-4-5 6 0,2-2-3 0,-3 1 4 0,2-6 2 16,0 0-4-16,-1-1 2 0,1-3-1 0,0-3-15 0,-1 0-36 15,-1-4-27-15,3 0-38 16,-3-1-55-16,0 1-65 0,0-3-87 0,0-1-77 0</inkml:trace>
  <inkml:trace contextRef="#ctx0" brushRef="#br0" timeOffset="50107.1763">17701 15062 1915 0,'-3'-13'35'0,"0"0"24"0,1 2 39 0,2-6 29 15,-3 8 29-15,3 1 27 0,-3 0 9 0,4 2 5 16,-2 2-32-16,2 1-30 0,1 0-38 0,1 6-29 0,5 0-27 16,5 3-20-16,0 2 1 0,7 1 5 0,1 3-2 0,6 7 10 15,-1 3 9-15,4 0 0 16,2 2 3-16,-2 6-8 0,2-1-10 0,-5 3-6 16,1 1 5-16,-3 1-3 0,0 0-12 0,-5 2 7 0,3 0-4 0,-6 0 4 0,0 2-2 15,-5-1-3-15,-1 0-8 0,-1-3 3 0,-5 2 8 0,0-1-3 16,-5-2-1-16,-1 0-4 0,-3-3-2 0,-3 0 4 0,-3 0 1 15,-3-1-1-15,-2-2-5 16,-4-1-1-16,-2-1-2 0,-2 1-13 0,-1-2-30 16,-3-1-54-16,4-2-64 0,-3-1-79 0,-2-1-69 0,-1 0-96 15,2-2-85-15</inkml:trace>
  <inkml:trace contextRef="#ctx0" brushRef="#br0" timeOffset="51319.2346">18760 15098 1481 0,'-3'0'34'16,"-2"0"20"-16,5-3 18 0,0 3 12 0,-1 0 16 0,-4 3-7 0,5-1 6 15,-3-2-3-15,3 6-10 0,0 0 4 0,0 2 0 0,0 4-1 16,-3 2-5-16,1 6 21 0,-1 5 9 0,1 3 13 0,-1 7-23 16,0-2-15-16,1 5-11 0,2 3-15 0,2-1-10 15,0-1-10-15,1 0-17 0,0-2-10 0,2 0-1 0,1-4-8 16,0 1-8-16,-1-3-24 0,2-4-57 0,-3-2-66 0,1-1-93 15,-2-3-66-15,0-5-88 16</inkml:trace>
  <inkml:trace contextRef="#ctx0" brushRef="#br0" timeOffset="51481.0335">18450 15625 2530 0,'-14'-9'25'0,"3"1"32"0,3-1 22 0,5 1 23 0,-3 0 7 16,1 2 3-16,4-1 0 0,2 3 2 0,8-1-22 15,6 0-38-15,5-1-22 0,10-3-18 0,3 1-10 0,9-1-1 0,6 1 2 16,3 0-2-16,6-1-9 0,0 1-17 0,2 1-37 16,-3 2-59-16,1-1-43 0,-2 3-85 0,-7-1-66 0,1 0-87 15</inkml:trace>
  <inkml:trace contextRef="#ctx0" brushRef="#br0" timeOffset="51778.3527">19699 15032 2271 0,'-10'-16'44'0,"-3"4"33"0,0 2 19 0,-1-2 41 0,-1 3 13 15,-5 1 20-15,5 1 26 0,-5 7 11 0,7 0-39 0,-4-3-32 0,3 7-20 0,-2-1-38 16,3 8 14-16,-1-2-12 0,5 5-17 0,-5 6 0 15,4 5 6-15,3 4 6 0,-1 4 3 0,3 5 1 0,1 4-24 16,3 4-4-16,2 4-9 0,3 0-7 0,3 4-16 16,-1 0-5-16,3 1 0 0,-1 1-7 0,1 0-6 0,-1-3 1 15,1 2 0-15,2-5-9 0,-3-1 8 0,3-3-22 16,-1-4-66-16,-2-1-32 0,1-7-68 16,1 0-74-16,-6-6-98 0,-1-3-61 0,1 0-81 0,-4-9-41 0</inkml:trace>
  <inkml:trace contextRef="#ctx0" brushRef="#br0" timeOffset="51903.3525">19315 15940 1471 0,'-14'-17'42'0,"3"2"41"0,5-2 21 16,-1 1 29-16,2 3 8 0,2 1 3 0,2-2 2 0,4-1-3 15,6 4-43-15,1-4-36 16,10 1-21-16,1-3-29 0,7-1-5 0,4 1-8 0,3 0 1 0,4 0-11 0,2 3-43 16,2-1-52-16,0 3-46 0,1 0-58 0,-1 1-52 0</inkml:trace>
  <inkml:trace contextRef="#ctx0" brushRef="#br0" timeOffset="52746.2074">20042 15483 1137 0,'0'0'26'16,"0"0"19"-16,0 0 18 0,0 1 9 0,-3 2 3 16,3-3-1-16,-1 3-1 0,-1-1 3 0,2 1-12 0,0 1 24 15,0 1-5-15,0 3 17 16,0 3 1-16,-2 3 19 0,2 1 3 0,0 3 13 0,0 0-12 0,0 2-33 0,2-1-15 15,0-1-18-15,-1-1 8 0,2-2 5 0,1-3-3 0,1-1-8 16,0-2 6-16,2-2-9 0,-1-3 9 0,-1 1-3 16,4-5 0-16,-3 0-5 0,3 0 3 0,0-5-4 0,0 0-3 15,3-4-3-15,-3-2-2 0,4-3-4 0,-2-1-10 16,1-1-16-16,-1-3-4 0,-1-1-4 0,1 0-2 0,-5-1-3 16,4-1 2-16,-4 3 0 0,0 0-3 0,-3 0 9 15,1 3 11-15,-3 3 15 0,-1 3 1 0,3-1 6 0,-3 7-5 16,-3 1-4-16,3 2 1 0,0 1-13 0,-1 1-11 0,-1 2-18 15,2 1-5-15,0 6-1 0,-2 1 4 0,1 6-5 16,-1 2 4-16,0 6-1 0,-2 4 4 0,1 6 1 0,3 1 0 16,-2 4 2-16,1 3-5 0,1 0 5 0,1 3-1 15,4 0-3-15,-1 0 2 0,1 0-9 16,0-2 6-16,2-1-9 0,-2-1 6 0,-1-2-2 0,1-1 7 16,-2-3-4-16,0-5 4 0,-3 1 6 0,-2-6 0 0,-3-1-1 0,1-4-2 0,-2-2 5 15,-1-5-5-15,1-1 6 0,-5-5 0 0,3 1 10 16,0-3 1-16,-2-4 14 0,0 1-3 0,-1-2 4 0,-2-2-1 0,-3 0-1 15,2-3-3-15,0-2-8 0,-2-3-5 0,0-1-11 16,-1-5 5-16,2 1-8 0,0-5 2 0,4-6-26 0,3-1-29 16,-1-3-16-16,2-4-37 15,7 0-25-15,3-5-49 0,4 1-43 0,3-3-48 0,5 4-42 0,2-1-34 0,7 0-58 16,0 3-31-16</inkml:trace>
  <inkml:trace contextRef="#ctx0" brushRef="#br0" timeOffset="53015.7867">20668 15027 2554 0,'-8'-7'20'0,"-1"6"29"16,-1-2 16-16,2 0 27 0,-4 3 12 0,-3 5 10 15,0 0 2-15,0 3 13 0,0 2 1 0,-1 3-14 0,2 7-10 16,-1 1-21-16,3 7-12 16,2 6-8-16,1 1 12 0,-2 6-21 0,6 5-21 0,2 4-10 0,0 0-10 15,3 0-7-15,1 4 4 0,3-4-2 0,0 1-12 0,5-2 11 16,0-5-23-16,2-5-32 0,4-3-48 0,1-5-51 0,2-6-73 16,0-2-69-16,-2-4-81 0,3-7-77 0</inkml:trace>
  <inkml:trace contextRef="#ctx0" brushRef="#br0" timeOffset="53418.2023">20918 15328 1848 0,'-2'0'28'0,"-1"1"23"0,3-1 11 16,0 0 8-16,0 1 1 0,-3 0 2 0,3 4 0 0,-3-1 23 0,3 1-17 15,-2 2-15-15,0 6-6 0,-2-1-8 0,3 6 4 0,-3 3 1 16,1 3 2-16,2 1-24 0,-1 2-11 0,2 2-3 16,-2 0 0-16,4 3 7 0,0-3-9 0,1-3-4 0,-2 3 21 15,1-2 19 1,-2-4-2-16,3-2-2 0,-3-4 4 0,0-2 2 0,3-3 23 0,-3-3 31 0,-3-2-5 15,3-4 29-15,0 1 42 0,0-4 33 0,0-2 16 16,-1 0 9-16,1-3-17 0,-2-3-35 0,0-1-15 0,1-5-40 16,-1-4-40-16,2 1-39 0,-1-9-18 0,1-3-18 0,0 0-1 15,1-5 4-15,1-3-4 0,3-1-5 0,-4 0 1 16,5-2 1-16,-1 2-7 0,0 5 2 16,-2 0 2-16,3 4-6 0,-1 5-22 0,-1 2-43 15,3 5-46-15,-2 0-42 0,0 5-40 0,-1 3-77 0,0 1-73 0,0 4-83 0,-3 0-52 16,1 4-38-16,-2 3-40 0</inkml:trace>
  <inkml:trace contextRef="#ctx0" brushRef="#br0" timeOffset="53777.6785">21138 15666 700 0,'0'3'-41'0,"0"-3"7"0,1 2 0 0,-1 1 16 0,2 0 23 16,-2-2 11-16,3 1 17 0,-3 1 6 0,0 0 55 0,1 2 17 15,-1-1 6-15,2-1-3 0,-2-1-2 0,1 1 2 0,-1 1-11 0,0-2-3 0,0 0-4 16,2-1 0-16,-4 3 11 0,4-2-12 0,0 3-13 15,-1-3-5-15,-1 2 5 0,0-2 15 0,4 4-4 0,-4-2-21 16,3 1-8-16,-2 3 13 0,1-1-7 0,0 1 3 16,1 1-8-16,-2 3-13 15,4-2-2-15,-4 2 5 0,1 0 4 0,-2 1-10 0,0 0 4 0,0 2-10 0,-3-1-2 16,-3 1-10-16,-1-1-4 0,-1 3-4 0,-1-2-9 0,-4-1-7 16,0 2-12-16,0-3-66 0,1 2-61 0,-2-2-67 15,0-4-78-15,3 0-105 0</inkml:trace>
  <inkml:trace contextRef="#ctx0" brushRef="#br0" timeOffset="54183.8105">21565 15302 1713 0,'-8'-1'-2'0,"1"1"5"0,1 0-7 15,4 1 4-15,-7 1 14 0,1 2 7 0,1 1 17 16,-1 2 3-16,-1 3 18 0,0 1-2 0,2 2 17 16,-2 4 4-16,3 3-1 0,-2 1 11 0,1 4-13 0,4 1-1 15,-2 1-12-15,2 2 5 16,0 2-4-16,2-2 0 0,1 3-11 0,1-3-20 0,2 0-2 15,0-3 2-15,4-1 6 0,-3-4 8 0,4-1 3 0,1-6 5 0,1 1 7 0,1-5 12 16,2-4 4-16,-2-1 9 0,0-5 12 0,3-4-3 16,-1-3-7-16,1-3-5 0,-3-5 8 0,2-4 11 0,3 0 18 15,-2-7-6-15,0-2-6 16,-1-1 6-16,-1 0 3 0,-4 0 0 0,-1 0-17 0,-4 0-17 0,-3 1-27 0,-5 2-2 16,0 3-22-16,-1 2-7 0,0 0-14 0,-5 5-8 0,1 0-1 15,0 5-6-15,3 0-5 16,-3 3-38-16,4 1-36 0,3-1-92 0,-6 3-56 0,2-1-98 0,1 4-95 0,1-2-114 15</inkml:trace>
  <inkml:trace contextRef="#ctx0" brushRef="#br0" timeOffset="54458.7887">21713 15018 3051 0,'-10'-5'37'0,"6"5"17"16,-4-2 9-16,3 2 5 0,5 0 11 0,-3 2-4 15,3-2 4 1,0 3-5-16,3 1-34 0,6 3-9 0,3 2-8 0,2 4-5 16,2 0-10-16,4 4 3 0,-1 7-1 0,7 0 5 0,-3 3 3 15,-1 5 3-15,1-2 5 0,-5 4-1 0,3 2 6 0,-3-2 21 16,-1 3-1-16,-4-3 0 0,0 4 4 0,-4-1-9 16,0-1-1-16,-3 0-5 0,0 1-3 0,-4-1-18 0,-4-2 0 15,-1 1-1-15,-4-3-8 0,0 1 4 0,-4-3-9 16,-3 2 9-16,-2-3-3 0,-4-3 1 0,-1-1-1 0,-1 0-1 15,-2 0 0-15,1-2-37 0,-3-4-46 0,5 0-84 16,-4 1-77-16,0-2-101 0,0-3-100 0</inkml:trace>
  <inkml:trace contextRef="#ctx0" brushRef="#br0" timeOffset="55215.4286">22394 15061 1405 0,'-5'-3'33'0,"-1"2"23"0,2 1 18 15,-1-3 27-15,-3 3 13 16,1-4 25-16,-4 6 21 0,3 0 26 0,-3 1-26 0,0-2-4 0,2 6-4 0,-5-1-6 0,1 6-9 16,-2 0-4-1,0 4-15-15,0 5-2 0,-2 5-3 0,0 3-11 16,4 4-10-16,0 5-22 0,4 4-7 0,5 0-26 0,-1 3 1 15,5 3-25-15,1 0-4 0,7-2-9 0,3 0-4 0,2-1 2 0,4-5-48 0,4-2-35 16,1-4-68-16,2-5-72 0,2 0-78 0,0-9-79 16,-1-2-90-16</inkml:trace>
  <inkml:trace contextRef="#ctx0" brushRef="#br0" timeOffset="55730.8018">22551 15412 1724 0,'-4'3'16'0,"1"-2"4"16,3-2 0-16,0 2 5 0,-1 0 0 0,-4 2-5 15,4 2 48-15,-1-1 32 0,2 4-2 16,0 0 14-16,-2 5 14 0,2 2 0 0,0 3 15 0,0 3 10 0,0 0-21 0,0 2-19 16,2 0-12-16,1 1-17 0,3-2-10 0,2 2-2 15,0-4-6-15,3 0-1 0,2-3-15 0,0-3-8 0,-1 1 6 0,4-5 2 16,0-1-4-16,-2-5-1 0,2-1 1 15,-2-3-8-15,3-3-11 0,-4-1-5 0,8-4-10 0,-7-3 1 16,3-4-6-16,0-2-2 16,-1 0-4-16,2-3 1 0,-5-1 0 0,0-4 3 0,-1 3-1 15,-3-1-4-15,0 1 7 0,-2-1 3 0,-2 3-3 0,-4 1-2 0,-1 3 12 0,0-1 9 16,0 7 9-16,-1-1 2 0,-1 6-3 0,-1 0-10 16,0 4-1-16,-1 1-4 0,4 3-17 0,-5 5-8 0,0 4-8 15,-2 2-4-15,-1 6 9 0,1 5-6 0,-1 4 7 16,0 4 5-16,1 5 3 0,1 3 6 0,0 1-8 0,4 4 4 15,2 1-5-15,2 2 5 0,1 0-13 16,5 1-4-16,-2-1 1 0,2-1-19 0,4-2 7 16,-2 1 0-16,0-3-2 0,4-4 1 0,-6-1 12 0,0-3 2 15,-2-2 2-15,2-3 10 0,-3-7-3 0,-4 1 2 0,2-4 4 16,-3-1 4-16,-3-7 2 0,0 0 14 0,0-2 16 0,-5-4 26 16,0-2 25-16,0 0 19 0,-2-5 13 0,-3 0 13 0,0-1 0 0,-3-3-2 0,0-1-5 15,-3-1-13-15,1-3-24 0,-2-3-20 0,5 0-11 0,-1-5-13 16,-2-1-4-16,6-2-15 0,-1-2-10 0,4-1-10 0,2-3-7 15,4-3-26-15,3-1-26 16,5 0-26-16,4-5-39 0,5 5-37 0,6-5-47 0,2-1-35 0,4 2-58 0,4 1-29 16,-1 1-48-16,-1 6-28 0,4-2-38 0,1 5-33 15</inkml:trace>
  <inkml:trace contextRef="#ctx0" brushRef="#br0" timeOffset="56606.1222">23085 14996 1504 0,'-6'-8'35'0,"3"7"21"0,-4-4 37 0,4-2 26 16,0 7 33-16,-1-2 23 0,-1-1 10 0,3 3-4 0,0 0-32 0,1-3-20 0,2 6-36 15,-1 1-25-15,4 1-33 0,0 4-1 0,2 5 12 0,2 2 11 0,0 6 2 16,5 3 7-16,1 4 0 0,3 2 12 0,-2 5 7 0,4 1-8 16,-2 1-9-16,0 5 2 0,1-3-10 0,-2 2 0 15,-2 0-4-15,-2-1-9 0,-2-2-1 0,1 1-4 0,-6-4-12 16,-2 0-5-16,-3-3 5 0,-3-1-3 0,-2-1 1 0,-4-2-2 15,-1 0-5 1,-4-3-2-16,-4 1-11 0,1-1 6 0,-2-4-13 0,-1 3-44 0,-1-6-51 0,-1 1-60 16,5-2-69-16,-5 0-88 0,1-2-78 0,0-1-102 15</inkml:trace>
  <inkml:trace contextRef="#ctx0" brushRef="#br0" timeOffset="57539.9371">23752 14983 2097 0,'-6'0'18'0,"-4"4"17"0,2-4 16 0,1-3 5 16,0 6 21-16,-3 1 26 0,-2 7 18 0,1-2 20 0,1 5 5 0,2 7-6 16,-1 2-14-16,4 6 6 0,-1 5-7 0,4 4-23 0,4 3-12 0,3 3-18 15,1 2-25-15,3 3-8 0,1-1 2 0,1-1-12 16,0 0-9-16,0-2-9 0,-1 0-6 0,0-2 0 0,-1-5-37 0,-1-1-64 16,0-4-76-16,-4-4-88 0,-1 1-84 0,-1-7-86 31</inkml:trace>
  <inkml:trace contextRef="#ctx0" brushRef="#br0" timeOffset="57700.3586">23553 15550 3101 0,'-14'-11'42'0,"1"2"23"0,0 3 37 16,1-2 33-16,7 4 37 0,-3 0 3 0,1-2 21 16,3 2 5-16,4 0-40 15,6 0-32-15,5-2-35 0,8 2-27 0,7-3-44 0,8-3 5 16,7 1-28-16,8-1 3 0,9 0-7 0,2-1-34 15,6 0-45-15,-3-1-58 0,2 3-52 0,-4 1-68 0,-1 0-74 16,-4-1-72-16,-4 1-79 0,-1-2-35 0</inkml:trace>
  <inkml:trace contextRef="#ctx0" brushRef="#br0" timeOffset="57996.4886">24884 14715 1927 0,'-13'-11'34'0,"4"0"25"16,-4 2 34-16,0 0 40 0,1 0 21 0,-2 4 40 0,-1-1 13 16,-2 4 10-16,2-1-14 0,0 6-16 0,2-2-29 0,-2 6-33 0,2-1-20 15,-3 4-30-15,3 4 6 0,0 3 5 0,3 8-13 0,-3 0-3 16,4 5 6-16,1 5-4 0,1 5 13 0,4 4-15 15,1-1-22-15,2 6-8 0,2 2-14 0,1-1-9 0,0 3-8 16,4-2 5-16,0-1-17 0,-2-3 1 0,3 0 9 16,-1-4-21-16,-1-2-46 0,2-4-46 15,-2-4-44-15,0-3-86 0,-2-4-65 0,-1-5-55 16,-5-2-59-16,2-6-52 0,-5-4 0 0</inkml:trace>
  <inkml:trace contextRef="#ctx0" brushRef="#br0" timeOffset="58136.8993">24503 15516 1603 0,'-19'-14'59'16,"1"-1"31"-16,0-2 50 0,0 2 41 0,2 1 42 0,0 0 33 15,2-1 40-15,5 6 36 0,-1-3-44 0,1 4-21 16,4-4-43-16,7 3-43 0,-1-1-41 0,8 2-30 0,0 1-40 16,5-5-36-16,6 2-19 0,7-1-9 15,3 2-10-15,3 0 3 0,4 2-10 0,5-3-35 0,1 3-30 0,0 2-52 16,1 1-31-16,-1 1-47 0,-1 3-68 0,-4 0-53 0,0 0-72 16,-4 0-40-16</inkml:trace>
  <inkml:trace contextRef="#ctx0" brushRef="#br0" timeOffset="58543.8938">25017 15250 1780 0,'0'-2'31'0,"0"4"33"0,0-4 16 16,4-1 16-16,-4 3 8 0,0 0 0 0,0 3-3 0,4-1 2 16,-3-2-30-16,2-2-34 0,0 4-4 0,0-2-4 15,1 0-1-15,-1 5 4 0,3-2 11 0,-3 1 5 0,2 1 0 16,0 3 8-16,-2 0-4 0,-2 3-2 0,-1-1 2 15,-1 1 4-15,-2 3-7 0,-3-1-4 16,-1 3 8-16,1-1-9 0,-1 0-2 0,-2 2-9 0,1-2-8 0,-1 0-5 0,0-1-1 0,0-2-2 16,0 0-9-16,2-2 3 0,1-3-5 0,2-2-2 0,0 0-1 15,1-3 0-15,2 0-5 0,2-2 6 0,1 0 2 16,-1-2 3-16,1 0 2 0,1 0 2 0,1-2 6 0,3-3-8 16,-1 0 5-16,2-4-1 0,5-3-1 0,0 0-7 0,-1-4-1 15,4-5-2-15,-3 2-6 0,2-1 4 0,-2-2 4 16,1-1 3-1,-3 4 22-15,-1-1 22 0,-2 0 30 0,-2 3 26 0,1 2 31 0,-4 5 20 0,-2-1 32 16,-1 4-3-16,-1 1-11 0,-1 4-11 0,-3 1-33 16,4 2-19-16,-3 1-38 0,1-3-11 0,2 7-42 0,-3-4-13 15,1 4-12-15,3 0-4 0,0 3 1 0,0 2-7 16,0 4 5-16,0 0-9 0,0 6 6 0,3 2 7 0,1 4 0 16,-1 1 4-16,3 0-17 0,1 0-56 0,3-1-51 15,0-1-57-15,1 1-70 0,2-5-68 16,-2 1-98-16,-1-3-95 0,4 0-93 0</inkml:trace>
  <inkml:trace contextRef="#ctx0" brushRef="#br0" timeOffset="59090.5347">25279 15181 2189 0,'-2'-2'30'0,"2"2"38"0,0-4 25 16,2 4 11-16,-4 0 10 0,1 0 7 0,-1 0 0 0,2 0-2 15,0 0-33-15,2 0-32 0,-1 3-28 0,2 2-10 16,4-1-13-16,-2 4 0 0,3 1-6 0,-1 3 7 0,4 1 1 16,-2 3 9-16,1 1 15 0,-3 0 4 0,-1 3-2 0,1-3-3 15,-4 4 9-15,-2-1-2 16,2-1 1-16,-6 0-9 0,3-2-8 0,-3 3-8 0,2-4 5 0,-3-2 2 0,1 1-4 16,1-2-6-16,-1-4 5 0,2 0 0 0,-3-2-7 15,4-6 2-15,0 4 5 0,0-3-6 0,0-2 14 0,4-2 21 16,-4 0-3-16,3-1-10 0,2-1 9 0,0-4-2 0,2-1-9 15,1-3 2-15,3-2-14 0,3-4-18 0,-1-1 0 16,3-2 4-16,-3-7-6 0,4 4 4 0,-8-5-4 0,4-1 7 16,1-3-1-16,-4-1 1 0,0 3 5 0,0-1 17 15,-3 2 35-15,1 2 25 0,-3 2 40 0,-1 6 18 0,-4 4 31 16,0 3 13-16,0 5 4 0,-4 2-14 0,4 3-32 16,-4 2-30-16,1 2-31 0,0 2-30 0,0-1-37 0,3 2-8 15,-4 3-8-15,4 3 0 0,-3 3-6 0,3 7-1 0,-1 1 1 16,-3 8 4-16,3 0 6 0,1 8-2 0,-4 1-6 15,4-1-15-15,4 1-40 0,-1-2-52 16,3 0-69-16,1-1-63 0,3-4-72 0,-3 0-94 16,-1-4-82-16,4-2-74 0,-3-4-38 0</inkml:trace>
  <inkml:trace contextRef="#ctx0" brushRef="#br0" timeOffset="59417.2348">24293 15824 2613 0,'-29'9'59'0,"3"-1"48"0,6 1 33 0,6-6 29 0,8 1 18 15,-1-3 25-15,4-1 19 0,5-1 0 0,4 0-56 16,5-2-35-16,13 0-13 0,6 1-19 15,8-3-4-15,14-1-21 0,10 2 11 0,10 0 9 0,9 3 2 0,4-3-12 0,6 4-18 16,0 0-3-16,2 0-14 0,-2 3-7 0,-3-1-31 16,-3-2-5-16,-5 2 2 0,-5-2-8 0,-7 0-7 0,-4 0 3 15,-11-2-5-15,-4 1 10 0,-8-3-3 0,-7 0-27 16,-4-1-47-16,-4 0-19 0,-5-1-28 0,-7 1-44 0,-1 1-23 16,-4-1-59-16,-2-1-44 0,-6 3-28 0,-1-3-28 15,-1 4-29-15,-6-1-56 0,-1 3-29 16</inkml:trace>
  <inkml:trace contextRef="#ctx0" brushRef="#br0" timeOffset="60170.3687">24773 16244 2040 0,'-5'-3'26'0,"4"-1"44"15,-1 0 22-15,2-2 32 0,-3 2 16 0,0 0 32 0,-2-4 1 16,2 1 6-16,3 0-22 16,0 1-36-16,3 0-23 0,2 0-30 0,1 0-17 0,1-1-33 0,4 3-2 15,3 0-8-15,2 4-2 0,4-2-9 0,1 1-1 0,-2 4 1 0,1 1-2 0,1 4 5 16,-2 1-4-16,0 3 2 0,-6-1-3 0,-1 3 5 16,-4 3 2-16,-2 0-2 0,-4 2 3 0,-4 1 2 0,-4 2 17 15,-4 2 31-15,-4 2 7 0,-3 0 26 0,-4 1 20 0,-2 0 19 16,-1 0 28-16,-2 0 10 0,3-3-8 0,-4-1-33 31,5-1 24-31,1-5-24 0,2-3-15 0,5-1-19 0,1-3-30 0,5-1-10 0,4-4-6 0,-1 0 3 16,5-2-31-16,0 1 1 0,6 1 5 0,2-2 6 0,5-1 0 15,4 2-4-15,4-1 2 0,3 0-6 0,6-3 6 0,4-3-7 16,3 0-12-16,1-4-29 0,1 0-14 0,2-2-40 0,0-2-33 16,-3-1-34-16,3 1-51 0,-4 0-52 0,-2-1-47 15,-7 0-43-15,-3 3-58 0,-9 1-41 16,1 2-41-16</inkml:trace>
  <inkml:trace contextRef="#ctx0" brushRef="#br0" timeOffset="61611.7308">26049 14819 1032 0,'-3'-4'5'0,"-1"1"21"0,4-1 20 15,0 1 17-15,-3 3 33 0,-2-2 13 0,2 2 28 16,0 2 23-16,0-2 4 0,2 0-8 0,-3 0-5 0,1 3-16 0,-2-3-16 0,4 4-2 16,-7 3 1-16,-1 3-7 0,-3 6 19 0,-2 6-2 0,1 3 12 0,-4 8 10 15,1 4-1-15,-1 5-9 0,6 4-21 0,-1 4-7 0,3 0-31 16,5 0-2-16,0 0-22 0,4 4-21 0,4-1-7 0,-1-2-8 15,4 2-7-15,1-4-6 0,4-1 2 0,2-1-13 16,-2-2-6-16,6-4 18 0,-1-3-44 0,2-5-49 0,0-5-64 16,5-2-67-16,-4-6-73 0,1-6-67 0,0-2-105 15</inkml:trace>
  <inkml:trace contextRef="#ctx0" brushRef="#br0" timeOffset="61965.2478">26281 15209 2353 0,'-2'-5'28'16,"1"5"24"-16,-1-2 15 0,5 0-1 0,-4 4 4 16,-1 0-4-16,0-2-4 0,0 4 4 0,0 3-16 0,2-1-7 15,-1 6 13-15,-1 5 9 0,0-1-5 0,1 5 4 16,-2 5 6-16,3 3-8 15,-2 2-12-15,4 1-14 0,-2 0-25 0,3 0-3 0,0-1-3 0,0 1 6 0,-1-2 0 16,4-1 18-16,-5-4 11 0,3-1 4 0,-3-6-2 16,-1-2 10-16,0-2 20 0,0-4 18 0,0-2 26 0,0-6 24 15,2 1 20-15,-4-3 34 0,2-2 18 0,0 0 23 16,0-2-21-16,-1-1-25 0,1-4-27 0,-2-3-37 0,-1-5-38 16,4-2-37-16,-2-6-22 0,1-4-30 15,0-3 4-15,3-4-2 0,-1-2-4 0,-1-2-2 16,1-1 8-16,-1 0 6 0,1 1-8 0,1 0-8 0,-1 4 1 0,1 1-16 0,-1 5-21 15,1 5-21-15,3 4-50 0,-5 4-47 0,3 2-52 16,0 6-57-16,0 4-61 0,-3 1-69 0,2 4-43 0,-3 4-54 16,0-3-13-16</inkml:trace>
  <inkml:trace contextRef="#ctx0" brushRef="#br0" timeOffset="62198.8098">26518 15561 1405 0,'6'12'13'0,"-2"-1"30"0,-1-4 29 0,10 4 26 16,-7-1 16-16,-2 1 22 0,4 3 27 0,4 1 7 0,-3-1-8 15,0 3-21-15,-1-2-31 0,3-1-8 0,-4 3-14 16,-1-2-14-16,-3-1-7 16,1 1 7-16,-4-1-4 0,0-1-2 0,-5 0 4 0,-2-2-19 0,2 1-4 0,-5-3-5 15,-2 2-19-15,1-5-14 0,-3 2-3 0,1-1-7 16,-1-2-4-16,2-1-22 0,-2-3-42 0,4 0-59 0,2-2-73 15,-2-1-70-15,3-4-77 0,4 0-77 0</inkml:trace>
  <inkml:trace contextRef="#ctx0" brushRef="#br0" timeOffset="62496.3767">26834 15328 2236 0,'-1'-8'38'0,"-6"3"22"0,2-2 28 0,4 3 17 0,-7-1 10 0,0 1 1 15,3 3-4-15,1 1-2 0,0 0-38 0,3 0-25 0,-4 6-27 16,5 2-14-16,-3 0 5 0,-2 9 13 0,2 0-2 16,-2 4 8-16,4 3-1 0,-2 6 4 0,1-1 0 0,2 0-3 15,2 0-14-15,1 0-17 0,-2 3 9 0,4-3-5 16,0 0 3-16,1-3 5 0,0 0 3 0,2-3 7 0,-1-2 19 0,3-4 12 16,-1-5 9-16,0-2 5 0,3-6 16 0,-3 1 7 0,0-5 20 15,-1-5 9-15,5-3-12 0,-4-2 3 0,3-7 5 0,0-1 6 16,-1-4-2-16,-3-2-3 15,3-2-17-15,-3-3-10 0,-5 0-8 16,0-3-11-16,-3 1-13 0,0 1-15 0,-3-1-19 0,0 2-12 16,-3 3-2-16,1 1-8 0,-3 4-2 0,2 3 4 0,-1 3-37 0,-1 1-23 15,3 3-36-15,-2 1-57 0,4 2-67 0,-2-1-57 0,-2 1-89 16,4 4-103-16,-2 0-82 0</inkml:trace>
  <inkml:trace contextRef="#ctx0" brushRef="#br0" timeOffset="62761.7484">26939 14996 2746 0,'-3'-6'32'0,"-2"3"39"0,0 0 19 0,2-4 3 0,3 4 13 16,-4 2 0-16,3 1 2 0,1 1 5 0,3 0-41 16,5 3-35-16,2-1-23 0,5 6 6 0,1 2-4 0,6 0 3 15,4 4 7-15,4 6 2 0,-4 1 16 0,4 2-1 0,-3 3 6 16,2 4 3-16,-2-1 5 15,-3 6 4-15,-2-1 6 0,1 1 12 0,-2 2-15 0,-5 0 21 0,1 2 4 0,-6-1-7 16,0 3-6-16,0 0-5 0,-3-2-3 0,-3 2-10 16,-3-3 14-16,-4 2-15 0,-3 0-6 0,-3-3-6 0,-4 2-4 15,-3-5-4-15,-2-1-6 0,-2 1-13 0,-5-2-6 0,4-3-6 16,-4 0-12-16,2-5-66 0,0 1-75 0,0-4-79 16,2-2-105-16,-2-1-122 0,1-5-111 0</inkml:trace>
  <inkml:trace contextRef="#ctx0" brushRef="#br0" timeOffset="63887.1415">27753 14837 358 0,'0'-3'16'0,"1"2"20"0,-1 0 12 16,0 1 13-16,0-3 16 0,0 3 14 0,-1 0 12 0,-1 0 14 16,1 0 1-16,-1 0-13 0,0 3 15 0,2-3 1 15,-1 1-12-15,-1-1-5 0,2 0 23 0,2 1-2 0,-2-2 4 32,0 0 13-32,0-2-14 0,-2 3 10 0,0 0 9 15,1 0 5-15,-1 0-21 0,-1 0-4 0,3 0-24 0,0 0-8 16,0 0-6-16,0 0-8 0,0 0 8 0,0 0 8 15,0 0-7-15,0 0-6 0,-55 87 10 0,55-87-6 0,0 0 3 0,0 0-12 0,0 0-16 16,-90 230-18-16,85-184-6 0,2 3-6 0,3 1-1 0,1-1-8 16,6-1-9-16,-1 1-1 0,5-2-9 0,2-1 3 15,1-1-6-15,5-4 1 0,1-1-16 0,3-3-38 0,2-5-49 16,0-3-62-16,1-5-91 16,-1 0-72-16,0-5-100 0,-3-3-102 0</inkml:trace>
  <inkml:trace contextRef="#ctx0" brushRef="#br0" timeOffset="64558.8579">28051 15262 1169 0,'-1'-1'35'0,"2"-2"19"16,1 2 31-16,-4 1 8 0,1-3 24 0,1 4 21 16,0-1 3-16,0 0 2 0,0 0-38 0,0 0-20 0,1 2-32 0,1-1-5 0,0-1-26 0,-1 4-19 0,2-1 0 15,3 1 24-15,1 2 24 0,-1 2 7 0,2 0 11 16,-1 3 11-16,2 3 10 0,-3 0 5 0,2 3 1 0,-1 1-23 15,-6 0-7-15,2 5 4 16,-1 0-7-16,-4 2-13 0,-1 0-8 0,-1-2-2 0,0 4-4 16,-4-3-2-16,3 0-16 0,-3-2-7 0,3-1-3 0,-4-1-7 15,5-3 2-15,-3 0-3 0,2-5 2 0,3 0 3 0,-2-3-5 16,4-1-2-16,-3-5 4 0,3-1 2 0,3-2 6 16,-3 0-1-16,4-3-3 0,0-2-2 0,2 0 8 0,1-4 0 15,3-3-1-15,3-4-8 0,4-4 0 0,0-1-1 16,-1-4 0-16,3-2 4 0,-1-2-11 15,-3 0 5-15,0-3 8 0,-3 6 38 0,-3-2 12 0,0 3 26 0,-2 0 33 0,-1 3 18 16,-3 2 40-16,1 4 25 0,-3 3 14 0,-1 5-14 16,0-1-8-16,-3 5-19 0,0 0-36 0,0 4-22 0,-1 0-30 15,1 3-30-15,0-2-33 0,0 2-16 0,3 2-10 16,-5 0-5-16,5 7 2 0,0 2 3 0,0 6 0 0,0 0-1 16,0 5 10-16,0 5 3 0,5 3-7 0,-4 1 5 0,6-2-4 15,-1 2-23-15,5-1-42 16,3-4-38-16,-1 0-63 0,4-4-55 0,4-4-69 0,-5-1-56 0,1-6-67 0,-2-2-69 15,3-1-45-15,-3-7-55 0</inkml:trace>
  <inkml:trace contextRef="#ctx0" brushRef="#br0" timeOffset="64733.7776">28593 15509 2697 0,'-3'-5'41'0,"-2"3"37"0,2 0 30 0,2-3 48 0,1 4 14 16,-6-2 20-16,4-1 10 0,1 1-5 0,2 2-40 0,2-3-42 15,6 0-30-15,-1 2-41 0,5-2-24 0,1 0-15 16,2 0-30-16,5 1-23 0,-2-1-57 0,3 1-49 0,-2 0-57 16,1 1-85-16,-5 2-55 0,1 0-91 0</inkml:trace>
  <inkml:trace contextRef="#ctx0" brushRef="#br0" timeOffset="65089.5054">28924 15004 2155 0,'-3'-5'36'0,"-1"2"32"0,3 2 36 0,1-3 19 15,-3 4 28-15,-3 0 19 0,2 3 9 0,1-3-1 0,3 1-41 16,-3-1-32-16,3 1-38 0,-2 2-13 0,2 1-28 0,0 1-4 15,0 6 19-15,-1 3 1 0,1 2 9 0,0 1 1 0,0 8 2 32,0-1 15-32,0 5 15 0,0 0-12 0,0 0-20 0,3 1 3 0,-1 0 1 0,1 2 3 15,-2-1 5-15,3 2-18 0,-4-1-3 0,3-2-5 0,-2 2 3 0,-1-1-1 16,2 1-2-16,-2-6-8 0,0 2-6 0,4-6-5 0,0 1-9 16,-4-3 3-16,3-4-12 0,-3 0 3 0,1-5-9 15,1-2 12-15,0-2-2 0,-2-2 2 0,0-3-12 0,1 1 6 0,-1-3 3 16,0 0-4-16,0-1 8 0,3-1-1 0,-3 2-7 15,4-5-31 1,-4 5-30-16,0-2-48 0,0-2-65 0,0-2-77 0,0 1-77 0,-4-2-94 0,1 1-75 16,2-5-58-16</inkml:trace>
  <inkml:trace contextRef="#ctx0" brushRef="#br0" timeOffset="65981.3934">29122 14769 2625 0,'-8'-4'34'0,"3"-2"15"0,-2 1 26 0,-3-1 21 0,10 2 7 16,-8 2 3-16,4 2-1 0,3 0 0 0,1 2-34 16,0 2-18-16,1 2-20 0,4 5-22 0,2 4-6 0,5 5 4 0,1 4 7 15,2 6 12-15,1 3 1 0,6 5 11 0,0 3-8 0,-1 1 7 16,1 0 5-16,-3 1-3 0,0-2-5 0,0 0-10 16,-4 3 5-16,-1-2-13 0,-2-2 5 0,1-1-6 0,-5 0-4 15,-2-3-3-15,1 0 1 0,-7-4-4 0,0-3-2 0,0 0 5 16,-7-1-2-16,2-3 4 0,-3-3-2 0,-2-1 1 0,-2 0 0 15,0 0-3-15,-2-5 0 16,1 1-3-16,-4 0 2 0,2-2 0 0,0-3-17 0,3-2-28 0,0-1-48 16,2-3-47-16,1-1-68 0,1-1-63 0,-2-2-73 15,2-2-79-15,4-2-68 0</inkml:trace>
  <inkml:trace contextRef="#ctx0" brushRef="#br0" timeOffset="66407.8235">29294 14600 2120 0,'-3'-14'20'0,"-1"0"33"0,3 3 13 0,9-4 10 0,-10 2 24 16,4 2 4-16,-1 1 5 0,4 2-5 0,2 1-16 15,2 2-35-15,0 0-15 0,3 4-9 0,5 2-21 16,3 4-7-16,0 0 1 0,3 6 7 0,1 3 2 0,-1 5 4 16,0 2 14-16,0 0 13 0,-2 5 13 15,-4 1 9-15,-3-1-1 0,-1 2 26 0,-2-3 17 0,-5-3 1 0,-2 0 25 0,-1-4 6 16,-2-7 19-16,1 1 24 0,-4-7 43 0,2 2 14 15,-3-3 19-15,2-5 34 0,1-2 16 0,-4 3-2 0,3-4-29 16,1-1-32-16,0-3-45 0,1-5-40 0,4-4-47 0,3-4-27 16,5-4-63-16,-1-7-16 0,7 0-6 0,2-4 0 0,3 0-28 15,3-1-27-15,-1 3-40 0,1 4-38 0,-2 2-35 0,0 3-42 16,-2 3-58 0,-1 4-68-16,0 4-42 0,-4 4-38 0,-3 3-14 0,1 3-45 0,-2 4-36 0,1 4-16 0,-1 2-16 15</inkml:trace>
  <inkml:trace contextRef="#ctx0" brushRef="#br0" timeOffset="69719.411">10068 17590 802 0,'-2'-7'26'0,"4"2"25"16,-4-1 30-16,2 0 12 0,-4 1 39 0,3 0 17 0,-3 0 33 15,1 2 22-15,2-1 0 0,-4 4 1 0,3-3-6 0,0 3 4 0,-1-1-18 16,3 1 1-16,-3 1-31 0,3-1-18 0,0 3-23 0,0-3-33 0,0 3-24 16,0-1-18-16,0 2-20 0,2 2-19 0,-1 4 4 15,-1 2 2-15,2 5 1 0,1 4 4 0,0 8 5 0,2 0 0 16,-2 8-1-1,5 4 7-15,-5 1-7 0,4 1-6 0,-1 2-2 0,2-1 4 0,1-1-5 0,-4-1 4 0,1-1 1 16,2-2-7-16,0-1-22 0,-2-4-63 0,-1-1-39 0,0-4-84 0,-2 2-59 16,0-6-84-16,-1-3-63 0</inkml:trace>
  <inkml:trace contextRef="#ctx0" brushRef="#br0" timeOffset="69897.1993">9803 18166 2721 0,'-12'-7'27'0,"0"3"14"16,2-2 14-16,10-3 18 0,-9 1 4 0,0 5-3 0,4 0 5 0,3-1-3 0,7-3-31 16,6 5-9-16,5-4-17 0,6-3-16 0,9 0 0 0,6-4 2 15,6-1-5-15,4 0 3 0,10-1-6 0,1-2-34 16,2 0-43-16,5 0-47 0,-5 3-64 16,-3 3-53-16,3-2-79 0,-3 0-71 0</inkml:trace>
  <inkml:trace contextRef="#ctx0" brushRef="#br0" timeOffset="70438.7117">11241 17244 1949 0,'-8'-3'27'0,"-1"1"26"0,2-5 21 0,-2 2 32 0,1 2 18 15,-5-1 18-15,2 2 13 0,-1 1 28 0,1-1-22 0,1 2-21 16,0 0-18-16,0 2-27 16,0-1-23-16,2 5-8 0,2 2 1 0,-3 4-8 0,2 5 5 0,1 3 6 0,1 3 4 15,0 6-6-15,1 6 11 0,2 3 2 0,4 4-22 0,-1 0-17 16,5 2-9-16,-1 2-9 0,5-2-10 0,-4 2 3 0,6 0-5 16,-2-2-8-16,0-1 3 0,2-2 5 0,-1-2-10 0,3-3-45 15,-1-2-34-15,1-5-62 0,-4-2-40 0,1-4-64 16,-2-3-50-16,-1-1-69 0,-3-5-37 15,-2-5-13-15,0 0-8 0</inkml:trace>
  <inkml:trace contextRef="#ctx0" brushRef="#br0" timeOffset="70574.9968">11005 17972 1536 0,'-14'-14'36'0,"-2"1"25"0,2-1 37 0,3 2 19 16,0-1 29-16,0 2 10 0,3 2 9 0,3 1 3 0,-1 0-38 16,6-1-22-16,6 0-41 0,1-3-12 0,6 2-33 0,7-3-15 15,4-1-4-15,4 0-4 0,4-1 1 0,6 3-8 0,1-5-17 16,5 5-35-16,2-1-23 15,-2 2-35-15,1 1-54 0,0 2-27 0,-3-3-64 0,-3 1-44 0</inkml:trace>
  <inkml:trace contextRef="#ctx0" brushRef="#br0" timeOffset="72075.0455">11576 17722 1074 0,'2'-2'34'16,"0"1"14"-16,2 1 5 15,-6 0 4-15,2-3 14 0,0 6 11 0,0-6 4 0,0 3 8 16,0-2-34-16,0 2-11 0,-2-1-5 0,4-1-6 0,-4 2-6 0,2-2-15 0,0 2-4 0,0 2-5 15,0-2 3-15,4 0 5 0,-6 0 12 0,4 0 6 16,-2 0 11-16,1 0 3 0,1 0 8 0,-2 0 3 0,0-2 9 0,0 2 2 16,0 0 1-16,0 2 1 0,0-2-6 0,0 0 13 15,0 0 0-15,0 0 2 0,0 0-8 0,0 0-3 0,0 0-14 16,-2 0-2-16,1 0-7 0,-1 0-11 0,0 0-5 0,-2 0-9 16,4 0-4-16,0 0-5 0,0 0-4 15,0 0 3-15,0 0-9 0,0 0-4 0,2 0 3 0,0 0-2 0,-2 0 0 0,0 0 0 16,0 0-3-16,2 2-2 0,-2-4 8 0,0 2-4 0,0 0-9 0,0 2 7 15,0-2-3-15,-2 0 3 0,4 0 7 0,-2 0-4 0,0 0 2 16,2 1 15 0,-1-1 16-16,1 0 7 0,-2 0 4 0,3 0-1 0,-3 0-5 15,4 0 3-15,-1 0-5 0,-2 2-10 0,1-2-12 0,1 0-11 16,0 3-3-16,-1-2-3 0,4 1 9 0,-6-1-2 0,3 2 0 16,2-1 1-16,-2 1-3 0,2 1 1 0,-2-2-1 0,2 1 4 15,1 2-14-15,0 2 10 0,1 0-2 0,-1 0 3 0,-1 0-1 0,1-1-6 0,-1 3 3 16,0 0 7-16,-2 2-3 0,-2-2-4 0,1 1 4 0,-2 4-3 15,-2 1 3-15,2-1 4 0,-3 2-3 0,-2-1-9 16,2-1 10-16,-4 2-3 0,0 0-2 0,1-3 0 0,-1 3-3 16,-1-5 1-16,-1 1 7 0,4-2-4 0,-1 0 4 0,1-1-3 15,2-4-4-15,-1 2 2 0,2-2 5 0,0-3-3 0,-1-1-2 0,3 0 1 16,3-2-6-16,-3 0 1 0,0-1-1 0,2 0-3 0,2-1-5 16,-2-4 2-16,4-1-10 0,2-1 7 0,0-2-1 0,3-4 3 15,0-1 4-15,2-1-7 0,1-4 10 0,-1 0-7 0,-1 1 13 16,1-2-4-16,-2 2 1 0,0-1 4 0,-4 0-2 15,-1 4 6-15,2-3 6 0,-5 2 13 16,0 0 19-16,-3 3 22 0,3-2 14 0,-3 5 15 0,2 0 26 16,0 0 20-16,-4 3 14 0,4-1 13 0,-2 3 2 0,0 1-3 0,-4 2 7 0,1 1-15 15,3 3-25-15,-3 0-8 0,1 0-27 0,-4 2-13 0,6 1-31 16,-3-3-29-16,3 2-19 0,0 1 2 0,-3-3-9 0,3 4-11 16,-2 2 4-16,4 3-7 0,0 4 5 0,-1 1 7 0,2 5 2 15,2-2-2-15,-1 5 6 0,1 2 0 0,3 1-1 0,-3-4-3 16,8-1-29-16,-4 1-40 0,2-4-55 0,3 2-45 15,-1-4-62-15,4-3-49 0,-4 0-76 16,6-2-54-16,-6-3-59 0,2 1-30 0,2-6-42 0</inkml:trace>
  <inkml:trace contextRef="#ctx0" brushRef="#br0" timeOffset="72530.3997">12109 17691 1780 0,'-5'-7'48'0,"2"0"26"0,0 4 33 0,-2-1 25 0,0-1 27 16,-1 5 10-16,-2-2 26 0,6 1 7 15,-2 1-46-15,-1 0-28 0,5 0-32 0,-3 0-28 0,3 1-26 0,0-1-18 16,3 2-18-16,-3 3-6 0,5 2-5 0,-2 1-1 0,0-1 3 16,0 4 5-16,4 0-1 0,-1 1 9 0,5-1-9 0,-3 1-1 15,2-1 3-15,2-2 10 0,-1-1-3 0,-1-1-10 0,2-3 4 16,-1-1 3-16,3-3 6 0,-4 0-2 0,1-3-5 0,-2-4-3 16,1 3 1-16,0-6 5 0,-1 0-9 0,-1-2 5 15,-2 0-8-15,-1-2 3 0,1-3 16 16,-1 2 5-16,-5-3 8 0,5 1 10 0,-5-1 22 0,0 1 0 0,-2 2 16 0,-1-1 10 15,0 3 4-15,3-1 9 0,-3 4 2 0,1 2-6 0,1 3-20 16,-1 1-4-16,0 2-11 0,2 2-13 0,0 2-21 0,-3-2-15 16,3 4-14-16,0 0 1 0,0 0-1 0,0 8 1 15,0 1-5-15,0 1 3 0,3 5 6 16,-3 8-4-16,4 4 4 0,-1 1-5 0,0 4-1 0,5 0 1 16,-2 3 0-16,2 2-3 0,0 0 0 0,6-2 3 0,-3-3-3 15,3 1 7-15,1-1-4 0,-3-2 4 0,1-4-4 0,-2-1 7 0,-2-4-1 0,-1-1-2 16,-3-4-1-16,-5-3 3 0,0-2 1 0,-1-3-2 0,-4-3 6 15,-2-4 5-15,-2 1-4 0,0-3 1 0,-3 0 11 0,-2-3 1 16,-2 0 5-16,-1 0-5 0,-2-3-1 0,0-2 3 0,2-4-4 16,-2 1 2-16,-2-4-7 0,4-1-8 0,4-3-1 15,0 0 0-15,1-3-7 0,4-1-12 16,3-2-18-16,3 1-15 0,7-1-38 0,2 0-19 0,4-2-47 16,3 2-17-16,2 3-43 0,1 0-28 0,7-1-24 0,-2 3-13 0,0 5-21 0,0 0-27 0,0 1-16 15,-1 2-31-15</inkml:trace>
  <inkml:trace contextRef="#ctx0" brushRef="#br0" timeOffset="73814.3464">12850 17273 979 0,'-4'-7'27'0,"0"2"21"15,1 0 16-15,-2 3 34 16,0-3 17-16,-2 5 21 0,2-3 22 0,-3 1 13 0,2 0-17 16,-5 0-1-16,5 3-13 0,-4-2-19 0,0 2-8 0,1 2-7 0,-1 2-18 0,-1 2 6 15,0 5 0-15,-1 3 7 0,-1 6 6 0,2 6-9 0,1 4-4 16,1 4-12-16,1 5-5 0,3 2-17 0,4 2-11 0,1 3-23 16,3-2-12-16,0 0-1 0,5 1-8 0,1 0 0 0,4-3 1 15,4-1 1-15,1-4-19 0,4-6-40 0,0 2-31 16,1-10-71-16,3 0-44 0,0-7-63 15,-1-3-52-15,3-8-85 0</inkml:trace>
  <inkml:trace contextRef="#ctx0" brushRef="#br0" timeOffset="74105.5035">13119 17436 2388 0,'-8'-8'34'0,"0"3"23"16,-3 0 16-16,8 2 4 0,-2-1 1 0,0 4-3 0,-1 0 2 0,0 3 0 15,1 1-33-15,5 3-16 0,-1 4-5 0,-1 0 3 0,2 4-4 0,-2 4 9 0,2 5-1 16,-1 0-4-16,2 3 7 0,3 3-8 0,0-4-8 0,-2 3 5 16,5 0 6-16,-2 0 2 0,2-1-7 0,-1-3 7 0,2 2-5 15,-3-3 2-15,-4-3-1 0,2 1-10 0,-1-5 1 16,0-3-4-16,-1-3 31 0,-2-1 9 0,1-6 17 0,0 1 29 16,0-2 23-16,1-6 25 0,-2 3 20 15,1-2 15-15,-2-2-11 0,2-2-20 0,0-3-19 16,0-2-30-16,-2-3-25 0,-1-5-25 0,3-3-29 0,0-1-16 0,-3-7-12 0,1 1 1 15,-4-3-10-15,6-1-18 0,-3-1-27 0,-2 0-25 0,2 2-26 0,-2-1-34 16,2 1-30-16,0 1-35 0,1 3-38 16,1 2-19-16,-4 2-34 0,2 4-36 0,-2 6-41 0,1 0-31 0</inkml:trace>
  <inkml:trace contextRef="#ctx0" brushRef="#br0" timeOffset="74353.1964">13371 17697 1341 0,'-4'6'10'15,"4"0"7"-15,-3-2 6 0,10-3 34 0,-7 4 11 0,0-2 23 16,0 2 24-16,0 1 9 0,5 1-1 16,0-2 0-16,2 5 12 0,-1-1-25 0,1 1 1 0,0 2-7 0,1-3-16 15,-1 4-9-15,-4-1-3 0,2 0 0 0,-1 0-19 0,-3 0-8 16,-2 4-6-16,-1-3-16 0,-4 0-9 0,2 1 4 0,-3-2-5 15,-1 0-6-15,-3 0 0 0,3 0-2 0,-3 0-3 0,0-2-12 16,3-2-31-16,0 1-45 0,-1-3-35 0,-1-1-63 0,2 1-46 16,2-3-83-16,1-4-62 15</inkml:trace>
  <inkml:trace contextRef="#ctx0" brushRef="#br0" timeOffset="74668.2645">13623 17532 2470 0,'-6'-3'23'0,"-2"1"32"0,2-1 17 0,4-1 24 15,-3 4 10-15,0 0 4 0,2-1-1 0,0 1-9 0,0 0-18 0,3 1-31 0,3-1-18 16,0 4-25-16,2 2-10 0,-2 4 1 0,4 1 1 0,-1 2 9 16,2 1-2-16,0 6-4 0,3-2 3 0,1 4-1 0,-2 1 4 15,1-2-1-15,1 0-3 0,1-1 0 0,1 0 1 0,-1-1 7 16,0 0-9-16,1-5 9 0,-3-1-3 0,2-4-6 0,-1-2 9 15,2-1-2-15,-6-4 7 16,0 1 16-16,1-3 22 0,-4-3 6 0,2-2-2 0,-4 1 7 0,2-6 15 16,-2-2 7-16,0-3 9 0,-1-2-13 0,0-3-11 0,-2-2-5 0,-2-2 13 15,0 1-6-15,-3-2-20 0,1 1-4 0,-1 0-16 0,-6 3-7 16,1-1-6-16,1-1-10 0,-2 5-7 0,1-2-1 0,1 3 2 16,-2 3-11-16,1 2 4 0,2-1-22 0,4 3-16 15,-4 6-49-15,3-3-48 0,2 4-65 0,-2-1-63 0,2 4-86 16,-7 0-88-16,4 0-83 0</inkml:trace>
  <inkml:trace contextRef="#ctx0" brushRef="#br0" timeOffset="74949.9638">13748 17282 3339 0,'-6'-4'17'0,"-7"1"30"0,5 1 27 0,2-5 6 0,-1 2-3 15,3 3 3-15,1 2-1 0,1 2-1 0,2-2-15 0,5 5-33 0,2 2-25 0,3 1-3 16,7 1-1-16,-1 6-2 0,6 4 4 0,5 2 4 0,3 4-11 16,2 2 11-16,-1 1-10 0,3 1 4 0,-1 0 6 0,0 1 1 0,-3 1 9 15,-1 3 12-15,-3-3 8 0,0 1 1 0,-7 0 20 16,-2 1-1-16,-2-1 4 0,-5 1 9 0,0-2-3 0,-7-1-7 16,0 2-3-16,-3-1-3 15,-3-2-6-15,-2 0-4 0,-3 0-7 0,-6-1-7 0,2 0-11 16,-9-1-10-16,5 1 3 0,-6-3-3 0,0 1-1 0,0-4-23 0,0 2-58 0,1-2-53 15,5-3-88-15,-3-3-73 0,-3-3-131 0,-1 1-96 0</inkml:trace>
  <inkml:trace contextRef="#ctx0" brushRef="#br0" timeOffset="75531.3879">14426 17206 2376 0,'-5'0'23'0,"1"-3"34"16,0 1 9-16,0-4 31 0,-2 6 22 0,-1 3 14 0,4-3 2 15,-3 2 4-15,-1-1-23 0,2 6-6 0,-1 0 12 0,-2 5-25 16,4 3-15-16,-6 4 8 0,2 3 11 0,-1 9-4 0,2 0 2 16,2 4-24-16,-2 4-20 0,5 2-5 0,2 2-4 0,2 2-27 15,5 1-11-15,2-1 2 0,0 1-5 0,3-3 0 16,3 2 1-16,5-3-13 0,0-4-44 0,0-3-33 0,4-4-54 0,-1-5-70 16,0-1-60-16,-1-5-99 0,-5-4-62 0,2-4-93 0</inkml:trace>
  <inkml:trace contextRef="#ctx0" brushRef="#br0" timeOffset="76152.7413">14620 17616 1802 0,'-3'0'39'0,"0"0"20"0,3-1 23 0,3 2 19 0,0-1 4 16,-1 0 2-16,0 1 0 0,2-1-1 0,0 2-35 0,0-2-16 16,1 4-6-16,6-3-3 15,-5 4-2-15,4 0 4 0,2 2 4 0,1 0 13 0,-1 3 5 0,1 1 1 0,-3 2-13 16,2 3-2-16,-2-1-1 0,-3 5 3 0,-3-1 10 0,1 0 3 15,-1 4-2-15,-4-2 3 0,-4-1 1 0,3 1-10 0,-3-2 5 16,0-1-12-16,-1 1-16 0,-2-4-7 0,2-1-9 16,-2-4-6-16,2-1-2 0,2-1-7 0,-2-3-3 0,2-1 1 15,0-4 8-15,3 2-3 0,0-4 6 0,1 2 7 0,1-3-6 16,1-1-1-16,2-3 1 0,-2-3-6 16,5 0-6-16,0-4-12 0,1-3-14 0,1-5-12 0,4-2 9 0,-3-2 2 0,1-1-5 15,-2 0 4-15,0-3 3 0,1 1 13 0,-5 1 15 0,0 3 49 0,-1 2 21 16,-2 3 41-16,-3 1 28 0,0 2 33 0,-3 5 26 15,2 2 25-15,-3 2 15 0,4 2-31 0,-3 1-29 0,0 3-35 16,1 2-33-16,1 0-27 0,1 1-25 0,-2 2-27 0,1-1-31 16,-4 1-14-16,5 5 4 0,0 1-8 0,0 3 10 15,5 5-2-15,-4 4-6 16,4 4 2-16,1 4 12 0,-1 2-6 0,3 1-24 0,1 1-64 0,-1-3-67 0,5-1-98 0,1-2-85 16,-1-1-112-16,1-2-118 0,-4-2-153 0</inkml:trace>
  <inkml:trace contextRef="#ctx0" brushRef="#br0" timeOffset="76294.0257">15082 17798 3518 0,'-5'-4'40'0,"-4"1"19"0,4-2 35 0,10 0 14 0,-7-3 6 0,2 4 6 16,0 1 1-16,2-1-3 0,1 2-44 0,5-1-20 0,1 1-35 16,4-1-28-16,4-1-57 0,5-2-45 0,4 1-63 0,-2 1-46 15,4-2-70-15,-1 2-62 0,1 1-88 0,-1-3-58 16</inkml:trace>
  <inkml:trace contextRef="#ctx0" brushRef="#br0" timeOffset="76495.955">15476 17486 2601 0,'-7'-5'47'0,"3"1"37"16,1-1 43-16,-1 2 34 0,-2 0 27 0,0 2 12 0,2-2 12 0,1 1-3 15,3 2-51-15,0-3-39 0,0 3-43 0,3 3-29 0,1-2-33 16,-4 4-9-16,3 3-17 0,-2 4 8 15,1 0 1-15,4 5 3 0,-2 5 3 0,-1 2-4 0,1 1 7 16,-1 4-4-16,1-3 5 0,-1 3-2 0,0 0 2 0,0 0-5 0,0 2-1 0,-1-2 1 16,0 0 3-16,-4-2-3 0,5 1-51 0,-1-5-58 0,-2-3-65 15,-2 1-76-15,-1-4-99 0,1-2-67 0,2-7-105 16</inkml:trace>
  <inkml:trace contextRef="#ctx0" brushRef="#br0" timeOffset="76714.7499">15587 17474 2953 0,'-7'-19'43'0,"1"4"47"0,-2 0 33 0,8 1 43 0,-7 0 17 16,-2 4 29-16,4 3 2 0,2 0 8 0,3 4-48 0,0-2-49 15,3 5-33-15,1 0-39 0,5 3-16 0,0 2-30 0,3 1-9 16,5 5 2-16,2 1 2 0,6 5 1 0,0 4 1 0,2 0-8 16,3 1 4-16,-1 7 0 0,1-1 9 0,-2 1-7 0,-4 1-1 15,-5 0 5-15,5 1 1 0,-7 0 0 0,-3-2-4 0,-1 3 5 16,-4-3-3-16,-4-2 2 0,-5-3 0 0,0 5-2 15,-5-5-1-15,-4-2-1 0,1 1 8 0,-6-3-38 0,-4 0-33 0,4-1-86 16,-5-2-73-16,-3 0-107 0,-5 0-107 0,3 0-158 16</inkml:trace>
  <inkml:trace contextRef="#ctx0" brushRef="#br0" timeOffset="77371.0609">16259 17220 1848 0,'-4'4'38'0,"1"-4"26"16,0 0 31-16,4 3 14 0,-1-3 9 0,-3 0 11 0,2 3-6 15,-3-1 38-15,4 2-18 0,-3 4-7 0,-5 2-16 0,5 5 2 16,-9 3 12-16,5 6-7 0,-3 1 11 0,1 7-31 15,5-1-15-15,-3 6-19 0,2-4-10 0,2 6-24 0,3 0-12 16,3 0-4-16,0-1-4 0,4 1-13 0,-1 0 0 0,3-1 2 16,3 0-5-16,1-5-24 0,4 0-56 0,1-4-50 0,0-3-49 15,4-4-86-15,-1 0-71 0,-2-7-96 0</inkml:trace>
  <inkml:trace contextRef="#ctx0" brushRef="#br0" timeOffset="78012.669">16561 17677 1084 0,'-4'5'42'0,"4"-5"14"0,-1 0 28 0,2 0 8 16,-2 3 9-16,1-1 5 0,-2-2 2 0,2 4-3 16,-2-3-18-16,2 4 3 0,2 0-5 0,0-1 6 0,-1 6 2 0,3 0-4 15,0 1 0-15,-3 4 9 0,4-1-23 0,1 1-13 16,-2 2-20-16,2 0-17 0,3-1-5 0,-1 0 6 0,4 0-10 16,-2-1 0-16,2-1 3 15,-1-4-2-15,1 2-2 0,-1-2-1 0,3-3 0 0,-2-2-5 0,-3 0 18 0,4-3 2 0,-4-1 5 16,1-2 14-16,2-3-4 0,-4-4 5 0,6-1-2 0,-3-1 2 0,1-7-6 15,0 0-3-15,1 0-3 0,-1-4-4 0,1 1 15 0,-3-2 10 16,-1 1 12-16,-1-1 3 0,-2 3 2 0,1-1 4 0,-6 3 20 16,3 2 4-16,-4 1 2 0,0 5-1 0,1 0-10 0,-1 5-2 15,-1 0-14-15,1 1-8 0,-2 3-33 0,0 3-7 16,2-2-23-16,0 2-13 16,-1 5-1-16,-1 1-10 0,1 3 17 0,-3 5-3 0,3 3 1 0,-3 3-7 0,4 6 11 15,-1 3 0-15,2 2-2 0,-1 4 5 0,4 4-9 0,2-1 6 16,-1 0 3-16,4 3-1 0,-2-1-2 0,1 0 3 0,-2-1-7 15,3 1 7-15,-1-4-3 0,0 0-6 0,0-3 3 0,1 3 4 16,-2-7 1-16,-1-2-4 0,-1-1 3 0,1-4 1 0,-3-1-8 16,0-2 11-16,-3-3-3 0,0-3-8 0,0-5 1 0,-3-1 6 15,2-3 4-15,-4-4-7 16,2 1 14-16,1-4-5 0,-4 0 0 0,3 0 3 0,-4-4-2 16,-2 2-3-16,1-4-2 0,-5 1 2 0,-1-4-7 0,2 0 2 15,-7-5 3-15,1 0-5 0,-4-3 4 0,0-2-4 0,1 0 2 16,-2-2 0-16,-1-2 6 0,0 1 6 0,2-2 2 0,3 3 10 0,4 0 2 0,-2-1-1 15,5 2-1-15,4 0-3 0,0 1-7 0,8 0-7 0,0 1-2 16,3-1-7-16,4 2-7 0,7-4 3 0,0 3-5 0,7-3 6 16,-1 1-8-16,6 1-15 15,0-1-16-15,4 1-21 0,2 0-21 0,0 2-34 0,-2 0-34 0,1 0-34 0,-1 0-52 0,-3 2-36 16,0 1-60-16,-7 5-39 0,1-3-62 0</inkml:trace>
  <inkml:trace contextRef="#ctx0" brushRef="#br0" timeOffset="78715.9906">17012 17254 1309 0,'-4'-10'31'0,"-3"1"29"0,5-4 33 0,-2 3 20 0,-3-2 48 15,4 3 26-15,-5 1 28 0,5 2 18 0,0-2-8 16,1 4-21-16,1 1-33 0,1 1-18 0,1-1-46 0,-1 3-30 16,2 3-25-16,-2-1-20 0,6 2-8 0,4 2 13 0,-1 5 13 15,4 1-2-15,6 5 4 0,1 3 5 0,0 4 1 0,5 3 9 16,2 4 2-16,-4 0-23 16,-2 3-6-16,1 2 4 0,0-2-3 0,-2 3 8 0,-2 1 3 0,-2 2 0 0,-3-5-17 15,-1 2 1-15,-1-3-6 0,-4 2-1 0,1-2-1 0,-4-1-13 16,-4-3-3-16,0-1-7 0,0 0 4 0,-3 0 1 0,-5-4-3 15,-2-1 0-15,-2-3-6 0,-1 1-6 0,0-1-60 0,-2-5-56 16,0-2-87-16,-3 1-81 0,-3-1-108 0,8-2-114 16</inkml:trace>
  <inkml:trace contextRef="#ctx0" brushRef="#br0" timeOffset="79574.3529">18157 17336 1791 0,'-4'0'17'0,"-1"-3"37"15,5-1 26-15,-3 3 30 0,-2-3 30 0,0 4 14 0,0-2 2 16,3 2 0-16,-1 0-19 0,1 2-36 0,4 2-28 0,-2-1 0 16,2 10-19-16,-1 1 1 0,2 5-1 0,1 6 2 0,0 3 4 15,1 4-2-15,-1 4 4 0,3 3-30 0,-1-3-12 0,-1 6-13 16,1-6 6-16,1 3-7 0,-4-3 0 0,0 0 2 15,0 0-3-15,0-2 1 0,1 0-45 0,-3-5-53 0,3 0-76 16,-2-3-60-16,-4-2-83 0,2-2-73 0</inkml:trace>
  <inkml:trace contextRef="#ctx0" brushRef="#br0" timeOffset="79746.9239">17920 17820 2601 0,'-12'-9'45'0,"-2"-1"30"0,5 0 36 16,5 0 32-16,-5 0 25 0,2 5 19 0,-2 1 16 0,4-2 6 15,5 2-48-15,2 1-24 0,5-1-41 0,3-3-28 0,8 2-29 16,4-5-19-16,8 1-16 0,6 1-6 0,5-4-2 0,8 3-2 16,5 1-8-1,1-2-39-15,2 1-41 0,2 2-34 0,-7 0-71 0,0-1-52 0,-1 3-72 0,-7 2-73 16,2-2-82-16</inkml:trace>
  <inkml:trace contextRef="#ctx0" brushRef="#br0" timeOffset="80189.1925">19566 17131 1042 0,'-6'-8'30'0,"-2"-1"29"0,0-1 38 15,3 0 32-15,-5 0 27 0,0-1 41 0,-3-1 32 16,2 3 24-1,-1-2-1-15,-1 3-16 0,2-1-14 0,1 1-7 0,-4 4-15 0,3-1-35 0,-1 3-16 0,2-1-17 0,2 3-26 16,-2-3-4-16,1 6-23 0,1-1-26 0,0 1-9 16,-1 6 1-16,-1 3 4 0,2 1-3 0,0 7 0 0,-2 6-3 15,0 1-2-15,4 7 7 0,-2 1-2 0,5 4-6 16,3 3-23-16,1 1-1 0,1 3-4 0,6 0-1 0,0 2-1 0,-2-1-7 16,2 0 4-16,3-2 0 0,-2 0 0 0,1-3-7 15,1-4-64-15,-2-1-35 0,1-4-67 16,-1-6-60-16,-4-3-83 0,0 0-57 0,0-5-89 0,-4-4-44 0,-1-3-13 0</inkml:trace>
  <inkml:trace contextRef="#ctx0" brushRef="#br0" timeOffset="80325.0012">19214 17802 1702 0,'-20'-16'33'0,"0"-4"56"0,1 3 35 15,-1-1 48-15,2 3 34 0,0-2 31 0,-3 5 32 0,8 1 12 16,0-2-17-16,6 5-39 0,1-2-30 0,2 3-47 0,4 0-33 16,7-1-34-16,3 1-33 15,0-2-9-15,11 1-21 0,-1-1-15 0,9 5-3 0,3-6-6 0,5 4-30 16,3 0-14-16,3-2-34 0,1 5-34 0,0-1-37 0,0 2-43 15,-1-1-56-15,-3 6-50 0,-7-3-32 0,1 5-69 0</inkml:trace>
  <inkml:trace contextRef="#ctx0" brushRef="#br0" timeOffset="80952.8936">19751 17554 990 0,'0'-2'29'0,"0"1"16"0,0 1 22 0,-1-2 23 0,-1 0 13 0,-1 2 20 0,2 0 22 16,-3 0 12-16,4 1-9 0,-3-1-1 0,3 0-4 15,0 0-7-15,0 1 4 0,0-1-8 0,0 0-6 0,-1 0 4 16,2 2-1-16,-2-2-14 0,1 1 9 0,0-1-3 0,0 0-8 15,0 0-6-15,0 1-11 0,0 0-10 0,0-1-14 0,0 0-2 16,0 0-26-16,-2 0-11 0,2 2-13 0,0-2-5 16,0 2-2-16,0-1-6 0,0 1-11 15,0-2 1-15,-2 0 1 0,4 3-4 0,1-1 1 0,-3 5 0 0,3-2-2 0,1 3-1 16,0 1 9-16,-1 6 1 0,5-1 0 0,-3 0-6 0,-2 0 6 0,5 1 0 16,1-2-1-16,-4 1 6 0,3-2-5 0,0-2-6 0,1 2 4 15,-1-3 2-15,2-1 1 0,-1-1 2 0,1-3 0 16,1 0-1-16,0-4 4 0,-1-1 4 0,-1-3-2 0,3-2 3 15,-2-1-1-15,1-2-5 0,0-4 3 0,0-1-2 0,-1 0-3 16,-1-2-2-16,1-2-3 16,-4 1 7-16,-2-1 0 0,1 2 6 0,-3-3-13 0,1 3 0 0,-3-2 0 0,0 4 2 0,0-2 3 15,-1 4 2-15,1 1 9 0,-4 0 8 0,3 2 3 0,-3 4 7 16,0 1 0-16,4 4-2 0,-3-3-5 0,3 3-3 0,-2 3-16 16,1-1-8-16,-1 1 2 0,1 1-9 0,1 5 2 0,-4-1 2 15,4 2 6-15,-3 5-4 0,0 3-1 0,1 2-2 0,1 2 4 16,-4 2 4-16,5 3-1 0,0 1-4 0,2 1-8 0,2 2 9 15,0-1 3-15,0 2-1 16,1-1-5-16,0 0 3 0,2 1 1 0,0-3 1 0,-1 0 5 0,-2 2-5 0,0-6-6 16,-2-1 8-16,1-5-3 0,-3 1-2 0,0-3-1 0,-5-3 7 15,2-2-5-15,-2-2 10 0,1-3 18 0,-5 0 5 0,0-3 17 16,1-3 11-16,-4 2 9 0,4-3 7 0,-5-1 9 0,2-1-7 16,-1-2-8-16,0-1-9 0,-2-3-9 0,0 1-15 0,3-3-11 15,2-2-7-15,-3-4-8 16,5 2-21-16,0-5-35 0,2-2-34 0,4 0-36 0,1-1-40 15,3-1-61-15,4-1-54 0,-1-2-77 0,1 4-52 0,3 2-53 16,1-2-38-16</inkml:trace>
  <inkml:trace contextRef="#ctx0" brushRef="#br0" timeOffset="81406.7919">20173 17529 2554 0,'-6'-2'42'0,"1"-1"28"0,1 3 33 0,-3-4 15 0,2 4 34 0,-5 0 7 15,3 0 7-15,2 0-5 0,4 0-44 0,-2 3-25 16,3-3-34-16,0 1-16 0,1 2-26 0,2 4-14 0,-3 0-5 16,4 4 4-16,-1 1 4 0,3 0-1 0,-3 5-4 0,7 0 3 15,-2 0-5-15,-2 0 2 0,2-3 2 0,1 1-2 0,2-3-5 16,-6 1 3-16,6-5 0 0,-1 2 1 0,-4-6-6 0,5-1 7 16,-2 1-7-16,-2-3 1 0,-1-2 3 15,3-3-5-15,-2-3 6 0,1 0-8 0,-2-3 4 0,3-2 1 0,0-2 3 0,-1-1 4 16,-2-4 3-16,1 2-4 0,-2-3-2 0,0 4 4 0,-2-4-1 0,1 5-2 15,-4-4 1-15,0 2 6 0,0 0 1 0,0 5 5 16,-4 2 7-16,4 1 13 0,-3 2 10 0,3-1-5 0,0 5-3 16,0 2-10-16,-1 1-7 0,1 1-4 0,-2-1-8 0,0 5-12 15,1 2-13-15,-1 1 4 0,0 2 2 0,2 6 6 0,0 1-1 16,2 3 11-16,1 4-4 16,2 3 4-16,2 2-3 0,1 3 6 0,1 0-6 0,4-2 0 0,-4 4 9 0,5 0-12 15,-1 0 9-15,4-2-2 0,-4-2 4 0,3-1-8 0,-2 0 5 16,-2-4-3-16,-2-2-2 0,-2-3 5 0,1-5 0 0,-6 0-7 15,-3-6 9-15,-1 1 3 0,-5-4 0 0,-2-3 7 0,-3 0 18 16,-2-3 0-16,-1 0 1 0,-2-5 15 0,0 4-4 0,-3-5-1 16,2-1 3-16,0-3-2 0,1 0-20 0,-2-2-5 15,4 0-1-15,2-3-11 0,-1 1-6 0,4-3-11 0,2 0-19 16,4 1-25-16,1-1-38 0,2-3-39 0,5 3-51 0,0-4-43 0,4 5-63 0,1 0-42 16,-1 3-47-16,4-1-24 0,0 0-38 0</inkml:trace>
  <inkml:trace contextRef="#ctx0" brushRef="#br0" timeOffset="82809.0656">20651 17224 517 0,'52'-33'30'0,"-52"33"8"0,0 0 27 16,0 0 22-16,0 0 26 0,0 0 19 0,0 0 26 0,0 0 18 15,10-12 4-15,-10 12 7 0,0 0 0 0,0 0-1 16,0 0 0-16,0 0-3 0,0 0-5 0,0 0-6 0,0 0-25 0,0 0-16 16,0 0-19-16,0 0-19 0,0 0-26 0,0 0 24 15,0 0-9-15,0 0-2 0,-5 19 5 0,5-19 13 0,0 0 2 16,0 0-1-16,0 0 5 0,0 0-41 0,0 0-10 0,0 0-9 16,-54 242-12-16,54-210-12 0,0-1-15 0,4 0 1 0,1-1-3 15,2 0 1-15,1-5 1 0,0 4-16 0,6-7-41 16,2 0-19-16,1-3-49 0,0-3-47 0,2-3-83 0,0-1-57 0,-1-2-80 0,2-5-50 15</inkml:trace>
  <inkml:trace contextRef="#ctx0" brushRef="#br0" timeOffset="83683.7592">21044 17287 1341 0,'-3'-1'24'0,"3"-7"21"15,-3 8 17-15,0-3 20 0,-4 1 22 16,4-1 14-16,0 1 13 0,-1 2 1 0,4-2-21 16,0 2-18-16,0 0-21 0,-4 0-26 0,4 0-24 15,0 0-12-15,4 3-14 0,-4 1-1 0,0 4 1 0,0 1 23 0,0 3 8 16,0 3 13-16,0 4 18 0,0 2 4 0,0 2 11 0,0 3 4 16,0 1-4-16,0 1-17 0,0-3 6 0,0 4 0 15,0 0-7-15,0-1-3 0,0-5-3 0,1 1-10 0,2 1 6 0,-3-4-7 16,0-2 1-16,2-1-3 0,-1-4-7 0,-1-2 9 15,0 0 2-15,0-3 9 0,0-1 13 0,0-3 4 0,0-1 17 0,0-3 23 0,-1 1 22 16,1-2 11-16,0 0 28 0,0-2 18 0,0 1-8 0,1-3-2 16,-2-2-30-16,1-1-28 0,0-2-22 0,-2-5-25 0,2-3-34 15,0-1-25-15,-3-4-5 0,3-2-10 0,0-2 9 0,0-3-6 16,0 0-1-16,3-2 2 0,-1-1 0 0,-1 3 0 16,2 0-16-16,1-2-12 0,-1 4-27 0,-2 3-17 0,3 2-34 15,-3 3-36-15,2 4-47 0,-1 3-41 16,1 4-49-16,-3 1-31 0,2 5-57 0,-4-1-44 0,2 3-48 0,0 0-33 15</inkml:trace>
  <inkml:trace contextRef="#ctx0" brushRef="#br0" timeOffset="83934.0438">21226 17645 1074 0,'3'6'7'15,"-3"-4"11"-15,2 1 15 0,6-1 47 0,-7 0 11 0,2 0 25 0,-3 3 15 16,7 1 10-16,-2-2 5 0,0 4 14 0,4-1-1 16,-1 0-34-16,1 5 10 0,-2-3-20 0,0 4-7 0,0-1 17 0,-1-1-8 15,-1 2-10-15,0-3-8 0,1 2-3 0,-3-1-5 16,0 2 9 0,-1-2-2-16,-1 0-19 0,-2 1-5 0,-1 0-12 0,-1-1-5 0,-2-1-15 0,-1 0-11 15,-2 0-18-15,2 0-1 0,-2-1-9 0,-1-1-1 0,0-1 3 0,1 0-7 16,2-2-33-16,-1 0-38 0,0-5-53 0,1 0-67 15,2 0-83-15,-4 0-84 0,4-3-113 0</inkml:trace>
  <inkml:trace contextRef="#ctx0" brushRef="#br0" timeOffset="84280.2018">21518 17423 2306 0,'-3'-1'33'0,"0"-3"21"0,-3-3 16 0,10 4 5 16,-9 1 2-16,1 2 1 16,1-2 1-16,1 2-2 0,2 2-46 0,0-2-11 0,0 5-18 15,-3 3-9-15,2 1 1 0,1 3 2 0,0 3-3 0,-4-1 4 0,1 8 14 0,3-1-3 16,0 4-1-16,0-4 7 0,0 4 0 0,0-3 6 0,3 4 5 16,1-4 1-16,-3 2 5 0,2-2 4 0,-1-1 9 0,5 1 3 15,2-4 4-15,-5-1-8 0,1-5 3 0,0 0 9 0,0-3 4 16,1-2 0-16,0-4 13 0,-3 1 9 0,2-4 23 0,0-1 16 15,2-5-4-15,2 0-3 0,-3-4 4 0,4-3 13 0,0-4-3 16,3-2 4-16,-6 0-21 0,3-3-8 0,-5-2 8 0,0-1-9 16,-5-1-12-16,0 2-25 0,0-2-13 0,-6-2-21 15,2 2-10-15,-1-3-5 0,-3 5-17 0,1-3 9 0,-3 3-5 16,1 0 0-16,0 2-7 0,-1 5-4 0,-1 0-27 0,7 2-31 0,-5 3-37 16,5 1-52-16,0 3-60 0,0 3-65 0,1-2-88 0,-2 5-72 15,2 2-92-15</inkml:trace>
  <inkml:trace contextRef="#ctx0" brushRef="#br0" timeOffset="84559.2763">21643 17128 3440 0,'-4'-5'35'0,"-5"2"27"0,2 1 13 0,10-5 10 0,-4 2 7 16,-4 3 2-16,3 1-9 0,2 1 2 0,3 1-34 15,2 3-25-15,6 4-14 0,-1-1-12 0,5 7-4 0,3-2-1 0,2 8 9 16,5 2-1-16,-2 2 0 0,4 1 5 0,0 3 0 0,-2-1 4 16,-3 2 3-16,1 3 8 0,-3-3 1 0,2 0 6 0,-8 0 0 15,3 0 1-15,-4 0 10 0,-1-3 5 0,-5 3-9 0,-1-2-2 16,-2 0-6-16,-4-3-7 0,-2 2 0 0,-3-4-3 0,0 2-7 16,-4-3-10-16,0-3 4 0,-3 1-11 15,-2-2 8-15,-2 3-3 0,-1-3 5 0,-1 2-11 0,0-3-49 16,-4 1-44-16,1-1-61 0,-3-1-52 0,1-1-87 0,-3 2-60 0,1 0-106 0,-4-3-70 15</inkml:trace>
  <inkml:trace contextRef="#ctx0" brushRef="#br0" timeOffset="85214.4983">19069 18187 1702 0,'-4'0'22'0,"4"-2"42"0,4 1 20 16,-4 1 25-16,1-1 11 0,-1 1 8 0,2-2-2 0,4-1 19 15,3 1-2-15,4-1-3 0,8-1-3 0,9 1 5 0,4-2 4 16,15 3-4-16,4-1 15 16,10 2 1-16,9-2-8 0,5 3-28 0,0-1-8 0,3 2-32 0,1 2-10 0,0-2 2 15,-4 4-6-15,4 0-17 0,-4 1-13 0,-6 0-11 16,2 1-10-16,0-2 9 0,-7 4-7 0,1-3-5 0,-6 0-2 16,-2 0-9-16,-2-1 2 0,-4-3 4 0,-3 1-7 0,-8 0-2 15,-4-3-7-15,-5 0-19 0,-8 0-7 0,-3-2-11 0,-6 1-6 16,-7 1-11-16,-4-1 0 0,0-1-21 0,-5 2-2 0,0-1-14 15,-3-3-27-15,1 0-29 0,-3 0-34 0,-2-2-45 0,2 3-34 0,-4-1-34 16,-5 0-29-16,-1 3-30 0,1-2-20 0</inkml:trace>
  <inkml:trace contextRef="#ctx0" brushRef="#br0" timeOffset="85652.1392">19919 18501 2294 0,'-6'-3'38'0,"1"0"37"0,3-4 22 16,-1 4 32-16,0-6 10 0,-2 2 27 0,5 1 14 0,0-1 17 15,5 0-38-15,1-1-31 0,1-2-24 0,5 2-18 0,2-3-4 16,-1 1-21-16,8-1-16 0,-3 1-16 0,3 2 5 0,-2 2-9 15,3 4 2-15,-1 0-12 0,-2 2-5 0,3 3-5 0,-5 4 3 16,1 1-8-16,-2 2 0 0,-1 4 2 0,1 0 6 0,-3 2-6 16,-4 2 0-16,-4 1 1 0,-2 1-5 0,-3 3 16 0,-3 0-9 15,-3-1 3-15,-2 6 2 0,-8-5 16 0,3-1 11 0,-4 2 19 16,3-3 17-16,-5-1 17 0,4 0 12 16,-2-2 17-16,1-5-1 0,1-1 4 0,-2 0 8 0,4-4-9 15,0 1-12-15,0-6-23 0,4 1-6 0,2-3-11 0,2 2 9 0,4-2-9 0,1-1-11 0,0 0-7 16,1 0 4-16,1 0 1 0,1-1 3 0,4 2 0 0,2-1-1 15,4 0 6-15,1-1-9 0,8 1 7 0,5-3 5 0,3 3 0 0,6-3 4 16,-1 1-10-16,3-1-11 0,0-2-12 0,-3 1-4 16,4 1-6-16,-4-2-12 0,3 1-4 0,-3 2-8 0,-1-1 8 0,-2 0-12 15,-4 2 2-15,3 1 9 0,-5 0-11 0,-5 0 4 0,1 0-38 16,-5 0-38-16,-4 0-47 16,0 1-32-16,1-1-66 0,-4 0-58 0,-4 0-65 0,3 0-56 0,-4 3-40 0,0-2-37 15,-2-2-48-15,-3-2-43 0,2 3-36 0</inkml:trace>
  <inkml:trace contextRef="#ctx0" brushRef="#br0" timeOffset="87620.8377">22522 17220 338 0,'0'-3'-13'15,"0"1"13"-15,0-1 10 0,0-1 14 0,-1 2 15 0,2-1 11 16,-1 0 8-1,0 1 17-15,0 2 21 0,0-3 0 0,-1 6 5 0,1-3-7 0,0 0-12 0,0 0-7 16,0 2 0-16,0-4-12 0,0 4 0 0,0-2 3 0,0 0-4 0,-4 0-1 16,4 1 1-16,0-1 0 0,-3 2 10 0,3-2 9 0,-1 3 3 15,-1-3-11-15,2 0-1 0,0 1 6 0,0-2 11 16,0-2-2-16,0 3-13 0,2 0-5 0,-4-2-16 0,2 2-2 16,0-1-8-1,0 1-15-15,0 1-16 0,-3-1 0 0,3-1-4 0,3 1-11 16,-3 1 4-16,0-1-2 0,0 0-2 0,0 0 0 0,0 0 1 0,0 2-1 0,2-2 2 0,-2 0 2 15,0 0-4-15,0 0 5 0,0 0-2 16,0 0 4-16,0 0-4 0,1 0-1 0,-1 0-4 0,0 0 1 16,0 0-7-1,0 0-8 1,0 0 12 0,0 0 14 15,0 0-3-16,0 0 14 1,0 0-18 0,0 0-18-1,8-17 23-15,-8 17 11 32,11-20-22-32,-6 9 18 15,-5 11-12 16,0 0 18-15,0 0 0-16,0 0-9 0,0 0 14 16,0 0-4-16,0 0 1 0,0 0 5 0,0 0-2 15,0 0 6-15,0 0 1 16,0 0-1-16,0 0-1 0,0 0-1 0,0 0 12 0,0 0 9 16,0 0 11-16,0 0 0 0,-21 14 0 0,21-14 5 15,0 0 0-15,0 0 6 0,0 0-1 0,0 0-5 0,0 0 2 16,-104 133-1-16,96-106-2 0,-1 1-2 0,2 0-4 0,1 2-10 15,3 0-6-15,2 2-13 0,2-1-8 0,4-2-3 0,2 0-4 0,1 0 2 16,4 0-3-16,5-2 1 0,1-2-8 0,2-3 2 16,4-1 1-16,-1-3-1 0,1 0-2 0,5-4-7 0,-2-2-18 15,1-2-16-15,-3-4-45 0,0-1-31 0,2-5-58 0,-3 1-46 0,-2-2-66 0,-1-3-53 16,-1 1-54-16,-4-4-41 0</inkml:trace>
  <inkml:trace contextRef="#ctx0" brushRef="#br0" timeOffset="88433.0577">22772 17498 906 0,'-2'0'15'0,"4"-3"24"0,-4-1 22 0,1 4 5 0,1-5 36 16,-3 5 8-16,4-2 10 0,1 4 16 0,-1-2-4 15,-1 3-13-15,2-6-17 0,0 6-6 0,-4-1-34 0,4-2-3 16,-4 3-16-16,4-2-6 0,-2 2 35 0,1 2 7 0,-1 4 10 16,4-1 11-16,-4 4 13 0,4 0 10 0,-1 2 9 0,0 1-6 15,0-2-45-15,-1 0-9 0,3-2-16 0,1 1-8 16,-1-1-10-16,1 0-16 0,-1-3-3 15,3 0-3-15,0-1 5 0,1-1-2 0,-3-2-3 0,1-1 6 0,-1-1-1 0,3 0 8 0,1-2 5 16,-3-2-4-16,2-3 0 0,-1 2-10 0,1-6 10 0,1 2-11 16,-1-6-4-16,-1 2-4 0,0-4-3 0,-1 1-1 0,0-3-6 15,-2 2 9-15,-2-2-7 0,0 1 9 0,-3 0 4 16,4 0 4-16,-4 3 1 0,0-1 10 16,-4 2 12-16,4 5 4 0,-3-1 1 0,3 3 0 0,-1 1-8 15,-1 3-12-15,2 1-6 0,-2 1-9 0,2 2-14 0,-1 1-4 0,-1 1-4 0,1 5-2 16,1 2 1-16,-5 6 5 0,5 0 1 0,-1 8 4 15,-3 5 4-15,3-1-8 0,-1 9 6 0,2 0-4 0,3 1 2 16,-3 4 5-16,5 0 0 0,0 1-3 0,1 1 3 0,0-1-3 0,2 1-1 16,1-3-1-16,-2 3 4 0,1-5-4 0,3-2 1 15,-3 0 1-15,-2-4 0 0,4-3 3 0,-5-3-5 0,0 0 1 16,2-4 1-16,-5-4 0 0,-2-4-4 0,1-2 2 0,-2-4 7 16,-1 0 16-16,-1-7 16 0,1 3 23 0,-5-6 15 0,4 1 9 15,-6-2 18-15,3-2 1 0,-8 1-4 0,1-2-12 0,-4-1-4 16,-2-3-23-16,-2 2-16 0,-4-1-5 0,2-5-5 0,-2 4 0 15,-1-4-1-15,4-3-5 0,1 0-1 0,0 0 4 16,3-1-7-16,1 1-3 0,4-1-6 0,1-2-1 0,3 0-5 16,4 1-2-16,2-2-10 0,3-1-7 0,5-1 6 0,1-1-7 15,8-1-2-15,4 2 0 0,4-4 4 0,3 1-4 0,4-2 5 16,6 4 1-16,-4-4-4 0,6 4-4 0,-1-1-11 0,0 2-17 16,-3 1-22-16,1 1-8 0,-3 2-30 0,-4-1-19 0,-3 5-35 15,-2 0-12-15,-2 2-34 0,-2 1-6 0,-6 2-36 0,1-1-25 16,-5 4-37-16,-2 3-28 0,-3-1-49 0,1 2-58 15</inkml:trace>
  <inkml:trace contextRef="#ctx0" brushRef="#br0" timeOffset="89121.4195">23159 17156 1680 0,'-6'-4'19'0,"-2"1"51"0,5-1 20 0,1 1 35 15,-1 1 31-15,-2 2 20 0,2 0 28 0,-2 0 9 0,4 0-24 16,1 0-51-16,-4 0-21 0,4 3-35 0,0-3-37 16,0 2-21-16,4 2-23 0,-1 2-1 0,3 1-1 0,1 5 9 15,4 3 6-15,1 3 5 0,1 2 8 0,8 7 13 0,-4-3 24 16,2 3 4-16,0 1 7 0,-13 1-8 0,15-1-1 16,-2-2 6-16,0 1 7 0,0-1-3 15,-3 2-12-15,-2-6 0 0,-2 3-2 0,14 0 6 0,-18-4 6 16,-3 4 2-16,0-4-8 0,-5-1 0 0,0 1-22 0,-5-1-6 15,0-1 0-15,-7-2-3 0,4-1-16 0,-6 1-7 0,5 1-5 16,-5-4-4-16,1 3 0 0,-1-5-1 0,3 2-3 0,-1-2-1 0,0-2-22 0,3-1-31 16,-1-3-44-16,1-1-43 0,4-2-39 0,2-1-67 0,1-2-60 15,-3 0-88-15,2 0-41 0,-2-3-66 0</inkml:trace>
  <inkml:trace contextRef="#ctx0" brushRef="#br0" timeOffset="89590.0203">23335 17111 2143 0,'-4'-12'16'0,"0"0"17"0,1-2 24 0,9-1 14 0,-6 2 20 0,1-1-7 16,3 2 6-16,0 3-1 0,4-2-13 0,0 2-19 15,5 0-17-15,0 1-15 0,1 4-17 0,2-1 4 0,2 5-1 16,0 0 3-16,-1 6 6 0,2-3 14 0,-3 9 8 0,1-2 12 15,-4 7 18-15,-3 0 5 0,1 5 23 0,-7 0 15 16,1 1 2-16,-5 1 11 0,0 5 9 16,-1-4 4-16,-4 2 1 0,2-1 14 0,-7-4-11 0,2 2-4 0,-1-4 12 0,2-1-18 15,-3-2-19-15,2-2-13 0,1-3-17 0,-1-3-11 16,2 0 19-16,3-6-10 0,1 2-10 0,-1-2 8 0,5-3 3 0,-1-3 7 16,3 1-2-16,3-1-9 0,3-4-28 0,6-1-3 15,4-6-16-15,7 2-9 0,3-7-6 0,3 1-13 0,5-3-27 16,0 2-22-16,0-1-28 0,-3-1-28 0,0 3-46 15,-4 2-47-15,-1 1-57 0,-1 1-39 16,-6 1-54-16,-1 3-39 0,-6 4-79 0,-2 0-46 16,-2 6-58-16</inkml:trace>
  <inkml:trace contextRef="#ctx0" brushRef="#br0" timeOffset="94870.5853">31442 14474 1137 0,'1'-8'18'0,"3"1"10"16,-3 0 6-16,6-3 27 0,-4 5 18 0,-2 1 21 16,1 0 16-16,0 0 15 0,2 4-11 0,-2-5-13 0,1 4-6 15,-3 0-26-15,1 0-15 0,3 0-28 0,-3 1-13 16,2 0-19-16,-3 1-3 0,4 1 2 0,2 2 9 0,-2 2 13 15,3 1 7-15,-1 2 19 0,2 0 6 0,-1 6 3 16,2 3 7-16,-1 2 18 0,0 2-5 0,-2 3-9 0,3 4-4 16,0 3-5-16,-6 1 14 0,2 6 13 0,-1-1-16 15,1 6-7-15,-10-1-4 0,5 3 0 0,0 0 3 0,-1 2-8 16,-2-1-14-16,1 0 9 16,-1 0 19-16,0 0-4 0,-1 0-3 0,-2-1 0 0,3 0-10 0,-5 0 0 0,2 0-4 15,-2 2-7-15,3-2-6 0,-4 1 11 0,1-3 6 0,1 2 7 16,2-3 1-16,1 0-1 0,0-2 7 0,4-2-15 15,-4-1-14-15,2-3-16 0,1-1-2 0,1-5-14 0,0 0 3 0,0-5 4 16,3-2-12-16,1-6 0 0,3 0 4 0,-4-4 2 0,2-3-1 16,0-4 7-16,0 2-11 0,-1-6 1 0,4 1 8 0,-7 0 6 15,3-4 1 1,0-1 11-16,1-4-10 0,3-1-1 0,0-1 6 0,-2-3-4 0,4-5-8 0,-4 0-3 16,5 0 1-16,-4 0-1 0,-3 0 16 0,0 2-1 0,-1 1 18 15,-3 2 10-15,0 3 14 0,0 2 12 0,-2 3-2 16,1 0-11-16,-3 3-2 0,1 1-3 0,2 1-15 0,1-1-19 15,-4 3-12-15,3-2-15 0,1 2-1 0,-2-3 6 0,2 5-13 16,-2 0 8-16,1 3-6 0,-2 3 10 0,3 6-4 0,0 0 6 16,-5 7-2-16,5 0-5 15,0 3 5-15,0 2-2 0,5 1 0 0,-1 1 0 0,1 2 9 16,-1-1-11-16,2 1 4 0,0 1-1 0,5-2 2 0,-4 5-4 16,1-2 6-16,4 0-1 0,-2 0-14 0,1-1 12 0,-4 3-2 15,6 1 0-15,-5 1 0 0,1 0-3 0,1-1 3 0,-4 4-5 0,1 2 7 0,0-1-2 16,0 2-1-16,-6 1 10 0,3 1-6 0,-3 3-1 15,2-3 4-15,-3 3-6 0,4-1 9 0,-4-1-8 0,0 0 6 0,0-1-5 16,0-1 0-16,1 2 7 16,1-4-5-16,1-3 4 0,0 2-5 0,-2-4-1 0,3 0 4 0,-1 0-2 0,-2-6 1 0,3 1-8 15,-3 0 3-15,-1-5 0 0,0 0 1 0,0-2 6 0,-1-3-7 16,-1-5-1-16,0 0-3 0,-1-5 15 0,2-1-12 16,-3-3 6-16,0-1 1 0,1-4 0 0,0 0-3 0,-1-1 7 0,4-3-3 15,-3-1-7-15,-2 3 9 0,4-6-5 0,-6 3-4 0,2 0-5 0,-4 0 7 16,0 3-2-16,-5-3 4 0,1 1-4 0,-3-1 2 0,0 3 0 15,1-3 4 1,-1 1 5-16,-3-1-4 0,1 0-5 0,0 0 0 0,0-1 2 0,2 1-2 0,-2 0-2 16,0 0 2-16,-3 0-48 0,1 0-42 0,2 0-48 0,0 1-64 15,-6-1-87-15,0 4-92 0,-5 5-104 0,-2-1-114 0</inkml:trace>
  <inkml:trace contextRef="#ctx0" brushRef="#br0" timeOffset="96003.163">32096 15411 2040 0,'-6'-6'18'0,"0"1"15"15,-3 3 24-15,8-5 19 0,-8 6 22 0,1-1 33 0,0 1 23 16,1 0 16-16,0 1-18 0,0 1-15 0,4 3 7 0,-3 0 2 15,2 7-8-15,-3 3-9 0,2 6-6 0,0 3-5 0,0 8 1 16,1 4 0-16,-4 6-22 0,2 3-15 0,-1 4-8 16,4 1-17-16,0-2-20 0,3 5-13 0,-3-1-3 0,6-1-1 15,-3-7-4-15,3 3-6 0,0-2-1 0,1-2-11 16,0-5 2-16,2-2 2 0,1-2-31 0,-4-5-51 0,3-3-40 16,-1-4-46-16,0-7-61 0,-1-2-56 0,-2-1-38 0,-2-3-34 15,0-6-2-15,-3 1 23 0,-5-6 7 16,3 1 35-16,-4-2 51 0,-2-2 61 0,1-5 35 0,-3 1 60 15,-1-3 56-15,2 1 56 0,-2 0 66 0,1-3 18 0,-1-1 38 16,3 2 18-16,1-1 24 0,2 2 1 0,-4-3-14 0,7 4-4 0,0-3-27 0,0 5-6 16,3-2-30-16,2 3-14 0,4 1-27 0,1-1-23 15,1 0-8-15,4 1-22 0,4-1-11 0,-2 1 3 0,6-1-7 16,1-1-5-16,3 1 6 0,0 1-6 0,1 0 6 0,3-1-5 16,-2 1 2-16,-1 4-1 0,3-3 5 0,-6 1-2 0,-2 1-5 15,-1-2 8-15,-3 5-7 16,-1-2 2-16,-5 3 2 0,-4-1 5 0,1 2 14 0,-5 0 24 15,4 3 14-15,-8-1-4 0,4 0 12 0,-3 0 13 0,1 1 2 0,1 1-5 0,-2 0-15 16,-1-3-7-16,3 3-5 0,-1 2 12 0,-1 1-7 0,-1 1-9 16,1 4-4-16,-1 3 1 0,1 2-4 0,0-1-14 15,3 3-7-15,0-2-7 0,0 3-7 0,0 2-6 0,3-3 5 16,0-5-1-16,4 3 1 0,2-2 4 0,-1-3 1 0,2 1-4 16,2-4-1-16,-1 0 10 0,0-4-4 0,3-2-1 15,-1 0 2-15,1-3-3 0,-3-4 1 16,3-3 4-16,-2-2-2 0,-3 0-2 0,0-6 1 0,-1-2-4 0,-1-1-2 0,-4-1 7 15,0-2 2-15,1-4-5 0,-8 1 11 0,4 0-8 16,-3-3-1-16,0 5-1 0,-4-2 9 0,-1 1-11 0,1 3-6 0,-1 0 4 16,0 3-6-16,0 1-5 0,-1 4-26 0,4 2-28 0,0 3-50 15,2-1-67-15,-1 3-67 0,3 3-75 0,1 2-82 0,0 1-71 0</inkml:trace>
  <inkml:trace contextRef="#ctx0" brushRef="#br0" timeOffset="96339.9083">32462 15970 1373 0,'-4'13'20'0,"1"-1"21"31,2-4 17-31,-1 4 33 0,-3 2 9 0,2 1 11 0,1-1 16 16,-1 3 14-16,1-2-12 0,2-1-15 0,0 4-18 0,2-4-32 15,0-2-10-15,1 2-12 0,-2-6-10 0,1 4-8 0,0-4 0 0,1-1 5 0,-1-2 19 16,-1-1 27-16,-1 1 21 0,-1-3 39 0,1-1 18 15,-2-1 15-15,2-1 4 0,-2-4-2 0,2-1-8 0,0-5-23 16,0-1-19-16,2-1-22 0,0-5-13 0,-1-1-24 0,1-6-10 16,-1 4 2-16,-1-4 1 15,0 4 6-15,4-1 5 0,-3 2-11 0,1 4-8 0,2-1 6 0,-1 7-1 0,-1-1-12 16,0 6-11-16,1 0-20 0,-2 2-5 0,3 0-1 0,-1 6-7 16,0-3-4-16,2 4-2 0,1 1 6 0,5 1-6 0,-3 1 7 15,4 4-8-15,0-2-16 0,2 4-13 0,-6-1-23 16,3 4-12-16,-5-2-33 0,3 2-23 0,-4 1-43 0,-2-2-20 15,1-1-33-15,-3-1-27 0,1 3-27 0,-2-1-39 0,-3-5-18 16,3 2-17-16,0-3-1 16,-4-2-13-16,4-1 15 0</inkml:trace>
  <inkml:trace contextRef="#ctx0" brushRef="#br0" timeOffset="96824.9791">32621 16087 990 0,'5'-9'26'16,"-2"-3"30"-16,2 4 33 0,-4-6 14 0,3-1 45 15,-1 4 27-15,-2 1 28 0,3 0 32 0,-4 1-7 0,2 3 0 16,-2-3-33-16,2 5 0 0,-1 3-48 0,1 1-25 0,0 0-26 15,-2 0-34-15,1 1-26 0,1 1-25 16,0 0-1-16,-1 1-10 0,4 3 0 0,0 1-4 0,0 1 1 0,4 2 0 16,-4 1 8-16,3-1-2 0,-2 5-3 0,0-3-5 0,-1-2 5 15,-2-1 3-15,0 3-6 0,-1-4 2 0,-1 1-4 0,1-1 0 16,0-4 12-16,-2 0 21 0,0 0 21 0,0 1 17 0,0-5 42 16,0 0 18-16,0-2 30 0,0 2 17 0,-2-3 12 0,2 1-2 15,0-1-8-15,0-1-19 0,2-2-39 16,-2 1-19-16,0-4-27 0,3 1-19 0,0 1-20 15,0-3-23-15,2-2-7 0,-1 6 0 0,0-2-2 0,0-1-6 0,0 3 4 0,-1 2-3 16,-2-1 5-16,3 1 2 0,-3 3-6 0,4-2 4 0,-2 3-7 16,0 0 3-16,2 0-3 0,0 3 7 0,1-2-5 0,2 3 3 15,-4 3-3-15,4-2-4 0,-3 0 3 0,3 5 10 0,0-3-4 16,-3 3-9-16,-2-4-2 0,2 4-3 0,-2-3-1 16,0 0 3-16,0-1 6 0,-3 1-5 0,5-4 11 0,-5 3-7 15,0-3 3-15,0-2 4 0,0 3 6 0,0-2-4 0,-5-1-4 16,10 1-2-16,-10-2-3 0,10 2 7 0,-5 0 0 0,0-2 2 15,1-2-2-15,-1 2 0 0,0-2 3 0,0 2 4 0,2 0-3 16,-2-3 3-16,1 3 1 0,1-2-5 0,0-2 3 16,-1 3-5-16,4-6 7 0,2 2-7 0,-3-2 3 0,5-2-2 15,-2-1-2-15,1 2 2 0,-2 0 3 0,4-1 1 0,-4 2-15 16,2 2 9-16,-3-2-6 0,1 5 4 0,-1-1 10 0,1 0-8 16,-3 3-13-16,0-2 4 0,1 2 12 15,-1 2-8-15,-2 1 7 0,5 1-9 0,-2 0-4 0,-1 0 5 0,2 3 6 0,-1 0-21 16,3 1-37-16,4 1-36 0,-7 3-56 0,0-4-48 0,0 1-65 15,3-1-87-15,-5 4-71 0,-1-3-77 0,3-1-39 0</inkml:trace>
  <inkml:trace contextRef="#ctx0" brushRef="#br0" timeOffset="97324.6853">33117 16022 2353 0,'-1'0'53'0,"-1"0"41"0,1-2 30 0,-1 4 40 0,-3-1 10 16,1 3 19-16,-1-2 12 0,3 1-1 0,-2-3-53 0,4 3-44 0,0-2-32 15,0 0-34-15,1 2-10 0,-1 1-21 0,2 4-8 16,1 1-4-16,-1 0 7 0,1 4-2 0,-1 2 6 16,3-1-6-16,0 3-6 0,2-1 8 0,1 1-7 15,-3-2 11-15,5-1-11 0,-2-1 4 16,2-3 3-16,-1-1-5 0,-1-2 3 0,-2-4-8 0,4 1-2 0,-2-4-4 0,-4-2-4 0,3-2 5 16,-2 0-5-16,2-3 1 0,-4-2 8 0,4 0 7 0,-4-3 8 15,2-1-6-15,0-2 10 0,-5 3 10 0,1-2 23 16,-1 1 8-16,2-1 8 0,-2 0 18 0,2 6 5 0,-6-1 13 15,6 1 3-15,-4 2-1 0,2 0-22 0,-1 6 3 0,1-2-22 16,-3 2-22-16,3 0-10 0,0 2-11 0,6 44-79 31,-2-34 18-31,-2-1-28 0,3 0-35 0,-5-4-34 0,6 3-28 0,-3-4-29 0,4-2-26 16,2-3-8-16,-1-1 0 0,2-1 15 0,2-3 9 0,-1-4 13 0,0 0 24 16,3-4 26-16,-1 1 22 0,0-4 27 0,-2-2 27 0,-2-3 9 15,4-1 26-15,-5-1 18 16,-2-5 8-16,-3 1 14 0,2-1 12 0,-2-2 18 0,-3-2 18 0,0 1 12 0,-4-6 9 15,0 2 15-15,0-1 7 0,-4-5 3 0,1 2 18 0,-4 1 8 16,2 3-12-16,-1 1 27 0,3 8-2 0,-1 1-11 0,3 10-10 16,0 1-14-16,2 6-30 0,-1 4-25 0,3 6-9 15,1 0-36-15,-3 6-6 0,0 2 3 0,0 6-3 0,0 4 4 16,-1 6 8-16,1 5-4 0,0 3 3 0,-2 6 0 0,3 1 0 0,2 2-3 16,0 2 0-16,2 0 5 0,1-1-4 15,1 1 1-15,0-3 1 0,0-1-1 0,2 1-7 0,0-4 3 16,0-2 5-16,1-2-11 0,1-6 3 0,-3-4-10 0,4 0-53 15,-4-4-45-15,1-6-45 0,0-1-60 0,-2-5-49 16,-4-1-46-16,1-4-34 0,2 0-41 0,-3-4 2 0</inkml:trace>
  <inkml:trace contextRef="#ctx0" brushRef="#br0" timeOffset="97640.9462">33509 16191 833 0,'8'-9'43'0,"-1"4"24"16,0-2 38-16,-2 2 25 0,2 2 29 0,-4-1 24 15,-2-2 30-15,3 2 13 0,0 1-35 0,1-1-10 0,-2 4-41 16,0-3-20-16,2 1-29 15,0 2-26-15,0 0-23 0,-1 2-12 0,2 1-5 0,2 1-13 0,-1-1 5 0,-1 1-4 0,2 2 3 16,-2-2 0-16,1 4-3 0,-1-1-1 0,1 3-3 0,-3-2-3 16,1 1 0-16,-2 1 1 0,-2-1-6 0,-1 3 7 15,0-3-5-15,0 1 5 0,0-2-4 0,-4 2 5 0,0-3-1 16,-1 0 0-16,0-2 3 0,0-1-4 0,-3 2 14 0,1-1 5 16,0-3 15-16,0-2 20 0,1 0 22 0,-2 0 7 0,0 0-1 15,0-5 9-15,0 2 5 16,2-2 14-16,-3 1 1 0,2-1-2 0,3-2-11 0,-3-3-3 0,5 1 13 0,1 1-6 15,1-2-9-15,1-2-14 0,-1 2 8 0,2-2-34 0,83-63 131 16,-67 69-195-16,1 2 4 0,-5 1-11 16,7 2 4-16,-5 5 2 0,-1 0-1 0,-2 2-11 0,3 2-43 15,-2 6-22-15,0-3-40 0,-1 7-33 0,1-4-54 0,-1-1-45 16,1 3-54-16,-1 2-61 0,-4-1-40 16,2 0-53-16</inkml:trace>
  <inkml:trace contextRef="#ctx0" brushRef="#br0" timeOffset="100215.5645">20984 14229 1032 0,'-6'-8'13'0,"0"-2"14"0,-3-3 12 16,0-2 2-16,0-2 6 0,-1 2 10 0,-1-3 22 16,0-2 7-16,3-2-7 0,-1 0-16 0,1-2-5 0,3 0 8 15,-1-3 9-15,-2-1-2 0,5 1 1 0,-2-3-7 16,3-3-3-16,-1-1 13 0,2 0-2 0,-1-7-1 16,0 3-7-16,1-7-6 15,1 0-15-15,-2-2-2 0,1-4-3 0,-3-1-7 0,1-1-1 0,-1-3-5 16,-1 1 10-16,0-4 4 0,-3 1-1 0,0-2 11 15,-6 1 7-15,5-4-4 0,-4-2 2 0,4 0-10 0,-3-2-10 16,-2-3 8-16,3 2 12 0,0-5-8 0,0 0-8 16,1 0 5-16,-3-3 7 0,1-3 4 0,-1-3 4 15,-1 1-13-15,-2-5-16 0,-1 2 5 0,4-3 3 0,-4 2-1 16,0-5-7-16,3 5 6 16,-4-1-10-16,4 2 6 0,-3-3-6 0,1 1-5 0,0-2 0 0,2 0 0 15,-2-3-5-15,2-1-4 0,-2-4 5 0,3 0-11 16,-4-1 7-16,7 1-4 0,-2 0-1 0,-1-1 4 0,2 1-6 15,0 2 1-15,2-1 2 0,2 3 4 0,-1-2-3 16,1-1 10-16,0 1 1 0,-3-1-1 0,4 3 15 16,-3-4-10-16,1 6-7 0,-2 1 4 0,-4 2 4 0,5 2-11 15,-4-2-10-15,0 3 3 16,2-1-18-16,-3-2 13 0,5-1-2 0,-3-1-5 16,0-1-3-16,-1-2 5 0,1 3 2 0,-1-1-9 0,2 1 12 15,-2 2-1-15,0 0-1 0,1 3-4 0,3 1-1 16,-3 1 2-16,2-1 3 0,-3 3-3 0,3 0 2 0,-1 2-10 0,2-1-1 15,-1 1 9-15,-1 1-2 0,2 2 1 0,1 0-10 0,-2 5 11 16,2 0-6-16,0 2 7 0,2 2-1 0,-2 3-6 16,0-2-1-16,4 2-3 0,-3 1 11 0,2-1-9 15,-1 0 1-15,0 0 2 0,1 0-7 0,4 0 10 0,-3 0-8 16,-1 2 12-16,4-2-14 0,-1 1 6 0,-2 4 1 16,2-2-7-16,1 3 12 0,1 0-8 0,0 3 6 15,0 1-8-15,1 2 11 0,5 1-6 0,-4 4-3 0,4 2 6 16,-2 0-4-16,0 1-3 0,1 4 8 0,3 0-8 0,-5 3 3 15,3 0 7-15,-2 2 2 0,0 2-8 0,3-1 7 16,-1 2 5-16,-2-1-7 16,1 3 0-16,3 0 0 0,-3 0-10 0,0 4 5 0,1-3 0 0,0 1 5 0,-1 1-7 15,2 3 4-15,-3-3-2 0,1 2-2 0,1 2 7 16,1 2-2-16,-4 0-3 0,3 2-1 0,-2 1 1 16,1 2 11-16,0 3 8 0,-2 2 6 0,1 1 0 0,-3 2-5 15,1-1 10-15,-1 3-3 0,1 1 8 0,-2 1-15 16,3-1-5-16,-3 1-8 0,0 0 5 0,4 1-2 15,-4-3-2-15,1 5-3 0,1-3-6 16,0 1-5-16,0 0 8 0,4-3 5 0,-2 3-6 0,2-5 4 0,1 3-1 16,3-4-6-16,3-1 5 0,3 1 4 0,3-2-2 0,0 0-2 15,4 1-1-15,-2 1-6 0,6-1 11 0,0 1-4 16,1 4-4-16,1-1 4 0,-1 1-5 0,2 3-3 16,3-2 5-16,-3 0 4 0,0 3-8 0,-1 3 9 0,-1 0 0 15,1-3 0-15,-1 4-1 0,-3-1 2 0,-1 2-2 16,2 0-1-16,-3 0 4 15,-2-1-2-15,-2 1-2 0,-2 0 3 0,-1-1 3 0,0-1-2 0,-3 2-4 0,-3-2 2 16,-2 1-2-16,0-1-1 0,-1-3 3 0,-3 2-2 16,-1 0-1-16,2-1 3 0,-3-1 2 0,-1 2 1 15,1-1-3-15,-2-1 15 0,2 2 7 0,-2-2 0 0,0 0 10 16,0 0 6-16,0 1-3 0,1-1-4 0,-1 0 4 0,0 0-11 16,0 0-7-16,3 0 1 0,-3-1-1 0,0 1 0 15,4 0 7-15,-3-2 2 16,1 1-2-16,2-2-3 0,-1 1-2 0,1 2-2 0,-3-2-6 15,2 2-3-15,1-2-9 0,-3 0-20 0,2-1-30 0,1-1-33 0,-1 0-30 16,-1-2-45-16,0-2-79 0,-2 1-85 0,0-1-84 16,0 1-73-16</inkml:trace>
  <inkml:trace contextRef="#ctx0" brushRef="#br0" timeOffset="100605.8159">20723 4180 2236 0,'-17'-5'20'0,"-1"3"21"0,0-3 20 16,2 3 22-16,-5-4 28 0,-2 4 27 0,1-2 16 0,-2 3 37 0,6-1-9 0,0 2-7 0,3-1 6 15,0 0 4-15,7-2-25 0,1 2-11 0,-2-1-1 16,6 1-26-16,1 1-13 0,2-1-6 0,0 2-36 15,0-2-20-15,2 1-5 0,1 2-20 0,6 1-11 0,1 0-11 16,4 1 0-16,3 2-7 0,5 1 9 0,4 2-4 16,4 1-2-16,3 0 8 0,2 2 1 0,0 1 2 15,3-1-5 1,-1 2 1-16,0-2-1 0,2 1 3 0,-4 0 2 0,2 2-1 0,-3-1-5 0,-3 1-6 16,-2-4 9-16,-5 4-3 0,1-2 5 0,-6 2-6 0,-1-1 1 15,-3-2 10-15,-5 2-6 0,1-2 6 0,-5 4-1 16,-3 0 1-16,-3-2 1 0,-3 5 4 0,-3-2-4 15,-7 5-3-15,-3-2 0 0,-3 6-3 0,-7 1-17 16,-4 0-38-16,-5 3-59 0,-2 2-61 0,-5 2-68 16,-3 2-79-16,-3 1-80 0,-2-1-100 15,3 1-86-15</inkml:trace>
  <inkml:trace contextRef="#ctx0" brushRef="#br0" timeOffset="102143.7619">22200 4392 2915 0,'-10'-1'43'0,"1"-2"21"0,-4 3 13 15,2-4 33-15,9-4 12 0,-10 6 4 0,6-1 0 0,-1-1 3 16,7 3-49-16,3-2-16 0,7-1-14 0,7 4-28 0,5-4-13 16,5 3-7-16,8-3 5 0,3 0-6 0,8 0-9 15,0 0-52-15,1 4-61 0,-4-2-73 0,-4 4-77 16,1-2-58-16,-9 1-85 0,-2 2-72 0</inkml:trace>
  <inkml:trace contextRef="#ctx0" brushRef="#br0" timeOffset="102293.9228">22375 4592 2566 0,'-17'12'56'0,"-1"0"43"16,3-3 25-16,2-9 42 0,7 5 22 0,-2-5 22 0,-2 2 16 16,7-2 6-16,2-2-58 0,1 2-40 0,4-2-25 15,6-1-41-15,2 3-22 0,7-2-19 0,4-1-13 16,5 1-7-16,5 0-1 0,5-3 0 0,3 2-1 0,0-1-3 16,3 0-50-16,-1 0-24 0,0-1-57 0,-4 1-54 15,-4 1-62-15,-3 3-70 0,-5 0-68 0,-2 0-74 16,-4 2-42-16</inkml:trace>
  <inkml:trace contextRef="#ctx0" brushRef="#br0" timeOffset="105089.4278">23417 4316 618 0,'0'0'24'0,"4"1"17"16,0-1 17-16,-4 0 25 0,0 1 12 0,-4 1 13 16,4-2 32-16,0 0 11 0,0-2 2 0,0 1 10 15,4 0 6-15,-4-2-10 0,1 1-2 16,1-1-4-16,-1-2-16 0,1-2-3 0,0-1-16 16,-1-1-14-16,2-3-19 0,-1 0 8 0,1-2-5 15,-1-3-6-15,1 0-9 0,1-2 2 0,1 4-4 0,-2-2-5 0,1-2 7 0,-1 2-12 16,2 0 9-16,0 2-5 0,-4 1-9 0,5-1-7 15,-3 2-7-15,2 1-1 0,-3 3-13 0,1 2-13 16,-1 5-17-16,-1-2 7 0,-1 1 3 0,2 3-3 0,-1 4-8 16,1-1 1-16,0 5 1 0,1 2 6 0,6 3 5 15,-3 6-2-15,2 3-3 0,5 6 1 16,-2 2 16-16,0 4-12 0,2 0 3 0,-1 2-4 16,2 5-3-16,-2-2-1 0,-1-2 2 0,1 1-2 0,0-1-6 0,-2-1 6 15,0-5-4-15,-2 2-1 0,0-4 4 0,-2-4-9 0,0 0 3 16,-1-1 7-16,-3-4-5 0,-2-2 3 0,0-3 1 15,-4-1 4-15,1-3-1 0,-2 0 13 0,-4-3-12 0,1 0 1 16,-5-4 1-16,0 3-5 0,-4-2 16 0,0 0 13 16,-3-1 10-16,1-1 18 0,1-1 18 0,1-1 12 0,-2-1 24 15,3 0 20-15,4-1-4 16,2 1-3-16,-1-5-19 0,5 5-20 0,1-1-4 0,3 1-4 0,-1-1-29 16,3-1-26-16,2 1-10 0,-1-3-17 0,1 4 9 15,6-5-3-15,1 0-5 0,4-1-17 0,6-2-6 0,2 0-11 16,5-2-32-16,4 1-16 0,0-1-37 0,4-1-28 15,1 3-48-15,-5-2-32 0,4 2-22 0,-4 2-33 16,0 1-35-16,-3 0-44 0,-1 2-32 0,-1 0-52 16</inkml:trace>
  <inkml:trace contextRef="#ctx0" brushRef="#br0" timeOffset="105526.9902">24234 4006 1297 0,'-1'-5'19'16,"-1"5"30"-16,2-6 25 0,0 6 41 0,-3-3 24 0,0 3 30 15,3-1 26-15,-4 1 13 0,4 1-3 0,-3-1-10 0,2 4-28 16,-1-4-33-16,0 4-27 15,1 0-13-15,1 10-8 0,1 3 7 0,4 7-3 0,2 5-11 0,-1 7-1 16,1 8-7-16,3 5 8 0,1 6-14 0,2 3-20 16,0 0-17-16,-4 0-11 0,5 0-9 0,-1-1 5 15,3-1-3-15,-3-3-6 0,2-3-9 0,-4-4-46 0,2-3-22 16,-2-6-60-16,0-3-41 0,2-5-54 0,-4-5-45 16,-2-3-54-16,-3-8-54 0,6-3-6 0</inkml:trace>
  <inkml:trace contextRef="#ctx0" brushRef="#br0" timeOffset="105683.8626">24291 4632 1515 0,'-13'-21'38'0,"3"6"15"0,0 1 23 16,0 4 23-16,4 3 22 0,-3 0 11 0,4 6 6 15,2-1-6-15,3 2-36 0,0 0-12 0,8 3-21 16,2 2-24-16,2-1-20 0,6 3-8 16,7 1-4-16,3-1 4 0,5 0-7 0,5 1 2 15,5 1-1-15,-4-1 1 0,5 1-3 0,-1-2-6 0,0-2-20 0,-4 3-30 16,-1-1-33-16,-3 1-41 0,-8-2-47 0,-2 2-61 15,-1-3-45-15</inkml:trace>
  <inkml:trace contextRef="#ctx0" brushRef="#br0" timeOffset="111184.4043">24141 4579 259 0,'-3'1'14'0,"3"1"11"0,0-2 9 0,-2 0 17 0,2 0 17 0,2 0 15 15,-2 0 12-15,-2 0 18 0,2 0 7 0,0 0 4 16,0 0 18-16,-3 2-6 0,3-2-10 0,0 0 18 0,0 2 8 15,0-2-19-15,0 1-1 0,0 1 0 0,-2-2-6 16,1 1-11-16,-1-1 20 0,0 1-30 0,1 0-6 16,-1 0 6-16,1-1-13 0,-1 3 3 0,2-3-9 0,-3 0 4 15,3 0-21-15,0 0 0 16,0 0-14-16,3 0-3 0,-1 0-13 0,-1 0-13 0,4 0-9 0,2 0-10 0,4 0-3 16,3 0-2-16,8 0 3 0,-1-4-4 0,7 2 6 15,2-2-3-15,3 0-10 0,5-1-12 0,-2-1-43 0,2 1-32 16,0 0-64-16,-3 1-59 0,0 2-65 0,-2 0-78 15</inkml:trace>
  <inkml:trace contextRef="#ctx0" brushRef="#br0" timeOffset="112136.6006">25649 4055 1791 0,'-7'-18'18'15,"4"1"32"-15,-4 1 32 0,2-4 34 0,0 7 41 0,-5 2 45 16,-4 1 31-16,6 1 24 0,0 1-8 0,-2 4-7 16,0 0-17-16,0 4-27 0,4-1-33 0,-3 2-47 0,1 2-29 15,-4 4-24-15,-3 6-5 0,5 5-10 0,-4 6-2 16,1 4-12-16,-1 9 0 0,5 4 11 0,-1 8 0 15,4 3 3-15,4 4-6 0,-1 2-13 0,6-1-13 0,0 4 3 16,5-1 0-16,2-1-19 0,2-3 6 0,4-1-11 0,2-6-25 16,-1-1-28-16,5-5-45 15,3-4-48-15,-1-7-61 0,0-3-43 0,1-5-74 0,1-7-72 0,-3-3-42 16,2-7-54-16</inkml:trace>
  <inkml:trace contextRef="#ctx0" brushRef="#br0" timeOffset="112543.6385">25809 4412 2052 0,'-7'-14'21'0,"2"4"28"0,-1 1 24 0,9-3 37 0,-8 4 23 15,-1 3 23-15,6 1 8 0,0 1 6 0,0 1-24 16,0-1-33-16,5 3-15 0,-5 3-36 0,6-1-2 16,0 5 1-16,-1-2-4 0,3 4 8 0,3 4-2 0,-1-2 11 15,1 4-2-15,0 0-4 0,0 0-15 0,-5 2-22 16,3 2 1-16,-5 0-19 0,-3-2 7 15,3 3-5-15,-8 1 2 0,4 3 4 0,0-2-7 16,-5-1-2-16,4-1-2 0,-1 0-2 0,-2 0 2 0,1-2-2 0,1-1-1 0,1-4-9 16,-3-1 4-16,4-3 1 0,-1-1-3 0,1-3 5 15,0-1 2-15,0-1 3 0,0-3-3 0,1-3 3 16,3-1 7-16,-4-2-9 0,4-4 4 0,4-1 2 16,0-5-4-16,2-5 0 0,-1-3-3 0,2-2 1 0,-1-6 6 15,-1-1 11-15,0-3 10 0,-4 1 16 0,-2-1 18 16,1 2 26-16,-8 2 19 0,4 3 26 0,-3 4 23 0,-2 4-8 15,1 6 21-15,-2 2-9 0,-1 8-12 0,2-2-32 16,1 7-16-16,-1 0-22 0,2 0-36 0,-2 4-3 16,2-1-29-16,3 5-13 0,-2 2-10 0,2 3 10 0,-1 6-2 15,-1 0-8-15,4 6 0 0,-2 3 12 0,5 4-6 16,-4 0 8-16,7-1-41 0,-2 1-27 0,7-1-38 0,1-2-39 16,2-4-63-16,1 3-74 0,4-6-67 0,-4 0-79 15,5-6-29-15,-4 0-66 16,2-4-52-16</inkml:trace>
  <inkml:trace contextRef="#ctx0" brushRef="#br0" timeOffset="112715.4984">26234 4470 2589 0,'-3'1'45'16,"-2"-1"36"-16,0 2 32 15,2-4 40-15,3 6 12 0,-4-1 39 0,3-3 18 0,-2 0 3 0,2 0-41 0,2 0-40 16,2 0-28-16,-2 0-41 0,4 0-14 0,3 0-35 15,0-3-23-15,5 1-3 0,3-1-12 0,1 0-40 16,1-1-34-16,4-1-52 0,0 0-69 0,-5-2-74 0,0 7-91 16,-2-6-79-16,-1 0-89 0</inkml:trace>
  <inkml:trace contextRef="#ctx0" brushRef="#br0" timeOffset="112919.3349">26484 4113 2283 0,'-8'-13'41'0,"-1"4"36"0,1 1 41 0,5 1 30 16,-6-1 41-16,3 6 11 0,1 0 1 0,2 2-3 16,-4 0-39-16,7 7-38 0,0-3-39 0,0 4-24 0,3 4-33 0,1 0 3 0,0 9 10 15,1 2 4-15,3 6 0 0,1 0 6 0,-1 8-6 16,2 1-3-16,1-1-13 0,-3 5-7 0,2-2-14 0,-2 0 4 16,1 2-8-16,-1-3 1 0,0 0-41 0,-2-2-58 15,3-4-34-15,-2-4-67 0,-1 0-57 0,-3-5-73 0,2-5-63 16,0-7-84-16</inkml:trace>
  <inkml:trace contextRef="#ctx0" brushRef="#br0" timeOffset="113168.1353">26558 3980 2166 0,'-13'-32'23'0,"2"5"37"0,1 6 37 0,7 1 47 15,-4 3 21-15,0 7 17 0,2 3 2 0,4 4-1 16,-1 6-20-16,2-3-30 0,5 9-19 0,3-1-47 0,6 7-17 15,0 3-14-15,8 3 5 0,4 5 1 0,0 5 6 16,4 4-2-16,0 1-21 16,0 3 14-16,2-1-6 0,-2 6-1 0,0-3-4 0,-1 2-3 0,-3 0-11 0,-1 2-1 15,0-1 6-15,-5-1-14 0,-2 0 0 0,-3 0-4 16,-3 1-1-16,-3-3 0 0,-6 1 9 0,-1-3-9 16,-6 1 1-16,-2 1-1 0,-5-4-23 0,0 1-20 0,-6-6-49 15,1-1-59-15,-5-3-71 0,-1-2-75 0,-4-1-105 16,1-5-99-16</inkml:trace>
  <inkml:trace contextRef="#ctx0" brushRef="#br0" timeOffset="118984.5268">27402 4217 338 0,'0'0'19'0,"0"0"-1"16,0 0 9-16,0 0 13 0,0 0 15 0,0 0-3 0,0 0 17 16,0 0 9-16,0 0 1 0,0 0 5 0,0 0 15 15,0 0-7-15,0 0-7 16,0 0 19-16,0 0-5 0,0 0 0 0,0 0-2 0,0 0 7 0,0 0-10 0,0 0 8 15,0 0-2-15,0 0-1 0,0 0-3 0,0 0 6 16,0 0-1-16,0 0-13 0,0 0-3 0,0 0-3 16,0 0 0-16,0 0-13 0,0 0-10 0,0 0-11 0,0 0-2 15,0 0-6-15,0 0-7 0,0 0-14 0,0 0 2 16,0 11 1 0,0-11 19-16,0 0-7 0,0 0 11 15,0 0 2-15,3 140 5 0,0-100-5 0,-1 3 10 0,2 2-16 0,3 1-26 0,0-1-4 16,3 1-1-16,-4 0-2 0,4-4-8 0,1 0 10 0,-5-1-14 15,1-4 4-15,-1-3-1 0,-2-1 6 0,1-6-5 16,0-5-43-16,-2-2-27 0,0-6-68 0,-3-2-41 16,2-4-38-16,0-2-51 0,-4-3-74 0,2-6-78 0</inkml:trace>
  <inkml:trace contextRef="#ctx0" brushRef="#br0" timeOffset="119136.8914">27398 4754 1658 0,'-6'-4'26'16,"2"0"42"-16,4 0 23 0,-4-1 30 0,4 5 13 0,-1 0 22 15,1 0 14-15,-2 0-5 0,4 0-19 0,-1 2-26 16,4-2-6-16,4 0-15 0,-1 2-11 0,5-2-22 0,4 0-16 16,5 1 14-16,-2-2-17 0,6 1-10 15,1 0-23-15,2 0-9 0,1-2-5 16,0 0-35-16,0 2-40 0,0 0-76 0,-2 0-56 0,-1 0-84 0,-3 0-88 16</inkml:trace>
  <inkml:trace contextRef="#ctx0" brushRef="#br0" timeOffset="120836.3259">27296 4826 588 0,'2'0'23'0,"-4"0"6"0,0 0 13 0,1 0 9 0,-1-1 15 16,-3 0 8-16,2-2 14 0,0 3 14 0,-5 0-16 15,5 3 14-15,-2-6-3 16,0 3-5-16,2 0-12 0,0 0-2 0,1 0-15 16,1 0-13-16,1 0-6 0,0 0-22 0,-3 0-6 0,6 0-5 0,-3 0-6 0,0 0 0 15,0 0-1-15,1 0-1 0,3 0 0 0,-3 0-2 16,6 0-2-16,-2 0 1 0,5-2 4 0,3 0-3 15,6 1-4-15,2-3-11 0,2 3-34 0,4-1-23 0,0-2-36 0,3-1-30 16,2 2-43-16</inkml:trace>
  <inkml:trace contextRef="#ctx0" brushRef="#br0" timeOffset="146371.9095">16544 5115 3226 0,'-3'6'47'0,"-3"1"49"15,2-2 26-15,-3-2 30 0,7-1 17 0,-3-2 8 16,-1 0 6-16,4 0 0 0,2 0-44 15,4 0-52-15,4-4-25 0,2 2-29 0,7-1-13 0,6 0-8 0,1 1-9 16,10-3 3-16,2 0-8 0,3 1 9 0,0 1-24 0,-3-1-62 16,0 1-61-16,0-2-63 0,-8 2-66 0,-3 3-74 15,-3 0-69-15,-4 0-75 0,-7 0-61 0</inkml:trace>
  <inkml:trace contextRef="#ctx0" brushRef="#br0" timeOffset="146514.9586">16776 5236 1471 0,'-9'6'40'0,"1"-1"35"15,8-3 27-15,-3-1 19 0,3-1 15 0,0 0 14 16,-2 2-1-16,2 0 4 0,2-4-41 0,1 0-31 0,2 1-28 16,4-1-19-16,1-3-14 0,3 5-14 0,4-5 0 15,1 0-8-15,2 1 10 0,3-1-26 0,-2 3-40 0,-2-1-51 16,2 1-54-16,-4 2-77 0,2-3-64 0</inkml:trace>
  <inkml:trace contextRef="#ctx0" brushRef="#br0" timeOffset="153566.7773">23265 4388 447 0,'6'0'-45'0,"-3"3"71"0,1-2-50 16,-4 0 19-16,5 2 3 0,-2-3 22 0,0 2 11 15,-1 0 18-15,1 1 43 0,-2-3-51 0,4 0 66 0,-4 2-1 16,-2 0 17-16,1-1-6 0,-3-1 19 0,1 2 3 15,-1-4 29-15,2 2-4 16,-1 2-4-16,-1-2-8 0,1-2-14 0,-3 2-12 0,2-3-25 16,-2 3-15-16,-1-2-24 0,3-1-21 0,-2-1-7 0,2 3-5 0,0-3-7 15,1 1-5-15,1-1-1 0,1 1-10 0,0-2-9 0,1 3 8 16,1-4-7-16,1 2-4 0,2-1 0 0,-2 0-1 16,6 0-5-16,-2-2 7 0,1 3 5 0,1-2-7 15,0 2 2-15,3-3 2 0,-4 3 2 0,3 0 2 0,-5 2-4 16,0 0 2-16,-1 1-4 15,0 0 7-15,-1 1-11 0,0 0 1 0,-4 1-2 0,0 0 2 16,0 3 4-16,0-4-3 0,0 4 4 0,-4 0-2 16,3-1 8-16,-2 1-2 0,0-2 7 0,0 4-4 15,-1-3 1-15,0 3 1 0,-1-2-8 0,2-1 5 0,-1-1 2 16,3 1-1-16,-2-3-1 0,1 0-3 0,2 0 2 16,2 0 5-16,-2-2 8 0,3 2 8 0,-2-1 1 0,-1 0 10 15,0 1 1-15,4-1 5 0,-4-1-1 0,3-1-6 16,-2 1-1-16,3-1-9 0,0-1-6 0,0-1-8 15,-1 0-4-15,3 2 4 0,-5-1-3 0,4 4-6 0,-3-1 2 0,-1-1-1 0,1 2-1 16,-4 0 6-16,2 2-2 0,-1-2-9 0,1 1-1 16,-2-1 3-16,1 3 4 0,1-2-2 0,-4 2 10 0,3 1-15 15,-4 0 7-15,1 2 5 0,-3-3 5 0,2 2 8 16,1-1-5-16,-4-1 21 0,2-1 9 0,-1 2 13 16,2-3 7-16,0-1 20 0,2 0 11 0,-1-1 6 0,1-1 6 15,1 0-24-15,1 0-17 16,1-3-5-16,0-1-10 0,0-1-23 0,1 0-10 0,2-1-15 0,3-3-10 0,-3 1 11 15,6-1-4-15,-1 3-2 0,1-1 2 0,-3 1-6 16,2 1 1-16,0 2 10 0,1 0-9 0,-2 3-4 0,-1-1 6 16,1 0-3-16,-4 3-4 0,3 1 9 0,-1 1-10 15,-4 1-5-15,4-1 10 0,-2 3 0 0,-3 2-3 16,3-2 6-16,-3 3 7 0,0 1-13 0,0-2 6 16,-3 1 6-16,0-1-6 15,0 0 0-15,0 0 6 0,-1-2 1 0,-1-2-9 0,0 1 21 0,1-3-4 0,1-1 15 16,3 0 25-16,-1-1 18 0,1-1 3 0,-2 2-4 0,0-2 16 15,1-2-8-15,1 0 3 0,-3-3-16 0,3 0-24 16,0-3-17-16,0 0-8 0,0-1-4 0,0-1-12 16,4 2 0-16,0-2-2 0,0 2-8 0,1 0 3 0,3 5-2 15,-2-2 2-15,2 3 0 0,-1 2 4 0,-1-1-1 16,2 3-8-16,-2 2 2 16,0 0 5-16,1 1-5 0,-4 1-1 0,3 2 10 0,-1 1-3 0,0 3-1 0,-4-2 7 15,-1 3 1-15,0-1-5 0,-1 1 4 0,-3-1 2 16,-2 2-3-16,0-2-2 0,-4-3-1 0,4 4-2 15,-4-5 1-15,3 0 3 0,-3 0 7 0,4-2 0 0,-1 0-4 16,2-2 23-16,1-2 4 0,-1 0 13 0,2-2 11 16,2 1 0-16,-3-3 4 0,3 1-2 15,-2-3 6-15,3 0-23 0,-4 0-2 0,4-5-10 16,0 4-15-16,4-3-7 0,-3-2-5 0,2 0-3 0,2 3-8 0,2-1 4 16,-1 2 2-16,2-2-2 0,-2 6 2 0,4-3 1 0,-5 4-1 15,4-1-1-15,-3 0-1 0,0 2 7 0,1 2-10 16,0 2-1-16,-2-1 2 0,0 2 0 0,0 1-5 0,0 3 1 15,-4 0 1-15,3 3-4 0,-3 0 4 0,-1-1-2 16,-3 4 0-16,-3-1 3 0,1-1 4 0,-3 2 5 16,-1-1-3-16,0-1 7 0,-2-2 0 15,-1 1 3-15,2-4 5 0,2 0-6 0,-1-2-1 0,-1-1 1 0,2-3 8 16,0 0-10-16,-2 0 5 0,3-3-2 0,-1-1 9 16,2-4 6-16,-3 2 3 0,4-5 2 0,-2 2-6 0,6-3 4 15,-4-1-5-15,3-2 4 0,2 0-10 0,2-1-6 16,3-1 1-16,1-2-11 0,1 2 4 0,3 3-5 0,3-1 3 15,-3 2-9-15,4 0 0 0,-1 5 1 0,-3 0 1 16,3 4 4-16,-3 0-3 16,2 2 0-16,-4 1 4 0,4 2 8 0,-3 1-15 0,0 2 9 0,-1 0-9 0,-1 4 1 15,-1 0-3-15,-2 1 9 0,0 3-15 0,-4 2-9 16,0 2 7-16,-5 0-7 0,-4 1-4 0,2 0-8 0,-2 0-9 16,-7 0 0-16,3 0 9 0,-4-3 7 0,4-1 7 15,0 0 4-15,-1-2 4 0,-2-1 11 0,6-2 6 16,-2-2 4-16,3-3-6 0,0 1 8 0,-1-4-5 0,3-2 1 15,-2-2 8-15,5 0-5 16,-4 0 15-16,3-3-2 0,0-1 18 0,-3-1-2 0,5-2 7 0,-2 2-2 0,0-3 2 16,4 0 4-16,-1-2-5 0,2 2-4 0,0-1-12 15,0 1-2-15,3-1 0 0,1 0-1 0,2 4-9 16,-3-2 5-16,5-1-6 0,-3 4-8 0,3-1 5 0,0 3-2 16,2-2-5-16,0 1 2 0,0 1 0 0,1 2-6 0,1 0 4 15,2 0 4-15,-2 2-2 0,1 2-6 16,2 2 4-16,0 2 5 0,0 2 4 15,1 3 0-15,0 2-1 0,0 3 6 0,3 1 6 0,-2 2 3 0,-1 4-7 16,-1 1-5-16,1 0 0 0,-2 2 2 0,2 0-1 0,-5 0-8 16,2 1 0-16,-3 1-1 0,0-1 8 0,-3 1-2 15,-1 0 2-15,-2 1-9 16,0 0-8-16,-2 0 14 0,-2 0-10 0,0-1 7 16,-3-1-12-16,0 0 3 0,-6 0-5 0,1-3 11 0,-1 1 11 15,0-3-10-15,-3-1-1 0,-2 1-7 0,2-4 12 0,-2-2-5 16,-2-1 8-16,-3-2-6 0,1-3 0 0,-2 0-4 0,1-3 7 0,1-2-2 15,-4-1-1-15,4-3-2 0,0-3 0 0,1-1-2 16,1-3-2-16,-2 0 13 0,6-3-6 0,-2 0 12 16,1-4-5-16,0 2 12 0,7-1-2 0,-2 2 4 0,5-2-4 15,-2 1 3-15,3 1 1 0,2 1-11 0,2 1 2 16,1 0-8-16,-1 2-2 0,4-1 4 16,-1 2-3-16,0-1-16 0,4 3 8 0,-3 1 4 15,2 1-6-15,5-1-2 0,-4 4 3 0,4 2-3 0,3 0 8 0,0 4-3 16,3 0-2-16,3 4-3 0,-1 2 8 0,1 0 1 0,3 4-5 15,0 0 4-15,3 0-8 0,1 1 8 0,-1 0 3 16,2-2-9-16,0 2 1 0,2-3-3 0,1-2 2 0,-1-2 4 0,-1-3 1 16,-1-2-1-1,4 1-4-15,-8-4 10 0,1-3-3 0,-1 0 6 0,-2-2 0 0,-2 0-4 0,-4-4 8 0,-2-3-4 16,0 1-5-16,-2-4 3 0,-2-1 1 0,2-2-21 0,-6-2-22 16,-2-1-29-16,3-1-40 0,-4 0-29 0,-2-1-31 15,1 0-45-15,-3 3-50 0,1-1-33 0,-2 0-37 16,-2 2-36-16,-3 3-51 0,0 1-33 0,5 0-42 0</inkml:trace>
  <inkml:trace contextRef="#ctx0" brushRef="#br0" timeOffset="174012.3404">28390 4405 387 0,'0'0'27'0,"0"0"7"16,0 0 10-16,0 0 7 0,0 0 13 0,1 12 19 0,-1-12 11 16,0 0 8-16,0 0-11 0,0 0-2 0,0 0 1 15,0 0 6-15,0 0-5 0,0 0-10 0,0 0-3 0,0 0-9 16,0 0-15-16,0 0-1 16,0 0-8-16,0 0-2 0,0 0 5 0,0 0 10 0,0 0 0 0,0 0 6 0,0 0 19 15,0 0 10-15,0 0 22 0,0 0-6 0,0 0-7 16,0 0-16-16,0 0-12 0,0 0 11 0,0 0-17 0,0 0-10 0,22-43-19 15,-15 28 3-15,-2-2 15 0,4 0 2 0,-3 0 6 16,1 1-11-16,-3-1 3 0,3 0-3 0,-1 2 4 0,0 0 1 0,-3 1-13 16,4 0-1-1,-4 3 5-15,0 2-9 0,2-1-2 0,-2 3 1 0,-2-2-15 16,1 5-8-16,-2 0-4 0,2 0-8 0,-2 3-16 0,0-1 5 0,0 2-14 0,0 3 2 16,1 1 5-16,-1 1-1 15,3 7-4-15,1 3 2 0,-1 2 9 0,3 5 1 0,2 7 12 0,-5 3-3 0,3 3 2 16,-2 1 0-16,-1 3-2 0,0-2 7 0,0 1-5 0,2 3-4 15,-5-4-2-15,0-1 4 0,0-2 0 0,0 0-3 16,3-4 2-16,-3-2-9 0,0-1 11 0,0-5-3 0,-3-1 11 16,3-2-11-16,-5-4-4 0,4-1 3 0,-4-1 2 15,2-4 1-15,-4 1 4 0,1-1 1 16,-2-4-8-16,-1 2 6 0,-3-1 12 0,0-2 6 16,-1 1 9-16,-2-2 8 0,-1 0 7 0,-3-2 20 0,3-1 14 15,0 0 6-15,0-1 12 0,1-2 12 0,2 0 6 0,0-2 3 0,5 5 6 0,2-2-3 16,1 0-12-16,2 2 3 0,3-2-16 0,0 1-31 15,1-1-11-15,1 1-4 0,1 0-30 0,4-1-17 0,-1 1 3 16,8 1-20-16,2-3 9 0,4-1 4 0,6 3 2 16,2-4-6-16,4 3 7 0,3-4 3 0,-4 2-27 15,2 0-38-15,-1-1-59 16,0 2-47-16,-7-2-80 0,2 2-64 0,-6-1-81 0,-3 4-88 0,0-2-71 0,-2-1-42 16</inkml:trace>
  <inkml:trace contextRef="#ctx0" brushRef="#br0" timeOffset="176199.9097">29017 4485 1395 0,'0'0'41'0,"-2"0"19"0,2-2 28 0,2 2 17 0,-4 2 3 15,-1-1 2-15,2 1-2 0,-3-1 3 0,4 2-43 0,-1-3-21 16,1 5-29-16,1-2 2 0,-2 4 26 0,1 2 1 15,0 3 3-15,1 1-5 0,-1 1 0 0,4 3 6 16,-3 1 0-16,2 0-10 0,2-1-26 0,2-2-2 0,2 0-2 16,-1-3 7-16,0 0 2 15,2-3 4-15,0-2 8 0,0-2-16 0,0 2 5 0,0-6 8 0,0 1 6 0,-4 0 27 16,7-4 9-16,-5 0 3 0,1-3-2 0,2-2 14 16,0-1 0-16,1-4 5 0,-2-2 6 15,0-1-21-15,0-2-7 0,0-2-12 0,0-1-3 0,-3 0 6 0,-3-1 4 0,2 2 1 16,-3 0-3-16,1 2-2 15,-3 0 1-15,1 2 13 0,-4 2-1 0,4 3-17 16,-5 2-9-16,1 1-5 0,0 3-20 0,2 3-8 0,0-2-7 16,0 6-13-16,-3-1 3 0,6 4 1 0,-3 0-10 0,5 6 0 0,2 8 7 0,-2 0 1 15,5 8 2-15,2 4 2 0,0 8-1 0,2 4-3 16,2 1-4-16,5 2-14 0,-2 4 0 0,-2 0-14 16,5 2 0-16,0-2-5 0,-2 0-6 15,2-1-2-15,-4-1 13 0,0-1 4 0,-2-2 7 0,-4-2 13 0,1-3-3 16,-7-4 9-16,-3-2 4 0,-3-1 7 0,-3-5 3 0,-8-1-3 15,2-4 10-15,-7-1 19 16,-3-4 17-16,-5-1 14 0,-1-2 29 0,-2-3 11 0,-4-1 14 0,1-3 20 0,-5-1 11 16,0-3-5-16,0-3 16 0,-1-4-22 0,2-4-28 0,1-3-12 15,3-5-8-15,0-4-21 16,3-3-22-16,4-5-12 0,1-3-25 0,6-3 1 16,-1 0-1-16,7-4-3 0,3-1-4 0,7-4-4 0,7 0 2 0,3-2-8 0,10-1 0 0,3-2-1 15,7 3-7-15,9-3-5 0,0 2-15 16,8 5-14-16,3 1-24 15,2 2-40-15,1 2-49 0,3 2-42 0,-5 4-43 0,1 1-57 0,-5 2-64 0,-3 4-66 16,-6 4-62-16,-3 2-59 0</inkml:trace>
  <inkml:trace contextRef="#ctx0" brushRef="#br0" timeOffset="178212.6561">23474 5879 417 0,'0'-1'11'16,"0"-1"22"-16,0 2 15 0,0 0 8 0,0 0 9 15,0 0 16-15,-2 2 5 0,2-2 12 16,-1 1-4-16,1 1-8 0,-3-1-8 0,3-1-6 16,-2 0 6-16,2 1 4 0,-2 0 9 0,2 1-7 0,0-2-6 15,0 0 3-15,0 0 14 0,-1 2 6 0,1-1-12 16,0-2 3-16,0 1-5 0,0 0 11 0,0 0 8 0,-2 0-6 0,4 0-14 0,-2 0-1 16,0 0 2-16,0 0-15 0,-2 1-10 0,2-1-16 15,0 0-7-15,0 0-11 16,0 0-8-16,0 0-2 0,0 0-4 0,-2 0-9 0,2 0 0 0,0 2-2 15,0-2-3-15,2 0 6 0,-4 2-1 0,2 0-5 0,0-1 1 16,0-1-4-16,0 0-4 0,2 2 5 0,-4-2-3 16,2 2-4-16,2-2 3 0,-2 3 1 0,0 6-1 0,0-1 3 15,2 4 6-15,-1 3 0 0,1 4 2 0,0 5 2 16,1 1 1-16,3 4 30 0,2 4 10 16,0 1 7-16,1 3-9 0,2 1-7 0,-1 1 11 15,3 2-3-15,1 0 4 0,-5-2-40 0,5-1-8 0,-4-1-4 0,-1-4 15 16,0-1-8-16,0-3-1 0,-5-2 2 0,1-5-9 15,-2-3-25-15,2-3-40 0,-3-4-46 16,2-1-54-16,-6-4-50 0,0 0-81 0,0-3-86 16</inkml:trace>
  <inkml:trace contextRef="#ctx0" brushRef="#br0" timeOffset="178386.2205">23257 6365 1904 0,'-3'0'24'0,"0"0"17"0,1-2 9 0,9 1 12 15,-6-1 28-15,4 4 32 16,3-4 12-16,5 2 8 0,4-3-12 0,4 1-15 0,9 0-11 0,1-2-15 16,4 1-25-16,7-2-31 0,0 5-13 0,2-5-5 0,-1 5-13 15,2-2-7-15,-4 2-38 16,-2 2-49-16,-1 0-64 0,-4 1-60 0,-4-1-74 0,-3 1-76 0</inkml:trace>
  <inkml:trace contextRef="#ctx0" brushRef="#br0" timeOffset="180512.1752">24248 6186 979 0,'0'-2'14'0,"-1"-1"27"0,-1-2 15 16,2 0 37-16,-2 4 16 0,1-3 27 0,-3 0 29 16,0 1 17-16,3 1 8 0,-4-1-16 15,3 3-2-15,1-2-18 0,-3 0-7 0,1 1-28 0,-2 1-35 0,4 0-13 16,-4 0-27-16,2 3-12 15,-2-1-10-15,1 1-23 0,-1 6-8 0,-2 1 7 16,0 0 8-16,-3 9-1 0,1 1 6 0,-1 4 4 0,2 5-4 0,4 0 4 0,-1 5-2 0,3 0-3 16,4 0 0-16,1-1 2 0,5-1 2 0,3 0-3 0,0-4 6 15,2-4 3-15,2-2 12 0,1-2-7 0,3-4 5 16,0-3-8 0,0-1 3-16,2-4 9 0,-1-2-11 0,-1-3 10 0,0-1 7 0,0-4 21 15,-1-3 10-15,-5 0 11 0,4-4-2 0,-8-4 10 0,4-2 20 16,-5-3-9-16,0-2-10 0,-2-4-10 15,-3-1-12-15,0-3-1 0,-5-1-7 0,1-1-15 16,-7-3-14-16,2 3 1 0,-4-3-14 0,1 4 1 0,-5-1-13 16,1 1-1-16,-3 5-3 0,2-2-7 0,-2 6 1 15,3-1-2-15,-1 4-19 0,1 0-48 0,4 7-9 0,0 1-57 16,2 1-59-16,-1 4-64 0,3 3-72 0,0 2-76 0,0 3-53 0</inkml:trace>
  <inkml:trace contextRef="#ctx0" brushRef="#br0" timeOffset="180778.1012">24931 6125 3002 0,'-5'-2'39'0,"1"0"19"0,-4 0 8 15,-1 3 24-15,10-1 12 0,-11 0 4 0,6 0 0 16,0 3-5-16,3 1-36 0,1 4-17 16,3 5 8-16,0 5-27 0,4 2-7 0,-1 10-4 0,6 0 0 0,0 7 5 15,2 4 0-15,0 0-3 0,3 1-8 0,-2-2-7 16,2-1-7-16,-3-1-53 0,4-4-36 16,-2-2-61-16,-2-1-71 0,-5-3-71 0,1-2-78 0,-3-4-65 0</inkml:trace>
  <inkml:trace contextRef="#ctx0" brushRef="#br0" timeOffset="180953.2634">24910 6522 1927 0,'-17'-15'43'0,"0"3"47"16,4 0 41-16,0 0 33 0,3 3 30 0,0 4 32 0,4-2 10 0,1 2 1 16,5 1-46-16,3 1-43 0,5-3-39 0,3-1-40 0,10 0-23 15,2-2-33-15,7-1-16 16,7 3 3-16,1-3 1 0,6 2-38 0,0 0-35 0,3 0-42 15,-4 3-56-15,-1 0-49 0,-2 0-65 0,-3 5-67 16,-4-2-76-16</inkml:trace>
  <inkml:trace contextRef="#ctx0" brushRef="#br0" timeOffset="201668.1847">25658 6539 1746 0,'0'3'22'15,"2"-1"38"1,-4-1 25-16,1-4 20 0,4 3 14 0,-5-3 22 0,4-1 10 0,-2-3 3 0,2-3-16 15,1-1-30-15,3-3-22 0,-3-1-19 0,3-3-10 0,1-1-11 16,-1-1-1-16,5 1 7 0,-5-1-8 0,4 0 2 16,1-1 4-16,-5 1 23 0,2 2 11 0,0 2-1 0,0-1-2 15,-3 1-8-15,-1 6 10 16,3-2 9-16,-4 5-5 0,0 2-22 0,-3 1-13 16,0 1-21-16,0 3-6 0,5 0-4 0,-10 0-13 0,5 2-21 15,0 0-3-15,0 4 1 0,5 2 0 0,-5 3 9 16,3 3-3-16,2 5 13 0,-1 4-4 0,5 3 10 0,-1 3-9 15,2 2 4-15,-2 1 4 0,0-1-8 0,3 1 4 16,-3-1-8-16,0-4 10 0,1 0-6 0,-2-1 4 0,-1-2-5 16,-3-2-5-16,1-1 7 0,-3-1 0 0,-1-2 3 15,-1-2-8-15,-3 1 1 0,0 0 4 0,-5-3-1 0,0 1 3 16,-3-1-3-16,0-2 2 0,-3 2-3 0,2-5 9 0,-3 0-9 16,0-1 1-16,1-1 3 0,-1 0-1 0,-5-2 16 0,7-3 15 15,-2 2 12-15,1-1 21 0,2-2 13 0,1 0 13 16,5 0 4-16,1-1 6 0,1 0-5 0,0-1-13 0,3 1-2 15,2 0-22-15,0 0-9 0,2 0-9 0,0 0-12 16,-1 0-6-16,4 0-9 0,-2 0-3 0,9 0-4 0,0 1-9 16,2-1 9-16,7-1 0 15,2 0-3-15,6 0-5 0,2-2 3 0,1-1-4 0,1 2-5 0,0-3 6 16,1 0-8-16,-3 1 2 0,-2 0 5 0,-1 0-2 16,-3-1-43-16,0 0-25 0,-5 0-42 0,-3-2-53 0,-3 6-57 15,-1-5-77-15,-4 3-74 0,-2 1-62 0,-1 1-36 16,-5-2-64-16</inkml:trace>
  <inkml:trace contextRef="#ctx0" brushRef="#br0" timeOffset="203546.9182">26486 6220 1635 0,'0'-3'20'0,"-4"-1"31"0,2-6 31 0,2 6 39 16,-3-1 38-16,0 2 30 0,0 0 31 0,-2 1 15 15,0 0-3-15,0 2 0 16,3 0-32-16,-3 2-33 0,2-2-40 0,-1 0-27 0,4 2-37 16,-3 1-14-16,1 1-15 0,1 4-31 0,-2 9 1 0,-1 0 9 0,-3 12 9 0,1 3-4 15,1 6 14-15,-2 7-6 0,2 2-1 0,5-1-1 16,0 4 3-16,4-3-17 0,2 1-4 0,4-4-2 0,0-3-3 16,7 0-24-16,-2-1-56 0,3-8-50 0,1 0-56 15,1-4-66-15,-1-5-83 0,2-3-68 0,-1-5-80 16</inkml:trace>
  <inkml:trace contextRef="#ctx0" brushRef="#br0" timeOffset="203949.6846">26713 6607 1780 0,'-4'-17'32'0,"1"1"34"0,0 2 39 0,3-2 40 16,-2 4 38-16,-4 4 23 0,5 1 9 0,-1 3-1 15,2 2-27-15,0 2-44 16,0 0-34-16,2 1-42 0,1 2-29 0,1-1-30 0,3 3-10 15,1 2 6-15,3 3-1 0,0 0 13 0,0 4-5 0,1 1 7 0,0 2-2 0,-3 0-1 16,0 0 7-16,-2 3-9 0,-2-1-2 16,-2 2-2-16,-2 1-3 0,1-3-1 0,-2 1-9 0,-2-1 8 15,1-2-4-15,-1 0 8 0,1-3-10 0,-3-2-1 16,4-4 11-16,0 0-3 0,-1-4-2 0,1 1 20 0,0-3 9 16,0-2 35-16,0-2 26 15,1 0 7-15,-1-1-12 0,4-5 1 0,-1-4 3 16,2-2-22-16,4-6-11 0,-3-1-35 0,1-5-23 0,2-3-2 0,-2-3 2 0,3-2-1 15,-5 2 7-15,0 1 3 0,-2 2 20 0,-3 0 22 16,4 4 15-16,-8 4 44 0,4 5 16 0,-4 6 8 0,0 3 3 16,3 1-7-16,-6 4-22 0,6 2-23 0,-5 2-17 15,3 3-46-15,3 0-15 0,-4 2-5 0,4 3-6 16,-3 4-1-16,1 1 4 0,-1 7-2 0,2-1 11 0,1 4-7 16,0 1 4-16,0 1-4 15,3 2-8-15,3-5 8 0,1 1-33 0,7-3-45 0,-5-1-64 0,8-1-55 16,-2-4-66-16,2-2-84 0,1-2-61 0,-1-4-98 0,2-1-66 15</inkml:trace>
  <inkml:trace contextRef="#ctx0" brushRef="#br0" timeOffset="204107.8266">27163 6493 2306 0,'-2'-5'38'0,"1"2"34"0,-3 1 38 0,8-3 28 0,-4 3 24 16,-4 0 20-16,4 2-3 0,0-3 1 0,4 3-32 15,-4-1-38-15,5 0-38 0,-1-2-27 0,1-1-25 0,3 2-22 16,1-1-32-16,3 0-45 0,-3-2-62 0,5 3-60 16,-3 0-94-16,2 2-84 0</inkml:trace>
  <inkml:trace contextRef="#ctx0" brushRef="#br0" timeOffset="204355.3199">27378 6200 1881 0,'-3'-1'44'0,"-1"-3"37"0,0 3 50 0,-2-2 40 15,4 0 27-15,1 6 21 0,-4-6 22 0,2 6 5 16,1-3-43-16,-1 0-38 0,3 4-54 0,0-3-38 16,1 3-31-16,3-1-19 0,-1 7-20 0,2 0-6 0,1 4 1 0,1 3-1 0,2 4 6 15,-1 3 2-15,2 3 2 0,-2 0-1 0,0 2-2 16,2 2 1-16,1 1 1 0,-2 1 2 0,-4 0-4 0,4 0-4 15,-2 1 6-15,-1-1-9 0,1 0 5 0,-1-2-2 16,2 0-4-16,-2-4-1 0,2 1 7 0,0-3 0 16,0-3-10-16,0-3-51 0,-2-2-48 0,2-3-47 0,-2-4-56 15,0-1-53-15,-2-4-88 0,-3-4-82 0</inkml:trace>
  <inkml:trace contextRef="#ctx0" brushRef="#br0" timeOffset="204656.1482">27478 5990 2120 0,'-7'-12'37'0,"2"3"39"16,1 1 32-16,0 5 46 0,4-4 18 0,0 2 15 16,-2 3 14-16,0 0-9 0,1 2-31 0,2 4-45 15,3-1-19-15,8 5-37 0,1 1-13 0,5 3-11 0,7 5-13 16,4 5 11-16,3 4-11 15,2 4 13-15,1 1-16 0,2 5-6 0,-4 0 1 0,0 4-6 16,0 0 2-16,-3 2-1 0,-3-2 7 0,-2 1-9 0,2-2 7 0,-5 0-7 0,0 0 2 16,-6-1 1-16,-2-1-1 0,-1-4-5 0,-5 1 0 15,-5 0 3-15,-1-2-5 0,-7 0 1 0,-1-1-4 0,-9 0 6 16,0-1-9-16,-6-2-17 0,0-1-50 0,-4 1-42 16,-2-3-52-16,-3 1-56 0,-1-2-73 0,-1-1-96 15,-1-4-76-15</inkml:trace>
  <inkml:trace contextRef="#ctx0" brushRef="#br0" timeOffset="205152.6756">27146 6469 917 0,'-2'1'20'16,"1"-1"31"-16,1 1 19 0,-4 2 38 0,0-3 7 0,2 0 34 0,-1 0 19 15,3 2 5-15,-4-2 1 0,3 0-13 0,-5 2-10 0,6-2-24 16,2 0-2-16,-2-2-30 0,0 0-8 0,1 2-6 15,3 0-15-15,-2 0-12 0,0 0-16 0,1 0-8 0,2 0 4 16,1 4 24-16,5-4-5 0,0 1 3 0,2-2-3 16,4 1 2-16,-1-4 8 15,6 1-7-15,-1 1-8 0,-4-1-34 0,0-2 0 0,2 1-1 16,-6 1-2-16,-2-1-14 0,2 1-32 0,-5-2-41 0,0 3-43 0,-2 2-53 0,-2-2-80 16,-4 2-67-16,0 0-74 0</inkml:trace>
  <inkml:trace contextRef="#ctx0" brushRef="#br0" timeOffset="221584.0963">17271 4962 1351 0,'-3'4'19'16,"0"-8"41"-16,3 1 11 0,0 3 34 0,-2 0 13 16,2 0 30-16,0 0 18 15,-1 2 17-15,-1-4-7 0,4 4-28 0,-2-2-2 0,1 0-24 0,-1 0 13 16,-1 0-30-16,1 1-1 0,-2-1-12 0,4 0 16 0,-4 0-1 15,2 2-2-15,0-4 2 0,0 2-29 0,0-3 0 16,2 3-11-16,-1-6-10 0,2-2-32 0,2 1-7 0,0-3-6 16,3-2-14-16,3-3-3 0,-1-2 5 0,2 0-10 15,1 0 12-15,-4 0 4 16,4-2 3-16,0 2 16 0,-7 1 12 0,3 1 7 16,-2 3-5-16,-3 1 15 0,0 2-12 0,-4 4 2 0,1 0-9 0,-1 3-15 0,0 0-9 15,0 2-13-15,-1 0 7 0,1 2-22 0,0-1 10 16,1 1-3-16,-1 3 0 0,2 4-5 0,1 2 3 0,-3 2 10 15,7 4-3-15,-3 3 8 0,1 4-7 0,-4 1 6 16,4 0-2-16,1 2 7 0,-4 2-5 0,7 0 4 16,-4 0-4-16,-2-2 7 0,0 0-9 15,4 2-2-15,-1-3 6 0,-1 1-6 0,1-5 7 16,-1-1-7-16,3 2 6 0,-3-4-9 0,1 0 15 0,0-5-5 0,-4 1-4 0,-1-3 1 16,1-2-2-16,-1-1 4 0,-2-1-1 0,-1-1 4 15,-1-2 0-15,0 0 3 0,-3 2-8 0,0-4 10 0,-1 1-9 16,-3 1 0-16,-2-1-1 0,-1 0 0 0,-1 2 3 15,1-3 0-15,-4 1 7 0,4-1 2 16,-1 0 15-16,2-1 11 0,0 0 9 0,2-2 13 0,2 0 3 0,1 0 18 16,5 0 16-16,-2 0-1 15,2 0-1-15,4 0-16 0,-1 0-7 0,2 0-20 0,1 0-11 0,-3 0-23 0,6 0-7 16,2 0-4-16,5 0-13 0,2-2 4 0,5-1-7 16,2-1 14-16,3-1-7 0,2 2 4 0,0-1-6 0,-2-1-13 15,3-3 12-15,-4 4-1 0,-2-1-14 0,3 1-40 16,-4 0-40-16,-8-1-34 0,3 1-42 0,-4-1-50 15,-3 2-64-15,-1 1-57 0,-6 0-53 0,-1 2-41 0,-4 0-22 16,-1 0-29-16</inkml:trace>
  <inkml:trace contextRef="#ctx0" brushRef="#br0" timeOffset="236043.1571">10561 16623 751 0,'-3'0'14'15,"0"1"-4"-15,-2 4 9 0,-1-2 5 0,-2 0 15 16,0 2 5-16,0-1 11 16,-1 1 15-16,1-2 3 0,1 1 12 0,3 1 1 0,-1-5 13 15,2 4-6-15,0-3-2 0,1-1-3 0,2 2-12 0,0-1-12 0,2-1-13 16,-2 0-8-16,0 0-23 0,2 0-3 0,-1 0-9 0,-1 0 5 0,6 1 32 16,0-1-1-16,3 3 11 0,3-1 19 0,2 1 21 15,5-1-1-15,5 1 21 0,6 1 0 0,2-1-21 0,5 1-1 16,3-1-5-16,3-1-14 0,7 3-11 0,4-4 0 15,4 1-10-15,1 1-7 0,3-1-13 0,2-2-2 0,3 3 1 16,1 1-4 0,0-4-14-16,1 5 2 0,-1-2-7 0,-1-1-7 0,-1 2 1 0,2-1 0 0,-3 1-5 15,1-3-4-15,-4-1 14 0,1 0-11 0,-3 0 8 16,0 3-5-16,-6-3-4 0,-5 0-2 0,0-3 3 0,-8 3 6 16,-1 0-3-16,-7 0-3 0,-3 0-2 0,-8 0 5 15,0 0 2-15,-6 0-5 16,-5-1 9-16,-3 1-6 0,0-1-2 0,-7 1 17 0,2-3-11 0,-3 3 8 15,0 0-1-15,0 0 9 0,-3 0-4 0,3 0 0 16,0 0 2-16,0 0-6 0,-1 0 6 0,-1 0 3 0,2 0-7 0,-4 0-8 16,-1 0-6-16,2-3-6 0,-5 3-10 0,-2 0-30 0,1-2-12 15,-4 0-28-15,-1 0-8 0,-4 1-8 0,0-1-12 16,-6 2-14-16,3 2-1 0,-4-2 18 0,-2 1 0 16,-1 1 12-16,-2 0 15 0,-4 0 14 0,1-1 11 0,0 1 19 15,-4 1 14-15,0-2 3 0,-1 0 10 16,-2 2 10-16,1-2 0 0,-1-1 0 0,-1 3 6 15,-1-2 6-15,-1 3-6 0,0-1-3 0,-3-1 4 0,2 2-4 0,-3-1 6 0,2 1-6 16,-4 1 0-16,2 0 0 0,1-2 8 0,-1 2 14 16,4-1 5-16,0-1 8 0,2-3-6 0,0 3 8 0,3-2 0 15,-1-2 7-15,4 1 1 0,0-3-4 0,2 3 1 16,0-3-1-16,3 2 10 0,1-2 6 0,2 0 1 0,2 1-1 16,0-1-7-16,6 3 1 0,-2-5-2 0,4 4 6 15,1-2-11-15,2 1-2 0,1-1 7 16,2 3 0-16,0-3 1 0,5 3 3 0,-2-1-5 0,6-2-4 0,-4 3-1 15,2 0-7-15,2 0-11 0,0-2-7 0,2 2 1 0,0 2-9 16,0-2-2-16,0 0-8 0,2 0 3 0,0-2-1 16,0 2-7-16,1 0 5 0,2 0-3 0,-2 0-1 0,7 2 6 15,4-2 3-15,1 0 4 0,6 4 4 0,6-4 13 16,8 3-9-16,3 0 11 0,8-2 1 0,2 0 0 0,5-1 2 16,7 2-4-16,0-4-4 15,7 1-5-15,-2-3 6 0,1 1-9 0,6-3 0 16,-5-1-11-16,4 2 0 0,-2-3 1 0,0 1-2 0,-3-3-8 15,1 3-7-15,-3 0 2 0,-2 1 7 0,-2 1 3 16,-3 1-6-16,-7 1-2 0,-2-1 1 0,-6 3 15 0,-5-1-1 0,-9 2-5 0,-1 0-6 16,-7-2 6-16,-7 2 9 0,-5 0 16 0,-3 0 6 15,0 0 8-15,-5 0 22 0,0 0 4 0,0-2 4 0,-5 2 1 16,5-1-5-16,-3 0-23 0,0-3-17 0,0 3-29 16,1-2-37-16,-3 1-34 0,2-1-45 15,1-2-61-15,-3 0-78 0,2 3-86 0,-3-3-77 0,3 2-91 0</inkml:trace>
  <inkml:trace contextRef="#ctx0" brushRef="#br0" timeOffset="237262.8089">19770 713 1702 0,'-12'-12'35'0,"-6"2"21"0,6 0 29 0,-6-4 30 15,7 4 18-15,-4 5 33 0,-1-2 24 0,0 2 20 16,1 3-2-16,2-1-17 0,1 3-16 0,-1 0-26 0,0 3-20 16,0-1-20-16,-1 4-22 0,1 3-9 0,2 5-31 15,-5 5 16-15,3 8-1 0,2 8 3 0,-1 7 9 0,5 10-17 16,0 6 5-16,3 9-4 0,8 6-4 0,-3 4-25 0,5 3-7 0,1 2-6 0,1-2-11 15,0 2 15-15,-1-4-11 0,4-1 3 0,-3-4-9 0,6-5-13 16,-6-5-42-16,2-5-35 0,-1-5-47 0,2-5-40 16,-2-4-42-16,-3-8-47 15,-2-6-30-15,-1-2-28 0,-1-6 12 0,-4-5 3 0,-1-3 23 0,-6-3 9 0,1-5 36 16,-5-5 35-16,-4-2 42 0,-5-8 44 0,1-3 24 0,-7-5 44 16,-4-5 42-16,-4-2 55 0,-2-6 36 0,0-1 30 15,-6-3 40-15,4 0 32 0,1 1 31 0,1-1 23 16,0 4 8-16,3 1-1 0,4 5-5 0,2 1 7 0,6 3-45 15,6 3-20-15,2 1-29 16,9 0-37-16,2 2-26 0,9-1-29 0,7-1-24 16,6-2-31-16,7-1 2 0,12-3-7 0,5 1-3 0,6-1-3 0,7 1 3 0,5 1-3 0,3 0-1 15,2 3-47-15,0 1-24 0,1 1-59 0,-1 5-53 16,-7 0-76-16,1 3-75 0,-5 0-103 0</inkml:trace>
  <inkml:trace contextRef="#ctx0" brushRef="#br0" timeOffset="237543.9912">20222 1188 1680 0,'-4'-5'45'0,"-6"-2"21"0,-4-1 34 0,9 0 23 16,5 8 31-16,0 0 32 0,0 0 21 0,0 0 26 0,0 0-26 16,0 0-18-16,0 0-27 0,0 0-26 0,-44-1-26 0,44 1-34 0,0 0-22 0,0 0-9 15,0 0-5-15,0 0-7 0,0 0-3 0,0 0 3 0,-64 125-4 16,39-45 6-16,24-37-4 0,2 1-11 0,1 1-15 16,3-3 0-16,1-3-31 0,4 1-12 0,0-3-58 0,5-3-55 15,2-1-70-15,2-1-71 16,-1-8-79-16,-1 1-72 0</inkml:trace>
  <inkml:trace contextRef="#ctx0" brushRef="#br0" timeOffset="237859.1143">20466 1327 2120 0,'0'0'40'0,"0"0"20"0,0 0 29 0,0 0 22 0,0 0 28 16,0 0 9-16,0 0 4 0,0 0 4 0,0 0-44 0,0 0-22 15,-63-84-29-15,63 84-16 0,0 0-26 16,1 41 3 0,12 59 4-16,-9-70 14 0,1 2 8 0,2-1 4 15,-1-2 2-15,-3 3 9 0,3-3-1 16,1 0 4-16,-4-3-12 0,2-1-8 0,0-1-3 16,-2-2-5-16,0-1 2 0,1-5-7 0,-1 0-3 0,-1-4 2 0,-2-2-2 0,0-2-1 15,2-4-2-15,-2-1 12 0,-2-3 10 0,4 0 13 16,-4-1 12-16,4-1-5 0,-2-1 3 0,0-2-12 0,-4-4-6 15,1-3-23-15,-1-5-31 0,-1-5-39 0,0-5-40 16,-3-4-30-16,0-5-33 0,-1-1-38 0,3-5-43 0,-1 3-38 16,2-1-48-16,1 6-39 0,-4 0-57 0,5 3-48 0</inkml:trace>
  <inkml:trace contextRef="#ctx0" brushRef="#br0" timeOffset="238125.483">20766 1630 1265 0,'0'9'6'0,"3"-2"31"0,-3-2 39 0,7 0 39 0,-6 2 40 15,2 1 20-15,0 0 20 0,2 3 21 0,2 0 10 16,-3 2-16-16,0 0-31 0,1 1-31 15,-3 0-31-15,1 1-10 0,-3 2-13 0,0-2-9 0,-3 2-19 0,1-1-14 16,-3 4-5-16,-2-3-9 0,-1 2-2 16,0-1-15-16,-6 0 0 0,1 0-15 0,-1 0 5 0,0-1-9 0,-3-2-39 15,1-1-28-15,-2-3-60 0,4 0-49 0,-5-3-81 0,2-3-78 16,1-3-99-16</inkml:trace>
  <inkml:trace contextRef="#ctx0" brushRef="#br0" timeOffset="238450.4545">21096 1322 2613 0,'-6'1'22'0,"1"-1"8"0,-1 2-2 16,2-4 0-16,0 2 1 0,-2 7 1 0,3-3 10 15,-4 6 0-15,6 2-3 0,-2 5 5 16,0 5 4-16,3 3-7 0,-2 6 7 0,4 0 0 0,1 6-8 15,1-1 2-15,4 2-21 0,0-1-11 0,5-3-4 0,-2 0 15 0,5-2-11 16,-1-4-2-16,3-3-1 0,-2-4-2 0,4-4 0 0,-4-3 3 16,5-4 2-16,-9-3 0 0,2-2 48 0,-1-4 23 15,0-4 40-15,-4-2 13 0,3-7 26 0,-2 0 10 0,-2-8 19 16,2-4 4-16,1-5-32 0,-3-2-22 0,-2-3-27 0,-4 0-17 16,-1-3-24-16,-4 1-10 0,0 0-25 0,-5 0-8 15,-1 2-17-15,-1 1-1 16,0 4-8-16,0 0 1 0,-2 4-8 0,1 3 2 0,1 3-20 0,0 2-34 0,3 4-34 15,-1 1-35-15,2 3-56 0,2-1-63 0,-1 3-75 0,-2 0-96 16,3 4-69-16,-2-2-63 0</inkml:trace>
  <inkml:trace contextRef="#ctx0" brushRef="#br0" timeOffset="238707.7913">21316 1027 2530 0,'-3'-7'33'15,"0"2"18"-15,-2 0 25 0,3 1 6 0,2 3 5 0,-4 0 3 0,-1 1 0 0,4 0-1 16,2 1-38-16,4 4 0 0,-1 0 3 0,3 5 3 16,4-1-2-16,5 6 2 0,4 4 2 0,1 3 4 0,6 3 4 15,3 4-17-15,0 4-29 0,1 2-5 0,0 1-3 0,0 3-5 16,-2 1-4-16,-3-1 2 0,0 0-2 0,-4 4 7 16,-2-4 0-16,-2 0-4 0,-4 2 4 0,-3-4-1 0,-5 3 3 0,-3-1 0 15,-3 0 5-15,-4-1-6 0,-4 1-1 0,-6 0-1 0,-2 0-3 16,-2-1 1-1,-4-1 0-15,1-1-13 0,1-5-26 0,-2-2-56 16,4-4-58-16,-2-4-77 0,-2-2-91 0,6-6-99 0</inkml:trace>
  <inkml:trace contextRef="#ctx0" brushRef="#br0" timeOffset="239011.3112">22007 1396 2928 0,'8'-3'20'16,"-3"2"7"-16,-1 1 11 0,6-4 18 0,-4 4 40 16,1 0 10-16,3 3 20 0,3-3 5 0,8 2-20 0,5-2-10 15,4 3-4-15,2-1-18 0,4 0-39 0,1 0-25 0,-1 1-59 16,1 1-48-16,-3 0-56 0,-1 2-50 0,-8 1-71 16,-3 1-50-16,-5 1-49 0,-8-1-20 0,-5 4 23 0,-4 2 40 15,-8 3 52-15,-6 0 53 0,-4 2 70 0,-6-1 72 16,-2 5 87-16,-8 0 61 0,1 0 64 0,0-1 44 0,0-5 36 15,2 0 23-15,5 0 18 0,2-2-8 0,6-6-30 16,4-2-13-16,2-3-44 0,4 0-37 0,5-2-28 16,0-2-25-16,4 0-20 0,1 0-10 0,5 0-11 15,1 3-10-15,4-3-4 0,3 0-2 0,5 0-24 0,2-3-25 0,1 1-57 0,2-2-47 16,0 1-77-16,0-2-65 0,-2 2-78 0</inkml:trace>
  <inkml:trace contextRef="#ctx0" brushRef="#br0" timeOffset="242231.4414">23020 1345 200 0,'0'0'17'0,"0"0"2"0,0 0-3 0,0 0 15 0,11 18 5 0,-11-18 5 16,0 0-9-16,0 0 6 0,0 0 4 0,0 0-4 16,0 0-3-16,0 0-13 0,0 0-8 0,0 0 3 0,0 0 7 15,0 0 11-15,0 0-5 0,0 0 1 16,0 0 10-16,0 0-1 0,0 0 9 0,0 0-1 15,0 0-1-15,0 0-6 0,0 0-4 16,0 0 2-16,0 0-6 0,0 0 4 0,0 0-6 0,0 0-1 16,0 0 2-16,0 0-2 0,0 0 2 0,0 0-5 15,0 0 8-15,0 0-4 0,0 0 6 0,0 0-5 0,0 0 4 16,0 0-9-16,0 0-2 0,0 0-3 0,0 0-9 0,0 0 4 16,0 0-10-16,0 0 0 31,0 0-25-16,0 0 19 1,0 0 17 0,0 0-22-1,0 0 6 1,0 0-14 0,0 0 20 15,0 0-9-16,0 0-15 17,0 0 18-17,0 0 15 1,0 0 3-16,0 0-3 0,-3 10 1 16,3-10-1-16,0 0 8 31,0 0-9-31,0 0 4 0,0 0 13 0,0 0-6 0,0 0 11 0,0 0 0 15,0 0 9-15,0 0 1 0,0 0-7 0,0 0-3 16,0 0 5-16,0 0 2 0,0 0 6 0,0 0 10 0,0 0-7 16,0 0 15-16,0 0 16 0,0 0 12 0,0 0-4 0,0 0-2 0,0 0-6 15,0 0-19-15,0 0-2 0,0 0-15 0,0 0-12 0,0 0 0 16,21-51-11-16,-21 51 12 0,0 0 0 0,0 0 12 16,44-103 22-1,-38 81 9-15,1 2 7 0,-3-4-11 0,1 5 2 0,3-1 0 0,-3-1 4 0,-1 4 0 16,0-3-16-16,-1 6-8 0,2-1 0 0,1 5-3 15,-3-1-6-15,0 6-6 0,-1-2-12 0,-1 2-10 0,2 5-10 16,-3 0-4-16,0 0-8 0,0 0-1 0,0 4-3 0,0-1-1 16,4 5 3-16,-3 3-1 0,4 5 3 0,-2 2-3 0,3 9 3 15,-1 2 0-15,1 5 8 0,3 4-6 0,0 3 0 16,-5 1-1-16,1-1 2 0,2 3 1 16,-1-1 3-16,-3-4 5 0,5-2-12 0,-2-1 1 0,-3-3-1 0,2-2 2 0,0-4 2 15,-2-3 1-15,2 0-4 0,-1-4-2 0,0 0-1 0,-4-6 5 16,1 1-3-16,1-2 4 0,-4-3-4 0,1 0 1 15,1-3-1-15,-4-1 0 0,0 0 0 0,-4-3-5 16,0 2 7-16,0 0-2 0,-6-1 3 0,1-1-8 0,-4 1 9 16,-1 1-4-16,0-2 1 15,-4-1 4-15,2 1-5 0,-2-3-1 0,2 0 3 0,2-1 8 16,1 1 7-16,4-4 12 0,1 4 9 0,2 0 9 0,2-3 8 0,5 3-3 16,0 0-2-16,3 0 4 0,0 0-12 0,0 0-16 0,3-2-9 15,0 2-9-15,2 0-8 0,0 0 5 0,5-3 0 0,3 3-5 16,6-1-5-16,1-2 8 0,6 0-1 0,1-2 3 15,6-2-5-15,1 2 2 0,1-1-12 0,-2-2-32 0,0 1-31 16,-3-1-54-16,0 3-58 16,-3 0-65-16,0 1-75 0,-7 1-84 0,-4 3-89 0,1-2-58 15</inkml:trace>
  <inkml:trace contextRef="#ctx0" brushRef="#br0" timeOffset="242777.9809">23713 1514 1319 0,'-4'4'39'0,"1"-3"24"0,3-3 40 0,2 3 18 15,-6-2 20-15,3 1 12 0,-2-3 5 0,1 3 4 0,2 0-40 16,2 0-26-16,-2 0-42 0,1 0-14 0,2 0-21 0,1 4-8 15,4-1 2-15,2 2 1 0,2 0 5 0,1-1 4 16,4 1 1-16,2 1 2 0,1 0 1 0,1-3-2 0,-1-1-6 16,3 1-1-16,-1-3 5 0,-2 0 9 0,-1 0 5 0,0 0 9 15,0-1-2-15,-5-3 10 0,0 1 7 0,-2-1 4 16,-4-1 3-16,-4 0 12 0,2-2 0 0,-4-1 3 16,0-1 22-16,-4 1 11 0,0-4 7 0,-4 0-3 0,2-2 7 15,-4 2-19-15,-4-2 19 0,0 1-4 16,-2-2-6-16,-5 6-16 0,-2-1-12 0,0 3 0 0,-4 0-13 0,0 4-7 0,-2 1-14 15,0 2-17-15,1 5-18 0,-3-1-9 0,5 2-1 0,0 1-8 16,3 4-7-16,1-1 5 0,6 5 0 0,1-1 5 16,3 3-1-16,6 3-1 0,1 1-4 0,6 1 10 0,6 0-11 15,3 0-5-15,2 2-35 0,7-5-18 0,4 1-16 0,3-4-26 16,2 1-19-16,5-6-43 0,3 0-15 0,-1-3-38 16,3-4-28-1,0-1-27-15,-2-3-47 0,1-2-45 0,-1-3-64 0</inkml:trace>
  <inkml:trace contextRef="#ctx0" brushRef="#br0" timeOffset="243358.6956">24392 871 772 0,'0'-4'32'0,"-3"2"19"0,0 2 11 0,1-5 35 16,1 5 13-16,-2 0 39 0,3-2 25 0,-4 2 34 15,0-2 0-15,-1 2-6 0,3 0 3 0,-1 0-33 0,-3 0-10 16,1 0-38-16,2 2-28 0,-2 0-35 0,0 3-27 15,0 1-13-15,-4 3-4 0,3 3-3 0,-1 2-3 0,-1 3 9 16,-1 3 4-16,6 2 3 0,-2 1-7 0,4-1 4 0,1 1-11 16,3-1 5-16,2-1 3 0,4-4-9 0,0-1-3 15,0-1 2-15,4-3-4 0,0-2 5 0,0-3 5 0,3-1 2 16,-2-5 26-16,-1 2 14 0,1-3 14 0,0-4 9 16,-1-4 28-16,-1 1 8 0,3-6 3 0,-6-3 2 0,5-1-7 15,1-3-3-15,-5-4-1 0,0 0-3 0,-5-3-18 0,-2 1-19 16,0 0 8-16,-3 1-12 0,-6-1-12 15,-1 3-16-15,-2 2-6 0,-2 0-15 0,1 3 3 0,1 3-8 16,-2 3-11-16,1 3 1 0,1 1-22 0,0 2-21 0,2 2-53 0,-1 2-54 0,5 1-75 16,-3 1-53-16,1 3-89 0,-3 3-79 0,3 2-84 15</inkml:trace>
  <inkml:trace contextRef="#ctx0" brushRef="#br0" timeOffset="243589.2913">24963 885 3738 0,'-6'0'14'0,"2"4"9"0,-2-3 2 16,6-6 3-16,-3 1-1 0,-1 7-4 0,0-2 30 0,4 6 43 0,4 4 6 15,-2 5 11-15,3 3-4 0,1 7 6 0,-1 4-7 0,3 7 12 16,1 5-30-16,-1 2-43 0,0 3-21 0,0 2-11 0,0 2-6 15,-3 1-32-15,0-1-33 0,-1 1-64 0,-4-3-58 16,4-3-71-16,-4-1-75 0,0-1-94 0,-5-3-71 16,2-5-64-16</inkml:trace>
  <inkml:trace contextRef="#ctx0" brushRef="#br0" timeOffset="243761.1387">24813 1664 2411 0,'-15'-13'29'0,"0"-1"39"0,2 2 43 16,6-3 31-16,-5 4 22 0,4 1 25 0,3 2 16 0,2 1 11 0,1-3-22 15,7 3-35-15,7-2-39 0,5-1-33 0,5 0-18 16,3-1-24-16,11-2-18 0,4 1-14 0,6 0-8 0,5 0 0 16,2 4-10-16,6-3-38 0,-3 1-32 0,1 0-62 15,1 1-53-15,-5 1-70 0,-2-2-60 0,1 6-41 0,-5-1-38 16,2-3-20 0</inkml:trace>
  <inkml:trace contextRef="#ctx0" brushRef="#br0" timeOffset="244183.1213">25819 1363 2040 0,'-4'-4'30'0,"2"-3"21"16,2 0 13-16,4-4 26 0,-6 0 22 0,0 1 33 0,2-2 13 0,0 0 35 16,2-1-11-16,4-3 7 0,-1 1 5 0,-1-4-12 0,5-1-19 15,-5-2-27-15,7-2 7 0,-3 1-24 0,0-2-1 0,4-2-12 16,-7 4 8-16,3 1 4 0,-1 4 8 0,-1 2 12 15,-6 4-9-15,5 3-4 0,-5 4-22 0,-5 2-14 0,5 3-31 16,-1 2-25-16,-1-1-22 0,-1 3-11 0,1 1-11 16,4 2-12-16,-2 5 7 0,1 5 3 15,-1 4 0-15,2 6 13 0,1 5 9 0,-3 2-1 0,8 7-4 16,-5 2 12-16,0 1-3 0,0-1-9 0,4 3 5 16,-2-4-5-16,1-1-2 0,0 0-6 0,-3-2 8 0,4-3-12 0,-4-2-1 0,2-2-13 15,-4-4-7-15,5-4-4 0,-3-4-2 0,-1-1-7 0,-2-4 3 16,0-3 3-16,-5-3-4 0,-1-1 22 0,0-1 7 15,-5-2 2-15,-2-1 7 0,0-1 9 0,-5-2-5 0,-3-2 2 16,0 1 3-16,-4-2 5 0,0-3 18 16,-1 4 13-16,3-1 22 0,-3 0-8 0,8-1-2 15,-2 3 6-15,5 0 15 0,5-4-4 0,0 4-16 16,6-1-9-16,-1 1-24 0,4 0 5 0,2-1-6 0,1 1-12 16,3 0-20-16,1 1-6 0,-1-1-18 0,3 1 4 0,5-1-43 0,0 2-14 15,8-4-36-15,6 2-28 0,3-2-36 0,3-1-47 0,3-2-31 16,6-2-42-16,2-1-29 0,-2 3-41 0,-2-2-35 15,-7 2-37-15,5 0-43 0</inkml:trace>
  <inkml:trace contextRef="#ctx0" brushRef="#br0" timeOffset="244589.3733">27128 1389 3339 0,'-3'0'36'0,"-1"4"17"0,0-5 24 0,8-3 20 16,-8 4 16-16,3 0 17 0,-1 0 18 0,2 0 6 0,2 0-19 15,3 0-6-15,0 0-6 16,4 0-21-16,3 0-15 0,6 1-4 0,4 2-27 0,3 0-9 0,10 0-10 0,-4 1-8 15,4 3-29-15,0-2-32 0,1 1-31 0,-1 1-60 16,-6 0-35-16,-3 1-55 0,-2-2-67 0,-6-3-51 0,-4 6-25 16,-8-1 15-16,-6 1 1 0,-5-1 46 0,-3 2 43 0,-11 1 59 15,-4 4 53-15,-4-1 57 0,-6-1 36 0,0-1 47 16,-1 3 56-16,0-2 45 0,0 0 22 0,4-4 30 0,7 2 24 16,1-5 7-16,6 2 9 0,2-6-33 0,6 0-22 0,1 1-38 15,4-3-22-15,5 0-26 0,-2 2-23 0,4-2-15 16,4 0 0-16,5 3-1 0,0-1 3 0,7-1-12 0,-1-1-13 15,7-3-43-15,5 0-33 0,-1 1-51 0,0-3-43 0,0 1-67 16,-1 1-56-16,-3-4-62 0</inkml:trace>
  <inkml:trace contextRef="#ctx0" brushRef="#br0" timeOffset="246136.5894">28050 1301 2040 0,'-11'2'20'0,"-2"-4"25"0,0-1 28 16,5-1 33-16,-6-3 38 0,0 1 16 0,-2 1 58 0,0-1 13 0,1-1 21 0,0-4-18 15,1 2-23-15,5-1-16 0,-2-2-34 0,4 0-6 0,3-3-55 16,2-2-9-16,0 0-36 0,4 1-7 0,1-2-5 16,10-1-11-16,-1 2-6 0,6-4-18 0,3 4 3 0,4-1-8 15,3 2-8-15,4 3 3 0,1 1-1 0,4 0-4 16,-3 7 0-16,5 0 3 0,-4 3 6 15,-1 4-9-15,-1 2 5 0,-3 2-1 0,-2 2-1 16,-3 6 4-16,-3 0-1 0,-2 2-3 0,-6 3-3 0,-1 5 7 0,-7 2 4 0,-4 2-6 16,-6 5 4-16,-4 1-8 0,-9 4 6 0,-4 4 7 0,-9 3-1 0,-6 0 13 15,-11 2 14 1,4 3 15-16,-9-1 16 0,1-3 2 0,2-2 12 0,2-3 8 0,5-6-2 0,5-5-18 0,10-5-5 0,1-5-1 31,12-6-8-31,5 2 20 0,6-3-28 0,3-4-1 0,6 1 20 0,5-3 23 0,11 1-3 16,5-1-13-16,6-2 0 15,13-1-22-15,6-4 13 0,9-4-4 0,6-4-18 0,3-1-14 0,3 2-6 0,1-6 4 16,-5 1-13-16,3 0 2 0,-11 0-3 0,-5 2-5 16,-6 1 2-16,-7 4-20 0,-7-2-26 0,-9 5-33 0,-6-1-16 15,-4 3-37-15,-8-3-46 0,1 3-47 0,-5 0-45 0,-4 0-40 16,-1 0-32-16,5 0-30 0,-5 5-43 0,-6 0-27 16,-1 2-28-16,-2 0-39 0</inkml:trace>
  <inkml:trace contextRef="#ctx0" brushRef="#br0" timeOffset="255652.0944">24970 4521 782 0,'-4'0'15'0,"4"4"18"0,0-4 22 16,0 0 24-16,-1 1 11 0,-1-1 21 0,0 0 22 0,1 2 6 0,-1-4 14 0,2 2-1 15,2 0 4-15,-2-1-5 16,3 1 18-16,-1-1-2 0,-1-2-3 0,-1 3 16 0,3-5-30 0,-2-2 0 15,-1 0 5-15,2-3-9 0,0 0-24 0,1-4-9 16,0-3-17-16,0 0 5 0,2-3 9 0,2 1-1 0,-2-2-19 16,2 0-4-16,1 0 8 0,-2 2 9 0,2-2-1 15,-2 4-16-15,1 0-6 0,-2 4-2 0,-1 2-6 0,0 1 0 16,-1 2-14-16,1 1-15 0,-1 5-9 0,-3 0-15 16,0 1-4-16,0 2-12 0,0 1-12 0,4 0-3 15,-4 5-4-15,1 1-8 0,4 3 12 0,1 7 10 0,1 1-5 16,4 5 5-16,-2 1 4 0,4 8-4 0,-4 1 6 15,3 3 1-15,-3-1-3 0,-1 3-6 0,0-1 11 0,-3 1-7 16,4 0 7-16,-5-3-3 0,3-2-4 0,-2 1 5 16,0-4 2-16,-1-3-3 0,0-3-6 0,0-1 0 15,-1-4-5-15,-1-4 9 0,-1-1-2 16,-2-6-2-16,1-2 4 0,-4-1-2 0,3-2 4 16,-3-1 1-16,-4-3-5 0,0 2 0 0,-5-2 7 0,-3 0-1 0,-4-2-8 15,0 2 7-15,-5-1 1 0,0-3-6 0,1 3 14 0,2-1 17 16,2 0-2-16,2-1 14 0,1 2 10 0,4 0 16 15,4-1 18-15,1 2-3 0,0-3-9 0,7 3-15 16,-3-2-9-16,6 4 0 0,0-4-22 0,-1 2-8 0,3 0-25 16,4-3 10-16,1 3 0 0,6 0-6 0,3-4 5 0,4 1-5 15,1 0 2-15,4-1-9 0,3-1 5 16,-1 2-21-16,1-1-27 0,-3 1-43 16,0-2-40-16,-4 1-66 0,3-1-65 0,-8 2-78 0,0-1-81 0,-4 4-74 15,-4 0-70-15</inkml:trace>
  <inkml:trace contextRef="#ctx0" brushRef="#br0" timeOffset="258370.5571">28404 6210 1904 0,'-5'-2'47'0,"-3"-3"21"0,4 1 29 0,-1-1 34 0,-2 2 28 0,1 0 25 15,-2 3 20-15,0-2-1 0,3 2-45 0,1 2-26 0,0 4-31 16,3 0-19-16,-3 7-12 0,-3 3-15 0,2 7-9 15,0 7 1-15,-3 7 2 0,-1 4 4 0,3 5 1 0,3 2-13 16,-1 1-18-16,4-1-5 0,0 1-10 0,7-1-3 16,-1-1-5-16,5-2-39 0,0-2-32 0,1-2-58 15,1-2-83-15,0 0-84 0,1-6-84 0,2-3-76 0</inkml:trace>
  <inkml:trace contextRef="#ctx0" brushRef="#br0" timeOffset="258808.9595">28606 6695 2075 0,'-3'-9'23'0,"0"2"36"0,-4 3 25 0,4-1 35 0,0 3 20 0,-2-1 21 0,-1 1 11 15,6 2-6-15,-1 0-31 0,-1 0-33 0,2 2-25 0,2-2-35 16,-1 7-19-16,5 0-17 0,1 1-8 0,-3 2-1 16,5 3 12-16,1-3-3 0,2 3 1 0,0 1-3 0,1-4 7 15,1 0-6-15,2 0 0 0,-2-4-3 0,3-3 9 0,-1 2-7 16,0-2 4-16,-1-2 2 0,0-2-2 0,-4-3 7 0,2 0 22 15,-4-3 18-15,4-2 2 16,-2-4 0-16,-3 1 11 0,2-3 20 0,0-1 12 0,0-2 14 0,-2 1-16 0,0 0 12 16,0 1 2-16,-5-1 15 0,0 2 2 0,-1 1-10 15,-2 4-1-15,-2 3-20 0,0 2 0 0,1-2-34 0,-2 6-13 16,1 1-16-16,-1 0-19 0,3 3-12 0,-3 2-17 0,1 7-1 16,1 5-5-16,1 2 19 0,-2 8-12 0,1 2 4 15,1 9 13-15,-2 3-1 0,2 5 1 0,0 1-1 16,2 3 1-16,1 4-11 0,4-2 16 15,0 2-7-15,1 2-10 0,1-4 1 0,4 0 0 0,1-4 3 0,2-4-12 0,-3 0 12 16,2-5-6-16,0-6 10 0,-5-1-2 0,-2-6 0 16,-3-1 6-16,-5-7-1 0,0-2 17 0,-3-4 0 0,-3-3 29 15,-3-3 42-15,1-3-16 0,-5-4-1 0,-5-1 3 16,1-4 3-16,-4-4 0 0,-4-3-11 0,2-3-28 0,-6-4-43 16,2-5 28-16,2-4-7 15,-1-3-11-15,4-7-27 0,5 0-48 0,3-5-31 16,3-6-68-16,11-1-68 0,0-6-86 0,8 2-82 0,4-2-97 0,1 1-81 0,8-1-56 15</inkml:trace>
  <inkml:trace contextRef="#ctx0" brushRef="#br0" timeOffset="259042.9941">29099 6087 3051 0,'-7'-5'31'15,"-1"2"21"-15,3 3 11 0,-2-5 31 0,0 3 8 0,2 3 14 0,0 1-8 0,4 2 6 16,1 1 11-16,3 6-3 0,7 0 0 0,3 6-27 0,2 1-13 15,5 8-5-15,4 5 9 0,3 2 0 0,-1 2-37 16,4 2-21-16,-3 1-5 0,3 3-9 0,-4 2 3 0,-1-1-6 16,-1 2-1-16,-4 1-6 0,-4-1-8 0,-3 0 9 0,-5 1-5 15,-5-1 6-15,-6 2-8 0,-2 0 0 0,-7 0-7 0,-5-1-22 16,-3-1-31-16,-4-2-40 16,-2-4-28-16,0 0-38 0,1-4-31 0,-1-7-41 0,5-3-37 0,3-2-17 15,1-7-8-15,4-3-22 0,4-4-14 0,2-4-35 0,7-4-8 16</inkml:trace>
  <inkml:trace contextRef="#ctx0" brushRef="#br0" timeOffset="259356.8396">29936 6222 2625 0,'3'-6'34'15,"-3"2"53"-15,-3 2 18 16,6-3 50-16,-6 3 16 0,-1 4 22 0,3-1 6 0,-1 1 4 16,2 0-41-16,0 1-48 0,0 4 5 0,2 2-38 0,3 1-8 0,1 9-6 0,1 1-1 15,5 5-6-15,-1 6 14 0,5 5-4 0,0 1-20 0,2 3-17 16,0 2-3-16,-6 1-18 0,6 3 1 0,-4-3 1 0,-1 3-14 15,1-2 7-15,-3-1-27 0,0-1-37 0,-5-1-59 0,1-3-69 16,-2-2-81-16,-2-1-84 16,-3-2-75-16,-5-3-93 0,3-6-60 0</inkml:trace>
  <inkml:trace contextRef="#ctx0" brushRef="#br0" timeOffset="259511.5389">29874 6874 2236 0,'-10'-8'35'16,"4"3"24"-16,-2-2 17 0,12-2 10 0,-2 4 16 15,1-1 31-15,7 0 18 16,3-2 6-16,6 3-27 0,3-3-16 0,4 1-14 0,5 1-9 0,2 0-11 0,-2 1-32 16,4 1-18-16,0-1-6 0,-3 5-9 0,-1-3-8 0,-1 2-6 15,0 1-15-15,-3-1-30 0,2 2-33 0,-9-1-35 0,1 0-64 16,-7 2-53-16,-4 0-59 0,-2 1-57 0,-1-2-55 0,-5 0-14 16</inkml:trace>
  <inkml:trace contextRef="#ctx0" brushRef="#br0" timeOffset="261856.4889">31051 6411 629 0,'0'0'17'0,"-1"2"19"15,-1 1 27-15,1-3 22 0,-1 2 17 0,0-4 31 0,2 6 14 16,0-6 46 0,-1 4-1-16,1-2 23 0,0-4-8 0,0 4 3 0,0-2 16 15,0 4-12-15,0-5-12 0,0 1-43 0,0-2 4 16,0-4-27-16,3 4-15 0,0-6-12 0,0 0-30 0,4-3-13 15,-1-3 19-15,3-1 12 0,-1 0-9 0,4-3-3 0,-2 2-5 0,2-2-12 16,-3 2 13-16,4-2-3 0,-4 2-10 0,3 1-1 0,-3 0 1 16,-1 3-1-16,-2 1 8 0,-1 3 7 0,1 1-18 15,-3 2 3-15,-1 2-5 0,-2 2-21 0,0 1-8 16,0 2-19-16,0 0-7 0,0 3-14 0,0 1 1 0,1 1 1 0,1 5-11 16,3 4 7-16,0 1 0 0,1 7 5 0,5 3-1 0,-5 5 10 15,4 0-3-15,-4 6-8 0,3-3 8 0,-1 2-5 0,-1 4 3 16,-2-3-4-16,-4 0 2 0,7 0 2 0,-3-2-3 0,-1 0 1 15,0-1 2-15,-3-4 5 0,1-1-14 0,-1-1-10 0,-1-3-8 16,0-1-16-16,-4-3 5 0,0-1-3 0,-2-4-10 0,0 1-2 0,-5-4 7 16,-2 1 11-16,-3-5 16 0,-1 1 10 15,0-2 5-15,-4-2-1 0,0-1 7 0,-1-1-1 16,-1-3 4-16,2-2 6 0,0 0-2 0,-1-1-2 0,5-2 21 0,0 0 25 0,2-2 22 0,1 3 7 16,1-1 13-16,4-1 28 0,3 3-16 0,-1-3 27 15,4 4-41-15,1 1-18 0,2 1-21 16,0-2-12-16,0 2-12 0,4 0-22 0,2-5 1 0,4 5-22 0,4-5 13 0,6 0-6 15,3-1-1-15,7 0-15 0,5-2-25 0,4 0-43 16,0-2-32-16,4 0-45 0,0 3-46 16,-5-1-50-16,-2 2-42 0,-3 0-49 0,-3 1-44 0,-1 3-53 0,-6 0-34 0,-1 1-52 15</inkml:trace>
  <inkml:trace contextRef="#ctx0" brushRef="#br0" timeOffset="262230.9066">30729 7128 2470 0,'-11'4'52'0,"3"0"44"0,-1-3 38 0,6-2 41 16,-1 1 33-16,3 1 33 0,1-1 30 0,-12 0 22 0,12-1-48 16,7-1-38-16,-1 0-15 0,11-2-24 0,4 1-20 0,8-2-28 15,7 2-25-15,7 0-15 0,7-1 0 16,7 1-8-16,3 2-15 0,5 1-19 0,-4 0-14 0,3 2-2 0,-4 3-5 15,-3-1-4-15,-3 1 2 0,-4 1-6 0,1 1-11 0,-5 1-38 0,-2-2-51 16,-5 1-39-16,-4-2-69 0,-2 0-52 0,-6-1-79 0,-2 0-51 16,-3 0-89-16,-9 3-28 0,-1-2-33 0,-3 0-29 0</inkml:trace>
  <inkml:trace contextRef="#ctx0" brushRef="#br0" timeOffset="262604.3815">31085 7454 2353 0,'-4'0'32'0,"3"-1"28"0,-2-6 22 0,7 0 39 0,-4 0 21 15,4 2 44-15,-1-4 22 0,3-1 23 0,3-2-12 0,3-1-25 16,1 1-12-16,4-2-31 0,0 4-16 16,2-2-43-16,2 1-17 0,-1 2-20 0,1 2-29 0,-1 3 5 0,4-1-14 15,-5 5-3-15,1 0-10 0,1 3 3 0,0 2 0 0,-2 1-14 0,-1 2 5 16,-3 2-3-16,0 2 3 0,-3 2-1 0,-4 0 3 0,-2 1-4 15,-2 7-3-15,-6-2 12 0,-2 4 6 0,0-1 6 0,-8 3 10 16,0 0 15-16,-4 0 31 0,-1 2 10 0,-3-1 31 0,-2 1 18 16,-3-2-5-16,3 1 13 0,0-3 8 0,0 0-9 0,1-4-27 15,4-2-10-15,1-3-22 16,3-2-17-16,3-1 13 0,2-3-16 0,3 0-5 0,3-1-6 0,0-1 0 0,6-2 4 16,2 1-6-16,1-1-2 0,3 1-7 0,5-4-2 0,5 3-16 15,4-4-4-15,3-1-2 0,3 0-6 0,4 0 2 0,5-2-6 16,0-4-6-16,2 1-28 0,-1 1-37 0,-2-1-21 0,-7-1-47 15,1 2-37-15,-4-1-61 0,-4 0-44 0,-5 2-62 0,-3 0-31 16,-2 0-22-16,-6 0-31 0,0 3-40 16,-3 0-22-16,-5 3-23 0,0-3 3 0</inkml:trace>
  <inkml:trace contextRef="#ctx0" brushRef="#br0" timeOffset="263605.2682">32082 6624 1427 0,'-5'-7'33'0,"2"1"6"16,3-3 28-16,-4 2 27 0,4 2 48 16,-5 1 34-16,3-2 24 0,-1 4 29 0,1-2-21 0,1 3 0 15,1-1-24-15,0 2-26 0,-2 0-52 0,4 0-30 0,-4 0-27 16,2 0-35-16,0 2-6 0,0-1-15 0,2 3 1 0,-2 1-3 15,0 2 2-15,0 3 3 0,0 4 1 0,0 1 4 0,1 2-2 0,-1 4 7 0,4 1 31 16,-3-1 16-16,2-3 3 0,5-1-7 0,-3 0 12 0,0-1 2 0,3-3 7 16,0-2 7-16,6-3-29 0,-3-1-12 0,3 0 1 0,-1-3 13 0,4-3 0 15,-3-1 0-15,3-4-5 0,1-1-6 0,3-1-2 16,-1-5-6-16,-1-4-8 0,2 1-7 0,-3-3-8 0,2-1-3 16,-3-2-3-16,-3 0-4 0,2 0-1 0,-3-1-1 0,-3 2 11 15,2 0-2-15,-7 3 0 0,-1-1-5 0,0 1 12 0,0 3 4 16,-3 4 6-16,-2 0 2 0,1 4-12 0,-3 2-5 0,3 0-7 15,-1 6 5-15,-3-1-12 0,4 1-7 0,-1 4-6 0,-1 5 4 16,1 3 6-16,-1 4 1 0,0 6 1 0,2 4 4 0,0 6 1 16,0 2 3-16,0 4 3 0,2 4-4 0,0 0-3 0,1 3 10 15,-2 1 2-15,7 2-1 0,-2-1-7 0,-1-2 5 0,5 2-10 16,-2-3 5-16,1-1 5 0,1-3-10 0,-2-1-2 0,1-6 4 16,-3-2 3-16,1-1-9 0,-4-8 16 0,-2 0 3 0,-1-6 18 15,-1-5 27-15,-2 0 31 0,-4-6 20 0,1-1 31 0,-5-3 37 16,0-3-24-16,-1-2 12 0,-3-3-32 0,0 1-25 0,-3-3-34 15,-3-2-21-15,2-4-31 0,-1-2-31 0,-1-4-21 0,2-3-48 16,2-1-44-16,1-7-57 16,2 0-83-16,4-5-70 0,4 1-103 0,-2-4-93 0,7-1-82 0</inkml:trace>
  <inkml:trace contextRef="#ctx0" brushRef="#br0" timeOffset="263871.7604">32661 6172 1647 0,'8'-23'49'15,"-2"4"18"-15,0 0 54 0,-1 3 36 16,3 0 45-16,-7 3 22 0,1 2 46 0,0 4 4 0,-2 2-40 0,0 3-16 0,1-1-51 16,1 3-38-16,-1 3-48 0,3-1-20 0,3 5-46 0,0 1-3 15,1 4-6-15,4 0 6 0,-1 5 1 0,2 2 7 0,3 0 4 16,-3-2 4-16,-1 3 11 0,1 0 4 0,-4-2 4 0,2-1 0 16,-5-1 8-16,1-3 10 0,-1-3 19 15,-1-1 7-15,-1-3 10 0,0-1 14 0,-3-1 20 0,-1-1 24 0,4-3 6 0,-4 0 13 0,0 0-10 16,0 0 7-16,0 0-19 15,0-4-24-15,4-5-20 0,3 0-35 0,3-5-19 0,3-3-25 0,8-2-12 0,-2-2-21 0,5-4-29 16,2 2-8-16,0-3-53 0,-1 6-16 0,-2-1-35 0,-2 1-47 16,0 3-56-16,-5 1-40 0,1 3-32 0,-3-1-38 0,4 6-29 0,-7 0-37 15,0 4-55-15,0 3-14 0,-5 1-43 0</inkml:trace>
  <inkml:trace contextRef="#ctx0" brushRef="#br0" timeOffset="265231.0983">22405 8366 3238 0,'-11'8'46'0,"-1"-4"53"0,4 2 33 0,0-6 40 15,1 0 33-15,1 2 24 0,3 0 12 0,1 0 8 16,2-2-40-16,2 0-53 0,1 0-28 0,2 0-44 0,3 0-28 15,5 0-23-15,2 0-15 0,4 0-2 0,8 0-8 16,5 0-14-16,7 0-44 0,2 0-41 0,2 0-58 16,-2 0-66-16,-1 3-59 15,-4-1-60-15,-6 5-53 0,-5 1-18 0,-6 2 33 16,-5 2 43-16,-7 5 46 0,-4-1 67 0,-6 4 61 0,-4-3 46 0,-4 4 70 0,-4-5 63 16,-5 0 41-16,-5 1 48 0,2-3 52 0,-7-1 43 0,3-2 55 15,2-1 39-15,4-2 29 0,0-1-5 0,6-4-21 0,2 1-38 16,6-3-34-16,3-1-45 0,-1-1-56 0,8 1-29 15,0-2-41-15,-3 2-28 0,8-2-13 0,4 0-10 16,5-2-29-16,5 0-30 0,3-3-38 0,10 0-50 0,8-4-60 16,0 0-48-1,5 0-88-15,1-2-64 0,-3 2-76 0,1-1-50 0</inkml:trace>
  <inkml:trace contextRef="#ctx0" brushRef="#br0" timeOffset="265761.8331">23321 8489 1837 0,'-7'0'28'0,"1"-1"38"0,-1-5 49 0,3 1 30 15,-2-2 51-15,-2-2 16 0,1-1 48 0,-2-1 16 0,4-3-22 16,2-1-9-16,3-1-41 0,2-1-23 0,1-1-43 15,7 0-7-15,0-1-46 0,6 2-15 0,0 0-5 16,3 2-36-16,-2 1-5 0,4 2-5 0,1 4-10 0,-3 1-14 16,1 5 0-16,1 2 1 0,0 3-5 0,-4 3 9 15,0 6-3-15,1 4-1 0,-6 2 10 0,-2 3-1 0,-7 4-3 16,-2 4-2-16,-5 7 3 0,-9-1 1 0,-1 3 1 16,-3 3-7-16,-6 1-3 0,1-1 10 0,-2 0 7 15,3-3 16-15,0-1 14 0,0-3 4 0,7-3 5 0,-2-5 13 16,7-3-2-16,-1-1 2 0,6-5 0 0,0-4-5 15,4-3-7-15,0-2 3 0,4-1-8 0,2-2-1 0,3 0-6 16,2-5-4-16,7 2-3 0,1-4-11 0,8 2-12 16,-1-5-5-16,9-2-6 0,2-3-68 0,4-3-31 15,-3 1-74-15,3-2-75 0,0-1-85 0,-3-1-99 0,-5 2-77 16,0 3-101-16</inkml:trace>
  <inkml:trace contextRef="#ctx0" brushRef="#br0" timeOffset="266011.8796">23986 8294 2733 0,'-6'-15'44'0,"-2"1"49"0,-2 1 66 0,2-3 46 0,4 6 59 15,-5 2 29-15,2 1 24 0,2 2 11 0,2 3-44 16,1 2-54-16,2 1-75 0,0 1-44 0,4 6-50 0,-1 3-19 15,3 3-31-15,-2 9-11 0,5 3 6 0,-1 5 3 16,1 7 11-16,0 5-7 0,3 3-2 0,-2 0-15 16,2 1 11-16,-3 4 1 0,2-2-4 0,-1 0 1 0,-1-2-16 15,2-5-47-15,-1 1-56 16,-2-4-47-16,0-5-74 0,-1-3-71 0,0-5-78 0,-1-1-62 0,-3-7-62 16,-1-2-12-16</inkml:trace>
  <inkml:trace contextRef="#ctx0" brushRef="#br0" timeOffset="266167.8294">23908 8761 1938 0,'-15'-18'50'0,"0"6"40"0,5-4 42 16,1 4 41-16,1-1 22 15,-1 4 13-15,5 2 25 0,4 1 1 0,0 2-48 0,3-3-40 0,4 1-41 0,8 0-48 16,0 0-14-16,5 2-21 0,3-3-22 0,4 4-1 16,1-1-3-16,6 3-14 0,0-1-44 0,1-1-60 0,-3 3-74 15,0 5-84-15,1-4-86 0</inkml:trace>
  <inkml:trace contextRef="#ctx0" brushRef="#br0" timeOffset="266621.7231">24383 8659 1892 0,'3'-3'27'0,"0"-1"32"0,1 1 43 15,0-1 30-15,2 3 20 0,-3 0 32 0,2 0 6 16,2-1 10-16,-1 0-24 0,2 0-28 0,0 1-38 16,0 1-31-16,-2 0-16 0,3 1-31 0,-2 2-8 0,1 0 1 0,-1 0-3 0,1 1-3 15,-1 3-4-15,-1-2 8 0,-3 3-7 0,3 1 5 16,-1 2 7-16,-2 1-12 0,0 2 4 0,-3 3 4 16,2-2 1-16,-2 3 1 0,0-1 4 0,-2 0-11 0,2 2 3 15,-3-1-1-15,2-2-7 0,-1-1-9 0,-1 0 3 16,1-3-13-16,1 0 8 0,1-3 6 15,0-1-13-15,0-1 6 0,1-5 3 0,-1 1 8 0,2-3-3 0,-1-3 24 16,3 2 3-16,-3-2 2 0,2-2-2 0,2-3 1 0,3 1 1 16,1-7-10-16,3-1 4 0,2-7-24 0,0 1-11 15,2-6 0-15,0 0 1 0,-1-6 2 0,-2 1 1 0,2 0 20 16,-3 2 9-16,-2 2 42 0,-1 0 32 0,-3 6 30 16,1 5 30-16,-6 2 37 15,-1 5-18-15,0 3-5 0,-3 3-8 0,1 3-38 0,-2-1-34 16,-1 5-38-16,4-3-23 0,-1 4-55 0,2-1 19 0,0 6-4 0,2 4-6 15,-2 4-7-15,1 2 1 0,4 3 9 0,-1 5-1 0,1 2 4 16,2 2 8-16,-1 2-6 0,5-3-2 0,-1 3 13 16,-1-1-28-16,5-1-55 0,1-2-39 0,-2 0-50 0,2-5-77 15,4-2-73-15,-3-5-86 0,3-1-101 0,-2 0-29 16,0-4-27-16</inkml:trace>
  <inkml:trace contextRef="#ctx0" brushRef="#br0" timeOffset="267199.982">25081 8674 1548 0,'-4'0'50'0,"0"2"55"16,4-2 60-16,-1 0 41 16,-2 0 44-16,3 2 41 0,-4-2 26 0,3 3 40 0,1-3-29 0,-2 0-30 15,2 0-52-15,0 0-23 0,3 0-33 0,-3 0-33 16,5 0-14-16,2-3-31 0,1 3-21 0,6-2-23 0,2 0-5 16,6 0-10-16,0 1-11 0,6-3-17 0,2 1-5 15,2 3-14-15,-1-3 7 0,3 3-4 0,-4-2-9 16,-4 0-2-16,1 2-2 0,-3 0-36 0,-3-1-39 0,-1 0-55 15,-4-2-71-15,-3 2-79 16,-5-1-90-16,-2 2-97 0,-4 0-85 0</inkml:trace>
  <inkml:trace contextRef="#ctx0" brushRef="#br0" timeOffset="267793.3383">25832 8405 1881 0,'-5'-4'40'0,"5"1"26"15,-1 0 40-15,1 1 31 0,-4-1 25 0,1 3 31 0,1 0 1 16,0 0 4-16,0 0-46 0,2 0-25 0,0 0-39 16,-1 3-31-16,1-1-24 0,0 6-30 0,1 2 2 15,-1 3-7-15,2 4 7 0,4 5-2 0,0 3-3 0,1 6 13 16,-2 1 20-16,1 4 5 0,0-2 1 0,-1 4 5 16,-2-2 1-16,0-1 17 0,-1 1 6 0,-1-2-4 15,3-1-16-15,-4-5-2 0,0-1 16 0,3-2-2 0,-3-1 15 16,1-6-7-16,1 1-4 0,-2-7-4 0,2-2 12 15,-2-1 12-15,2-1 7 0,-4-4 32 0,2-4 5 0,0 0 31 16,-4 0-2-16,4 0 27 0,-1-4-9 0,-1-1-18 16,1-4-31-16,-1-2-32 0,0-3-21 15,2-1-39-15,0-6 1 0,2-4-28 0,-2 0-7 16,2-5-3-16,-2 1-3 0,0-5-40 0,0 0-26 0,-2-2-25 0,2 2-42 0,-2-2-40 16,-1 2-61-16,0 3-52 0,0 2-60 0,3 4-38 15,0 4-63-15,-2 6-57 0,-1 3-49 0</inkml:trace>
  <inkml:trace contextRef="#ctx0" brushRef="#br0" timeOffset="268289.336">26373 8390 1746 0,'0'0'21'0,"-4"-5"41"16,4 1 53-16,4-1 45 0,-4 3 41 0,-5 2 17 15,2-1 10-15,0 1 0 0,1 1-20 0,1-1-43 0,1 4-50 0,-4 2-50 0,4 5 14 16,4 0-8-16,-4 7-4 0,3 2 4 0,0 6 0 16,1 3 10-16,1 6-9 0,0 0 9 0,1 2-51 15,1 0-10-15,0-2-6 0,1 4-11 0,1-3 10 0,-3-4-9 16,1 1 4-16,-2-1-1 0,2-6-47 0,-2-1-47 16,1-3-61-16,-2-3-54 0,-1-5-95 15,-1-1-55-15,0-4-59 0,1-3-63 0</inkml:trace>
  <inkml:trace contextRef="#ctx0" brushRef="#br0" timeOffset="268418.1657">26259 8881 1351 0,'-15'-5'30'0,"2"1"25"0,4-1 42 15,5 1 34-15,-4 1 32 0,5-4 24 16,0 5 12-16,4-2 1 0,4 3-30 0,-1-2-24 0,8 0-47 0,2-2-33 16,5-2-28-16,8 2-24 0,3-4-20 15,5 2-5-15,3-1-61 0,6 2-59 0,-1-2-54 0,2 3-83 0,-2-2-97 16</inkml:trace>
  <inkml:trace contextRef="#ctx0" brushRef="#br0" timeOffset="268981.1287">27241 8760 917 0,'-5'0'6'0,"3"1"8"0,2-2 13 15,2 2-5-15,-2-1 4 0,0 2 4 0,1 0 26 16,1 3 16-16,1-2-5 0,2 4 8 0,-2 1-9 0,3 1 19 16,-3 1-1-16,6 4 9 0,-5-2-24 0,5-2-9 0,-1 2 9 15,1-2 2-15,0 0 1 0,0-3-6 0,1 1-9 16,-4-4 8-16,7 1 11 0,-5-3 3 0,0 3 3 16,2-8-12-16,2 3-3 0,-1-6 6 0,5-1 9 0,-4-2-13 15,4 0-5-15,0-6 0 0,0 1-4 0,-2-1 12 16,2-2 6-16,-3 3-13 0,-3-1 1 0,-2-2-2 15,0 1-2-15,-1 1-1 0,-3 0 15 0,-1 1-13 0,-1 2 0 16,-1 3 0-16,-2 1-5 0,2 3-6 0,-1 1-6 16,-1 2-9-16,2 2-25 0,-1 4-2 0,0 1-14 0,0 5 4 15,2 1-3-15,-2 4 0 0,0 4-2 0,2 5 5 0,-1 3-2 0,-1 4-6 16,4 4 18-16,-3 1-12 0,1 1 4 0,-1 5 5 0,1-1-1 16,0 1-12-16,-1 1 14 0,2-1-5 0,3 1-9 15,-2 0 11-15,-1 2-4 0,0-3-3 0,2-1 1 16,-4 1 9-16,-1-4-13 0,0 2 7 0,-3-5-2 15,-2-1 0-15,1-2 1 0,-3-6 3 16,-2-1-1-16,1-4 5 0,0-3 26 0,-3-7 23 16,3 0 20-16,2-5 26 0,-1-3 20 0,0-3 3 0,0-3 3 15,-1-3-12-15,-1-2-18 0,-5-2-24 0,1-4-19 16,-4-3-30-16,-3-2-17 0,3-3-7 0,-2-3 2 16,2-4 6-16,1 0-3 0,7-5-5 0,-1 1 2 0,2-3-2 0,7 1-4 0,1 0 2 15,7-2 1-15,3 4-8 0,4-1-3 0,8 1 6 16,2 3-1-16,4 1-1 0,6 1-6 15,2 2-13-15,2 0-31 0,5 3-5 0,-4 2-23 16,3 1-41-16,-3 3-27 0,-1 3-41 0,-7 2-42 0,-1 0-60 0,-4 5-52 16,-6 4-71-16,-6-1-62 0</inkml:trace>
  <inkml:trace contextRef="#ctx0" brushRef="#br0" timeOffset="269978.0286">28554 8431 1438 0,'0'-1'40'0,"-3"2"14"0,-2-2 31 0,10-2 16 0,-10 6 9 16,4-1 15-16,-1-1-7 0,-1 1-2 0,0 2-4 0,3 1 12 31,0 7-20-31,-4 0 1 0,4 7-7 0,0 4-10 0,4 3 7 16,-4 5 21-16,1 3-28 0,4 1-24 0,-2 2-11 0,2 0-17 15,3-4-6-15,-4 1 3 0,5-2 0 0,0 2-22 16,-3-5-7-16,0 0-4 0,1-2 2 0,-1-1-21 0,0-2-60 16,1-1-65-16,-2-2-60 0,-2-4-78 0,0 0-74 0,2-8-64 0</inkml:trace>
  <inkml:trace contextRef="#ctx0" brushRef="#br0" timeOffset="270137.4898">28429 8899 2178 0,'-9'-7'23'0,"2"1"42"0,-1-1 25 0,8 0 40 15,-3 2 32-15,0 1 20 0,0-2 23 0,3 2 0 0,4-1-24 16,1 0-41-16,7-2-29 0,1-3-31 0,7 1-33 0,3-1-24 16,7 0-20-16,4 1-1 0,2-1 1 0,2 4 1 15,0-1 2-15,1 3-38 0,-1-4-28 0,2 8-57 0,-7-5-59 16,0 4-73-16,-4 1-70 0,-3 2-82 0</inkml:trace>
  <inkml:trace contextRef="#ctx0" brushRef="#br0" timeOffset="271105.6318">29373 8435 1021 0,'-6'-8'26'0,"2"5"22"15,4-6 33-15,-3 5 25 0,-3-2 48 0,3 2 27 0,-4 0 31 16,0 2 20-16,2-3-12 0,-3 5-3 0,3 0-10 0,-1 0-28 16,-2 3-43-1,0-1-27-15,2 4-27 0,-4 0-18 0,-2 7-2 0,2 3-16 0,-2 5-15 16,-1 7 20-16,1 1 0 0,2 2 4 0,-2 6-8 0,8 1 3 15,0-1-13-15,4 2-1 0,4-1-9 0,4 0-12 0,0-3-3 16,6 2-8-16,2-2 5 0,3-1-14 0,1-3-52 16,4-4-61-16,3 0-79 0,-4 0-77 0,4-6-90 0,-2-2-81 15</inkml:trace>
  <inkml:trace contextRef="#ctx0" brushRef="#br0" timeOffset="271497.1782">29635 8822 1802 0,'5'-15'35'0,"-3"1"22"0,0 3 39 0,-2-3 26 0,4 7 36 16,-3-1 31-16,-2 2 17 0,-1 3 2 0,2 2-35 0,2 0-22 16,-2 2-35-1,1 0-34-15,2 2-38 0,-1-1-26 0,3 2-22 0,1-1 4 16,1 2 2-16,2 2-4 0,-1 0-1 0,0 0 8 0,3 5-2 0,-5-2 0 16,1 1-3-16,-4 2 2 0,-3 2 3 0,1-1-1 0,-1-2-5 15,-1 1 6-15,1-1-2 0,-3 2-3 0,1-3 11 0,0 0-12 16,-1-1-3-16,2-3-4 0,-1 0 15 0,0-4-10 0,1 1 3 15,1-1 0-15,0 1-2 0,0-3 7 0,1-2 0 16,1 1 27-16,0-1 5 0,-1-2-5 16,2 0 10-16,1-3 0 0,0-2-3 0,4-2 0 15,3-2-5-15,0-4-14 0,3-1-15 0,2-6 5 0,0 1-4 0,0-1-2 16,-2 0 10-16,-3 2 18 0,1 1 31 0,-3 3 20 0,-5 0 6 0,-2 5 32 0,1 1 16 16,-1 1 36-16,-2 3-6 0,0 2-9 0,-2 2-24 0,1 3-29 15,-1 0-9-15,0 0-27 0,-1 0-19 0,3 3-35 16,-1 1-6-16,1 1-9 0,1 2-11 15,-1 3 9-15,3 2 2 0,-1 3-3 0,0 4-1 0,4 0 4 16,-1 3-2-16,4 3 2 0,-2-1 7 0,1 2-8 16,0-2-8-16,2 1-56 0,2-1-45 0,1-2-66 0,0-2-55 0,-1-2-79 0,2-1-86 0,-3-1-94 15,0-3-71-15</inkml:trace>
  <inkml:trace contextRef="#ctx0" brushRef="#br0" timeOffset="271674.1757">30190 8901 2435 0,'-5'-4'20'0,"1"1"53"0,0 3 38 0,4-4 49 16,-3 0 19-16,-2 2 12 0,4-2 21 0,-2-1 13 0,6-1-17 0,-3 2-49 15,1-1-45-15,6 0-42 0,-2 0-24 0,5-2-16 0,2 4-17 16,1-1-18-16,2-1 1 0,1 2-3 0,1 3 4 0,4-2-6 16,-4 0-42-16,2 2-43 0,0 0-43 0,-1 0-68 15,-3 2-70-15,-4 0-86 0,1 1-66 0,2 1-96 0</inkml:trace>
  <inkml:trace contextRef="#ctx0" brushRef="#br0" timeOffset="272309.698">30641 8572 1362 0,'0'2'34'0,"-4"-2"21"0,8-2 37 15,-4 0 24-15,0 2 15 0,0 2 6 0,-4 0-1 0,4-2 1 16,-3 0-36-16,3 6-19 0,0-4-19 0,3 5 15 16,-3 1-12-16,4 4-6 0,-4 2 27 15,4 3 12-15,1 4 11 0,0 2-3 0,-1 0-16 0,1 2-40 0,2-1 1 0,0 2 4 16,0-1-23-16,1 1-19 0,0-2-6 0,-1 1 1 0,0 1-1 16,1-3 2-16,-2-2-6 0,2 0-5 0,-4-4 2 0,5 0 4 15,-5 1-5-15,1-4 0 0,3-2-42 0,-5-4-52 0,2-2-57 16,0 2-55-16,-2-3-59 0,-3-2-75 0</inkml:trace>
  <inkml:trace contextRef="#ctx0" brushRef="#br0" timeOffset="272574.1175">30715 8459 1848 0,'-4'-6'42'0,"4"4"27"0,0 0 34 15,4-4 25-15,-4 6 31 0,0 1 12 16,-4-2 10-16,8 0-4 0,-4 0-38 0,6 2-34 0,1-1-29 0,5 5-24 0,1-3-31 16,4 5-12-16,4 2-10 0,2 3 7 0,6 4-11 0,-2 1 9 15,-1 4 2-15,4 0-9 0,-3 1 9 0,-3 5-1 0,2 0-4 16,-1 1-7-16,-3-3 7 0,0 4 4 0,-6 0-8 0,-1-3 9 16,-2 2-9-16,-1-2 2 0,-2 1 1 0,-3-1 11 15,-4 3-8-15,-1-4 2 0,-2 1-1 0,-5 0-7 0,1 2 8 16,-5-2-3-16,-3 2 2 15,-3-1-4-15,-2-3-8 0,1 4-48 0,-5-3-51 0,-2-3-42 0,-1 3-91 0,3-4-60 16,-2-3-79-16</inkml:trace>
  <inkml:trace contextRef="#ctx0" brushRef="#br0" timeOffset="273277.3782">31380 8876 1780 0,'-3'-1'42'0,"1"1"9"0,1-3 31 15,2-2 18-15,-2 3 5 0,1 2 7 0,-5 0 3 0,5-1-1 16,0 1-45-16,0 0-13 0,0 0-26 0,0 1-25 0,0 3-1 0,5 4-7 0,-4-1 2 15,4 2-2-15,-2 4 7 0,2 0 5 0,0 3-10 0,1 0 16 16,2-3-12-16,-2-1 7 0,2 0-2 0,2-2 4 0,1-1-6 16,0-1 0-16,-1-4 12 0,0 2-1 15,2-5 16-15,-4 0-4 0,4-1 3 0,-2-3-3 0,4-2 3 16,-5-2 4-16,3 0-3 0,3-5-10 0,-2 0-1 0,1-1 3 0,-1-1-2 0,1-3 2 16,-1 1 1-16,-2-4 7 0,0 5 5 0,-3-4 7 0,0 2-2 0,-1 0 1 15,-4 1 9-15,1 4 6 0,-1 0 3 0,-2 1-9 16,1 4 0-16,-2 0-9 0,2 4-4 0,-2 1-12 0,0 2-14 0,0 2-6 15,-2 1-8-15,0 2 4 0,1 4-18 0,1 3 6 16,-3 5-2-16,-1 0 14 0,3 10-6 0,-5 0 2 0,3 6 5 0,-1 1-2 16,1 1 2-16,3 3 0 15,-3 3 2-15,5-2-9 0,-1 6 9 0,2-3-7 0,1 1 0 0,0 1-7 0,2-1 10 0,2 3-1 16,-1-2-2-16,-2 0 0 0,4-4-2 0,-4 0 4 0,-1-1-4 16,1-3 4-16,-2-2-2 0,1-3-3 0,-3-3 4 0,-1-3 1 15,0-3-5-15,-1-5 6 0,-3-1 8 0,3-5 22 0,-2-2 37 16,-1-4 31-16,3-1 28 0,-6-4 25 0,7 0 21 0,-7-1-1 15,4-2-8-15,-5-2-15 16,0-2-33-16,-6 0-23 0,1-3-34 0,-4 2-20 0,0-4-6 16,-3-2-6-16,1 0 0 0,3-3 4 0,1-1-9 0,2-3 2 0,2-1-7 0,0 0-6 15,4-4-2-15,6-1 0 0,-1-2-10 0,4 0-19 0,3-3-15 16,4 1-20-16,5-3-39 0,1-2-39 0,4 4-56 0,4-3-35 16,-1 1-42-16,4 2-53 0,4 1-58 0,-3 6-38 0,-2 1-39 15,2 3-21-15</inkml:trace>
  <inkml:trace contextRef="#ctx0" brushRef="#br0" timeOffset="273573.6738">32190 8622 1904 0,'1'-4'38'0,"2"0"45"0,0-4 33 0,0 5 44 0,-3-1 26 15,-3 4 40-15,2 0 11 0,-1 0 6 0,-1 0-39 16,2 2-42-16,1 0-38 0,-3-2-44 0,3 3-22 0,0 1-44 0,0 1 0 16,3 7 17-16,-2 1 4 0,4 3-7 0,-2 6 10 0,-2 0-3 15,4 2 0-15,2 5 0 0,-2 3-8 0,2-2-19 16,-2 2-6-16,1 0 3 0,1 0-3 0,-1-3-47 0,2 0-59 15,-2-1-70-15,1 0-74 0,-4-2-100 0,3-4-72 0,-3 2-95 16</inkml:trace>
  <inkml:trace contextRef="#ctx0" brushRef="#br0" timeOffset="273731.0333">32093 9107 2006 0,'-13'-8'21'0,"3"-1"40"15,-2-1 44-15,6-2 32 0,-2 0 34 0,-3 5 44 0,5-3 19 0,1 0 19 0,2 0-7 0,4-2-39 16,3 3-39-16,2 1-32 0,4-1-36 0,5-1-40 0,4 0-25 15,2 1-17-15,4 1-14 0,2-1-1 0,3 0-8 0,3 4-10 16,0-5-35-16,2 5-53 0,3-2-58 0,-5 1-56 16,0-1-87-16,0 5-57 0,-3-2-91 0</inkml:trace>
  <inkml:trace contextRef="#ctx0" brushRef="#br0" timeOffset="273926.5075">32737 8482 1758 0,'-5'-9'28'0,"2"1"31"0,3 0 47 0,-2 4 37 0,-3 0 25 16,0 4 25-16,4-1 0 0,-1 1 4 0,0 1-26 16,2-1-36-16,0 4-39 0,2 0-43 0,0 4-20 0,3 4-29 0,-1 1 3 15,0 5 12-15,2 5 18 16,2-1 11-16,0 6-7 0,0 1 7 0,0 1-6 0,1 2 3 16,-1 1 5-16,0-2-24 0,3 1-15 0,-5 1-13 0,4-1 11 15,-4-2-56-15,5-4-45 0,-6 0-70 0,-1-1-77 0,0-1-81 16,-1-3-65-16</inkml:trace>
  <inkml:trace contextRef="#ctx0" brushRef="#br0" timeOffset="274074.834">32643 9129 2155 0,'-6'2'30'0,"-1"1"41"0,6-6 27 16,1 3 44-16,-3 0 22 0,3 4 32 0,-2-1 16 0,4-5 1 0,2 1-33 16,0-3-28-16,5 2-31 0,7-4-37 0,0 0-27 0,4-1-29 15,6-1-15-15,0 0 5 0,3 2-1 0,2-1-12 0,-1-1-2 16,2 3-38-16,-2-2-37 0,0 2-54 0,-5 0-49 15,1 3-67-15,-2 1-54 0,-4 1-72 0,0 0-47 16</inkml:trace>
  <inkml:trace contextRef="#ctx0" brushRef="#br0" timeOffset="274354.9441">32828 9310 1287 0,'0'4'28'16,"0"0"25"-16,0-4 33 0,5 0 22 0,-5 1 48 0,0-1 31 15,0 0 19-15,0-1 26 0,3 0-15 0,-2-1-24 0,7 0-31 16,-1-1-22-16,4 1-49 0,2-1-30 0,-1 1-21 0,2 1-21 16,1 1-16-16,0 0-3 0,0 1 2 0,0 1-2 0,-3 3 6 15,2-1-3-15,-3 1-3 0,-3 2-1 0,-1 2-1 0,0-1 4 16,-2 2 7-16,-2 0-1 0,-3 0 8 0,0 2 17 0,-3 2 20 16,-1 1 14-16,0-1 11 0,-7 1 6 0,4 2-8 0,-2-1 13 15,1 1 7-15,-5 0-9 0,5-1-14 0,2-2-9 0,-2 0-9 16,4 0-6-16,0-1-7 0,1-1-7 0,2-2-18 0,-1 0-8 15,0-1-6-15,4-2-1 0,1 0 0 0,-1-1-2 0,3-2 7 16,-1 1 1-16,6-2-10 0,-1-1-20 0,2-2-43 0,2 0-56 0,0-5-56 16,4-2-59-16,1 2-88 0,-1-2-61 0,-1-3-72 0,-1-2-51 15</inkml:trace>
  <inkml:trace contextRef="#ctx0" brushRef="#br0" timeOffset="274824.1418">33185 8901 1724 0,'0'0'46'0,"0"0"30"16,0 0 30-16,-3-22 33 0,3 22 30 0,0 0 20 0,0 0 13 0,0 0 6 15,0 0-40-15,0 0-29 0,0 0-31 0,-9-12-37 0,9 12-27 16,0 0-25-16,0 0-31 15,46 90 21 1,-41-80-6-16,0-4 0 16,3-1 5-16,-1 2 7 0,-1-2-6 0,3-1 7 0,1-1-4 0,0-2-1 15,-1-1 3-15,2-1 4 0,-1-3 0 0,0 1-7 0,3-6 0 16,-1 1 1-16,0-4-6 16,-1 1 0-16,0-4-2 0,-1 2-4 0,1-1-5 0,0-1 6 0,-3-2-2 0,0 1 1 0,0 0 3 15,-2 0 2-15,-2-1 11 0,3 5 2 0,-4 2 13 0,-1 1 0 16,-1 1 1-16,-1 4-2 0,0-1 2 0,0 3-8 0,0 2-14 0,0 2 5 15,0 0-15-15,-1 4-5 0,-3 3 5 0,3 1-5 0,-2 4 2 16,-1 4 8-16,3 3 3 0,-4 3-11 0,2 3 8 0,2 1-5 16,-3 4 3-16,4-1-3 0,0 3-3 0,4 1 1 0,-4 0-3 15,1 0 5-15,5 1-8 0,-3-3 8 16,4 1-4-16,-4 0 4 0,4-5 0 0,-4 0 2 0,3 1 0 0,-3-7-2 0,-2-1 3 0,-1-2-1 16,0-3 1-16,0-5 22 0,-3 0 23 0,0-4 11 0,0-3 21 15,2-4 13-15,-2 2 7 0,-1-6 0 0,3 1-9 0,-4-5-16 16,2 0-28-16,-5-3-41 0,-2 2-41 0,2-4-43 0,-1-4-49 0,-4-2-49 15,5-3-66-15,0 0-70 0,-2-2-94 0,2-4-48 0</inkml:trace>
  <inkml:trace contextRef="#ctx0" brushRef="#br0" timeOffset="275074.8573">33517 8456 1384 0,'0'-13'31'0,"4"6"16"0,-4-2 45 16,4-1 16-16,1 4 36 0,-4 2 18 0,1-1 3 0,-1 1 1 15,1 4-27-15,0-1-19 0,1 2-40 0,0-1-23 0,0 5-30 16,4-1-13-16,2 3-8 0,-3 1 0 16,2 1-3-16,5 2 14 0,-5 0-2 0,0 1 9 0,0 1-4 0,-2 1 3 0,-1-1 21 0,-1-1 18 15,0-1 9-15,-4 1 20 0,3-5 15 0,-2 3 18 0,-1-4 38 16,2-2 13-16,-2-2 23 0,2-2 8 0,-1-1 22 0,1-2-20 16,0-1-19-16,2-4-17 0,1 0-35 0,3-2-25 0,-2-2-44 0,6-4-23 15,0-2-25-15,4-1-17 0,-1-2 1 0,4-1-6 0,-1 2 0 16,-1 3 2-16,-3-4-3 0,4 4-7 15,-4 1-47-15,2 0-27 0,-2 4-39 0,-2 1-47 0,0 0-72 16</inkml:trace>
  <inkml:trace contextRef="#ctx0" brushRef="#br0" timeOffset="276670.3327">22715 10384 2494 0,'-13'3'40'0,"4"-1"41"16,1 1 56-16,3-6 35 0,1 3 37 0,-3 3 43 0,2-3 36 0,-1 0 26 15,6 0-22-15,0 0-38 0,0 1-44 0,0-1-34 0,5 0-33 16,-1 1-42-16,1-1-38 0,7 2-21 0,3 0-15 16,4-2 0-16,8 3-12 0,3-3-2 0,8 3 4 15,1-1-14-15,4 1-32 0,0-2-60 0,-4 0-78 0,-4 2-60 16,-5 0-79-16,-4 2-72 0,-6 0-67 0,-10 1-27 15,-6 1 11-15,-4 5 25 0,-6 3 59 0,-2 1 67 0,-9-1 76 16,-5 2 74-16,-3 2 62 0,0-3 38 0,-3-1 24 16,0 0 60-16,-1-3 45 0,2-2 12 15,5-2 41-15,5 0 25 0,3-2 20 0,2-4 13 0,6 3 19 0,-1-2-24 16,7-2-26-16,0-1-23 0,5 0-36 0,0 0-26 16,7-1-25-16,3-2-12 0,3 2-17 0,5-3-2 0,7-1-2 15,4 1-24-15,-1-3-56 0,3 3-37 0,0-2-73 0,1-2-64 16</inkml:trace>
  <inkml:trace contextRef="#ctx0" brushRef="#br0" timeOffset="280887.363">23596 10560 568 0,'0'-1'22'0,"0"1"14"0,0 0 9 0,0 1 13 16,0-2 25-16,0 1 22 0,0-1 12 0,-4 1 16 15,4-3-6-15,0-1-2 0,0 2-5 0,4-5-5 16,-3-3-7-16,3-1-1 0,1-2-6 0,0-3-9 0,3 0 13 0,0-4 7 0,1 1 3 0,1-3 5 16,-2 3-4-16,1-1-12 0,1 2 21 0,-2 0 14 15,-2 4-20-15,2-1-12 0,-3 1 16 0,-1 7-7 16,0-1 2-16,-4 3-7 16,1 3-34-16,-1 0-20 0,0 1-13 0,2 2-11 0,-2 1-28 0,0 0-4 15,2 3-16-15,-1 3 6 0,2 4-5 0,1 5 1 0,3 4 7 16,0 6 9-16,-1 6 2 0,0 0 0 0,3 5-7 15,0 3 2-15,-3-2 5 0,0 4 4 0,-2-2-4 0,2-2-5 0,-2 1 0 16,0-4-2-16,0 0 15 0,1-4-15 0,-2-3 2 16,1-1 0-16,2-6 2 0,-5 0-4 0,2-5 7 0,-3-2-5 15,0-2 0 1,0-5 5-16,-3 2 2 0,2-3-7 0,-5 0 1 0,-1-2 3 0,1-1-3 16,-5 3 11-16,-3-1-12 0,-4-1 0 0,-2 2 6 0,-4-2 8 15,0 0-8-15,0 1 29 0,-3-5 16 0,4 2 4 16,2-2 20-16,4-1 12 0,1 0 14 0,7-1 9 15,-1 1 5-15,6-3-22 0,0 3-16 0,4 0-9 0,4 0-13 16,-4 0-20-16,1 0-12 16,5 0-16-16,-3 0 2 0,7 0 0 0,1 0-7 15,8 0 0-15,5-4-4 0,2 1 16 0,8-2-16 0,4 0 1 0,1 0-33 0,5-2-43 16,-1 0-35-16,-3 0-73 0,-1 0-60 0,-2-1-84 16,-4 4-97-16,-2-1-94 0</inkml:trace>
  <inkml:trace contextRef="#ctx0" brushRef="#br0" timeOffset="281251.6637">24520 10405 1536 0,'0'-11'43'0,"-6"3"31"0,1 1 43 0,2-1 34 0,-3-1 32 16,-1 4 38-16,-1-1 32 0,1 2 40 0,-1 0-33 16,1 1-20-16,4-1-40 0,-2 2-35 0,4 2-37 15,-4 0-35-15,5 2-39 0,0 0-36 0,5 3-11 0,-5 7-10 16,0 2 1-16,3 3-3 15,-2 6 8-15,3 3 1 0,0 8 7 0,3 2-1 0,-1 1 2 0,2 1-7 0,-2 3 2 16,1 1 3-16,1-1 0 0,-2-2-2 0,0 1-3 16,-3-1 3-16,2 0-11 0,-2-4-58 0,1-5-63 0,-3-1-60 15,-1-2-73-15,0-4-69 16,-1-2-63-16,-1-7-72 0</inkml:trace>
  <inkml:trace contextRef="#ctx0" brushRef="#br0" timeOffset="281404.3942">24320 10935 2029 0,'-15'-14'47'0,"1"1"25"15,1-2 40-15,3 2 31 0,0 1 47 0,0 4 25 0,4-1 35 16,-2 1 15-16,3 4-34 0,2-2-14 0,3 0-39 16,2 3-35-16,4 0-43 0,5-1-22 0,3-3-39 15,5 2-14-15,8-2-21 0,1 2-8 0,6-2-4 0,4 0-33 16,0 2-27-16,3-1-59 16,-2 2-39-16,-1 0-76 0,0 1-63 0,-2 2-56 15,-2-1-85-15</inkml:trace>
  <inkml:trace contextRef="#ctx0" brushRef="#br0" timeOffset="281827.3819">24880 10722 1802 0,'-1'0'36'0,"1"-1"26"0,0-2 29 0,1 3 24 0,3-4 27 16,-4 4 22-16,0 0 23 0,1-1 12 0,1-1-36 0,-1 1-26 0,3 1-28 15,-3 0-22-15,2 1-29 0,1 2-22 0,1 0-24 0,0 1 1 16,-1 0-5-16,2 1 5 0,-3 4 0 0,2-1-2 15,-2 3-1-15,-1 0 1 0,0 3-3 0,-2 1-5 16,-2 4 5-16,-1-2-5 0,-1 0-4 0,1 3 1 0,-3-2 6 16,3 0-1-16,-5 0 2 15,5-1-11-15,0-4-2 0,-1 0 9 0,1 1 0 16,0-4 2-16,1-2-5 0,2-3 0 0,-1 2 3 0,1-4 5 0,0 0 2 0,1-3 1 16,-1 0 13-16,2 0 10 0,-2 0 10 0,2-4 10 15,-1 1-2-15,2-4-3 0,2 0-1 0,0-5-16 16,4-2-1-16,2-7-16 0,-1-3-3 0,2-5-14 15,1-4-1-15,1 0 6 0,1-5-1 0,-3 2 31 0,3 0 7 16,-6 0 35-16,4 4 8 0,-7 4 30 16,0 5 22-16,-1 4 28 0,0 4 12 0,-5 5-22 15,0 3-15-15,-3 4-31 0,0-1-10 0,3 4-34 0,-4 0-23 0,4 4-35 16,0-1-6-16,0 5-3 0,4 1-3 0,-4 8 1 0,6 0 1 16,-2 5 1-16,0 2 0 0,2 5 8 0,0 4 0 15,1 0-1-15,0 0-4 0,1 1-7 0,0-5-57 16,3 3-28-16,-1-3-35 0,1-3-60 0,1-1-61 0,1-4-69 15,1-1-63-15,1-4-80 16,-4-3-28-16</inkml:trace>
  <inkml:trace contextRef="#ctx0" brushRef="#br0" timeOffset="282274.4607">25603 10447 1802 0,'-1'-7'25'0,"-3"4"41"15,8-4 44-15,-6 7 39 0,0-2 22 0,1 2 34 16,-2 0 0-16,1-1-2 0,2 4-30 0,-2-3-36 0,2 3-50 15,0 2-34-15,2 4-13 0,0 5-13 0,1 1 12 16,0 7 14-16,0 5 7 0,3 3-5 0,-1 3 9 16,1 4 1-16,1-2-17 0,-2 4-15 0,0-3-12 0,-1 5-12 15,-1-4-5-15,0 0 3 0,-1-2-5 0,-2-2-71 16,-2-3-62-16,-1-2-77 0,0-3-87 0,-2-3-84 16,2-2-62-16</inkml:trace>
  <inkml:trace contextRef="#ctx0" brushRef="#br0" timeOffset="282424.9469">25512 10892 1881 0,'-7'-12'40'16,"1"3"35"-16,1-1 36 0,2 0 34 0,1 3 40 0,-1 2 10 15,3-2-5-15,3 0 15 16,3 4-47-16,2-2-30 0,6-2-40 0,2 2-33 16,6 2-42-16,5-3-6 0,2 3 4 0,1 2-14 0,1-2 9 0,1 3-14 0,1 0-47 15,0 0-55-15,-1 3-61 0,-2-2-57 0,-1 3-64 16,-3-3-45-16,3 1-58 0</inkml:trace>
  <inkml:trace contextRef="#ctx0" brushRef="#br0" timeOffset="282925.9951">26034 10781 1105 0,'-1'0'30'0,"1"0"27"15,-2-2 30-15,2 4 19 16,0-2 23-16,-3 0 10 0,3 0 1 16,-3 2 4-16,3 0-32 0,0-1-26 0,0 2-33 0,0 1-11 15,3 0-25-15,3 4-11 0,-1 0 0 0,0 1-3 16,3 2-2-16,-2 0 1 0,5 0 6 0,-4 2-13 0,1-2 6 0,2-2 6 0,-2-1-1 15,0-3 13-15,2 0 9 0,1-3 18 0,-5-1 1 16,5-3 15-16,-1-4-4 16,2-2-9-16,2 0 3 0,-1-5-10 0,3-3 4 0,-2-1-9 0,3 0 2 15,-4-2 1-15,2-3 0 0,0 1 10 0,-3 1 15 0,2 1 6 16,-8-1-1-16,0 6 7 0,-1-1-4 0,-2 3-7 16,0 6-11-16,-3 0-1 0,0 4-22 0,-3 2-8 0,3 1-15 15,-1 5-12-15,1 4-2 0,-2 4-6 0,1 3 10 0,1 7-3 16,0 4 4-16,0 4-3 0,-4 5 6 0,4 3-1 15,0 2-5-15,4 3 6 0,-4-2-1 0,0 4-1 0,0-3 6 16,0 5-7 0,0-3 0-16,1 0 3 0,2 0 0 0,0-3 0 0,-1 2 4 0,-1-4-7 0,-1-1-4 15,0-1 9-15,-1-5-5 0,-5-2 0 0,-1-1 5 16,-2-3-5-16,-3-6-3 0,0-1 6 0,1-6 0 16,-1-5 0-16,0 1 25 0,1-7 14 0,11-4 4 0,0 0 19 0,0 0 14 15,0 0 16-15,0 0 8 0,0 0 8 0,0 0-14 0,0 0-17 16,0 0 3-16,-93-66-13 0,93 66-1 0,0 0-14 15,0 0 1 1,0 0-6-16,-98-133-2 0,90 109-1 0,3 0-8 0,5-3-9 0,2 3-9 16,4 1-9-16,7-5-12 0,3 3 6 0,3-1-10 0,7 2 2 15,8-1-5-15,2 1 3 0,5 1-4 0,8 2 1 16,-1 1 1-16,2 0-13 0,2 2-20 0,0 1-15 16,-6 1-22-16,2 1-30 0,-6 1-30 0,-3 2-45 0,-5 0-46 15,-4 4-55-15,-4-1-33 16,-8 5-46-16,-2-1-31 0,-5 0-47 0</inkml:trace>
  <inkml:trace contextRef="#ctx0" brushRef="#br0" timeOffset="284041.8236">27130 10396 1449 0,'0'0'45'0,"0"0"16"0,0 0 29 0,0 0 18 15,0 0 23-15,0 0 25 0,0 0 3 0,-9-24 3 0,9 24-44 16,0 0-20-16,0 0-30 0,0 0-14 0,0 0 9 16,0 0-17-16,0 0 8 0,-2 29-7 0,2-29 2 15,0 0 5-15,0 0 3 0,0 0-4 0,0 0-29 0,37 249-11 16,-28-207-6-16,-1-4 4 0,-2 3-2 0,2-2 4 16,-2-3-9-16,0-3-59 0,-2-1-58 0,-1 0-82 15,-2-3-80-15,1-4-75 0</inkml:trace>
  <inkml:trace contextRef="#ctx0" brushRef="#br0" timeOffset="284184.0789">27138 11015 2213 0,'0'0'54'0,"0"0"40"0,0 0 23 15,0 0 43-15,-136-94 47 16,136 94 27-16,0 0 33 0,0 0 19 0,0 0-54 0,0 0-34 16,0 0-21-16,0 0-45 0,-44-53-44 0,44 33-32 0,18 15-36 0,8 1-13 15,3-3-3-15,6 0-3 0,5 0-4 0,6 2-33 16,1-1-47-16,1 2-47 0,-2-1-59 0,-1 3-75 0,-3 2-77 15,-4-3-88-15,-2 3-85 0</inkml:trace>
  <inkml:trace contextRef="#ctx0" brushRef="#br0" timeOffset="284698.9333">27560 10762 761 0,'0'0'27'0,"0"0"20"0,0-19 33 0,0 19 12 16,0 0 29-16,0 0 11 0,0 0 24 0,0 0 19 0,0 0-15 16,0 0 1-16,6-8-20 0,-6 8 3 0,0 0-22 15,0 0-1-15,0 0-6 0,0 0-15 0,0 0-4 16,0 0-13-16,74-18-4 0,-64 19-5 0,-4 2-5 15,1-2-4-15,2 5-10 0,-4-4-7 16,-1 3-6-16,1 3-2 0,2-2-12 0,-6 3-9 0,3 0 3 16,-4 0-6-16,0 4 2 0,0 2 4 0,-4-1-3 0,-1 3-4 0,2 2-4 0,-2-1 8 15,1 0-9-15,-3 1 2 0,0-2-8 0,0 0-6 16,2 0 2-16,1-1 2 0,-3-3 1 0,1 1-3 16,1-5 5-16,2-3-2 0,3-6 26 15,0 0 9-15,0 0-10 0,0 0 16 16,0 0 3-16,0 0-4 15,0 0-1-15,0 0-13 0,0 0 7 0,30-33-13 16,-30 33-5-16,0 0 1 0,0 0 23 16,0 0 18-16,119-214 14 0,-108 186 29 0,3 6 18 15,-8 2 10-15,2 4 25 0,-4 3 6 0,-4 13-33 0,0 0-7 16,0 0-26-16,0 0-26 0,0 0-18 0,0 0-16 16,0 0-54-1,17 49 12-15,-11-28 16 0,5 1-10 0,-1 7 3 0,2 0-1 16,2-1-52-16,-1 1-41 15,4-1-57-15,0 1-68 0,-4-5-67 0,4-1-92 0,0-1-77 0,0-2-97 16,1-5-45-16</inkml:trace>
  <inkml:trace contextRef="#ctx0" brushRef="#br0" timeOffset="285715.5088">28184 10706 833 0,'-3'0'32'0,"2"0"26"16,-1 0 25 0,0 0 27-16,2 0 8 0,-1 3 2 0,1-2-2 0,-2 0 1 0,2 2-30 0,0 1-7 15,0 3-15-15,3 3-18 0,-3-2 0 0,2 3 6 16,1 3 8-16,0 1 0 0,3-1-3 0,-3 2-11 16,4-3-7-16,-2 0 2 0,0-1-9 0,4-2-3 0,-3-3 0 0,1 3 16 15,2-8 6-15,-1 3 11 0,1-5-6 0,3 0-6 16,0-5 3-16,1 0-2 15,1-3-3-15,0-5-17 0,3-2-7 0,-2 1-14 16,2-6 3-16,-2 1 0 0,0-3 1 0,-2 4 3 0,1-5 0 0,-4 4 18 0,1-1 11 16,-5 1 8-16,2 4 3 0,-2 1 3 0,-3 4-6 15,1 2-7-15,-4 4-1 0,0 0-22 0,0 4-10 16,0 0-17-16,0 7 10 0,0 0-16 0,0 5 9 0,0 5-5 16,0 4-1-16,-4 6 6 0,3 5-3 0,-1 4 8 15,-1 5-17-15,0 2 10 0,3 4 1 0,0 1 1 16,0 1-1-16,1 1-1 0,3 1 1 15,0 2 3-15,1-2-4 0,2-3 4 0,-1 0-8 0,-2-2 1 0,1-3 1 16,-2-3 2-16,1-3 1 0,-4-1 4 0,-4-7 45 16,1 0 6-16,-3-5 15 0,-2-2 32 0,-1-4 25 0,-1-3 27 15,-2-2 38-15,2-6 20 0,-1-4-18 0,-2 1-9 16,2-6-7-16,-3-2-35 0,-2-4-19 0,1-2-30 0,-5-4-32 16,1 0-35-16,2-3-10 15,-4-6-3-15,4-3-4 0,4-3-3 0,5-3-16 0,7-3-15 16,1-5-30-16,8-1-31 0,6 0-54 0,7-2-59 0,5 1-65 0,8 1-58 15,4 3-66-15,-2 1-63 0,7 6-82 0,-2-1-67 16</inkml:trace>
  <inkml:trace contextRef="#ctx0" brushRef="#br0" timeOffset="285868.9103">28857 10822 2746 0,'-7'0'32'0,"-1"2"42"16,-2-1 17-16,7-4 45 0,-2 3 14 0,2 0 29 0,-1 2 4 15,4-4 3-15,-2 2-33 0,2 0-43 0,0 0-17 16,0 0-41-16,0 0-20 0,0 0-52 0,0 0-33 16,0 0-57-16,76-15-62 0,-76 15-78 0,136-19-69 15,-108 17-79-15,1-1-84 16</inkml:trace>
  <inkml:trace contextRef="#ctx0" brushRef="#br0" timeOffset="286449.418">29367 10721 1735 0,'0'0'26'0,"0"0"34"16,0 0 25-16,-12-15 26 0,12 15 21 0,0 0 19 16,0 0 4-16,0 0 0 0,0 0-22 15,0 0-40-15,0 0-27 0,0 0-27 0,0 0-23 16,0 0-32-16,-1 29 1 16,18 36 33-16,-11-55-15 0,-1 2 7 15,3-2-7-15,-1-3 4 0,2-2 0 0,-3-1-3 16,2-1-2-16,3-3-2 0,0 0 7 0,1-5-7 15,5-2 5-15,-1-3-5 0,3-1 4 0,4-4 1 0,-4 0-2 16,5-4-3-16,-4 0 0 0,-3 2 5 0,0-3-7 16,-3 1 9-16,-2 2-3 0,-2 0 10 0,-3 2 24 0,-2 1 7 15,0 1 12-15,-3 2 9 16,-1 1 16-16,-2 5 6 0,1 0 2 0,-2 1-17 0,2 1-23 16,-1 3-8-16,-1 0-25 0,0 5-4 0,2-1-13 0,-2 4-10 0,2 5-11 0,-2 2 13 15,-1 3 3-15,1 6 5 0,-1 3 8 0,0 4-8 0,-2 4-3 16,3 1 5-16,-1 3 6 0,3 2-6 0,0 1 2 15,0 0-7-15,0 2 6 0,3-1-4 0,1 2 9 0,1-3-3 16,-1-1-3 0,0 1 4-16,1-4-6 0,-1 1 8 0,-3-3-8 0,-1 1 8 0,0-7-6 0,0 0-1 15,-3-2 4-15,-1-4-10 0,-1-6 10 0,2-1-5 16,-2-2 3-16,0-5-1 0,0-2 3 0,2-2 3 0,-1-4 15 16,1 1 32-16,-1-1 27 0,4-4 22 0,-1-1 9 15,-3 2 3-15,0-6-4 0,0-1-4 0,-2-2-11 0,-1-2-37 16,-3-4-24-16,0 0-24 15,-4-6-1-15,1 1-9 0,-1-4 6 0,2 0-3 0,-1-3 1 16,-1 2 8-16,2-2-14 0,2 1 3 0,2-1-3 0,5 3 4 0,1 1-8 16,4-2 8-16,1 6-3 0,3-3-3 0,6 4 11 15,3-2-7-15,5 0-2 0,9 3 0 0,2-1-5 0,9-2 3 16,6 3-5-16,0-2 7 0,6 0-7 0,0 3 5 0,-1 0 0 16,-1 0-10-16,-4 1-9 0,-2 3-22 0,-6 1-10 15,-1-2-18-15,-7 6-31 16,-3-3-6-16,-1 3-31 0,-5 2-27 0,-5-1-26 0,-2 3-36 15,-5-1-37-15,-4 4-45 0,-1 1-47 0,1 0-78 0</inkml:trace>
  <inkml:trace contextRef="#ctx0" brushRef="#br0" timeOffset="287449.2421">30521 10462 1746 0,'-2'-2'29'0,"0"1"25"15,4-3 38-15,-2 4 29 0,0 0 25 0,-3 1 8 0,1 0 10 16,1 1-4-16,-3-1-31 0,4 1-23 0,-1 3-38 0,1-1-27 16,0 8 14-16,1 3-3 0,3 4-8 0,-1 6 7 15,2 3-2-15,2 4-2 0,1 5 1 16,2 3-4-16,-1-1-34 0,2 0-4 0,-1 0-4 15,2-3-1-15,-2 0 4 0,-1-2-21 0,4-1-60 0,-5-3-75 0,-2-1-93 0,1-2-76 16,0-2-85-16</inkml:trace>
  <inkml:trace contextRef="#ctx0" brushRef="#br0" timeOffset="287609.7153">30449 10967 2109 0,'-23'-13'23'0,"0"-2"34"0,0 2 33 15,2-4 28-15,7 4 39 0,-5 0 43 16,4 1 22-16,2 1 18 0,3 1-7 0,3 2-33 15,5 0-36-15,4 1-26 0,3 2-44 0,8-2-42 0,6 2-24 16,3-1-13-16,8-1-23 0,10 3-8 0,6-3-24 0,7 2-46 0,6-1-58 0,1-1-61 0,5 3-87 16,-2 2-94-16,3-2-82 0</inkml:trace>
  <inkml:trace contextRef="#ctx0" brushRef="#br0" timeOffset="287777.0907">31448 10455 2306 0,'-3'-15'32'0,"-2"2"25"15,0 3 33-15,4-3 37 0,-5 3 31 0,-2 5 21 16,3 2 5-16,3 2 1 0,-1 0-36 0,3 2-27 0,0 1-35 16,3 5-35-16,1 4-28 0,2 5-17 0,-1 3-11 15,4 5 1-15,-3 5 6 0,6 5 4 16,0 4 3-16,-2 1-1 0,-1 2-4 0,0 1-3 16,1-1-42-16,0-2-59 0,-4 1-76 0,-3 3-79 0,-3-3-99 0,0-4-81 0</inkml:trace>
  <inkml:trace contextRef="#ctx0" brushRef="#br0" timeOffset="287934.5528">31323 11129 2236 0,'-14'-3'35'0,"1"-1"38"0,5-3 38 15,4 4 33-15,-6-2 52 0,2 3 16 16,5-1 26-16,0-1 7 0,3 4-34 0,3-2-35 0,0-1-41 0,9-2-34 0,2 0-47 16,2-2-19-16,7-1-30 0,6 1-4 0,6-2-7 0,4 3-47 15,2-2-44-15,0 0-49 0,5 1-57 0,-5 2-53 16,-4 2-65-16,-3 1-77 0,1 1-59 0</inkml:trace>
  <inkml:trace contextRef="#ctx0" brushRef="#br0" timeOffset="288167.5529">31665 11150 1254 0,'-8'6'23'0,"-2"-2"28"0,7-2 14 0,6-2 5 0,-1 0 27 16,-2-2 19-16,1 2 12 0,1-1 28 0,0 0-6 0,2 2-11 15,1-2 3-15,5 2 0 0,-3 0-17 0,8 2-9 16,0-1 0-16,1 1-29 0,2 1-17 0,-1 0-10 0,2 0-19 15,-4 4-1-15,0 0-10 0,-2-2-7 0,-1 4-1 0,-4 0 18 16,0 5 19-16,0-4 0 16,-7 5 18-16,1 1 21 0,-5-1 26 0,-1 4 12 0,-3-2 9 15,1 2-7-15,-6 0-1 0,0 2 1 0,-2-2-10 0,0 0-18 16,-2 1-34-16,2-1-15 0,1-2-19 0,1-4-12 0,2 2-12 16,2-3-11-16,5-2 0 0,-2-1-7 0,2-3 13 0,6-2-8 15,2-1-28-15,1-3-48 0,5-1-66 0,2-2-67 0,6-6-83 0,5 1-111 16,1-3-78-16,3-4-102 0</inkml:trace>
  <inkml:trace contextRef="#ctx0" brushRef="#br0" timeOffset="288543.0343">32199 10954 1735 0,'-3'-11'16'16,"-2"4"38"-16,4 0 34 0,1-1 38 0,-7 1 22 0,6 4 13 16,-3 0 10-1,3 2-2-15,1 0-18 0,-3 2-44 0,3 0-30 0,0 2-39 16,3 0-24-16,-2 5-12 0,3 0-10 0,1 4 3 0,-2-2 5 15,3 3 5-15,-2-1-5 0,5 3 5 0,-1-3 3 0,1-1-2 16,-3 0 4-16,4-2-3 0,-2-2 0 0,1-2 9 0,1-1 3 16,-2-3-7-16,1-1-1 0,0-5 5 0,-1 1-7 15,5-4 5-15,-4-4-4 0,1-1-6 0,2-4 7 0,0-1 15 16,-3-2-1-16,4-2 15 0,-5 0 27 0,1 1 8 0,-1-1 2 16,0 4 22-16,-3 0 11 0,-2 1-1 0,0 5 9 15,-1 2-20-15,-2 2-30 0,1 4-11 0,-2 1-4 0,1 4-28 0,0 3-20 0,-2 5-8 16,1 3-9-16,-1 6 2 0,0 3 3 0,1 8 5 0,-3 6-1 15,1 1 8-15,2 6 3 0,-1 3-4 0,4 1 3 16,-1 4-2-16,6-1 0 0,-2-2-2 0,3 0 4 0,2 1-6 16,0-5 1-16,-2 1 3 0,3-5-5 0,-6-3 2 0,1-3-4 15,-4-6 6-15,-2-2-2 0,-2-5 1 0,-1-3 4 0,-2-5 12 16,2-3 24-16,-6-2 10 16,4-6 8-16,-3-1-9 0,0 0 3 0,-1-4 4 0,-3-4-9 0,4 1-36 0,-6-4-61 15,5-5-63-15,1-3-71 0,-5-3-86 0,7-7-106 0,-1 2-129 16</inkml:trace>
  <inkml:trace contextRef="#ctx0" brushRef="#br0" timeOffset="288825.5563">32588 10505 1724 0,'0'-12'31'0,"-5"2"28"0,5 3 20 0,8-2 11 0,-8 2 0 15,0 4-1-15,1 2-3 0,3 2 3 0,0 4-31 0,3 4-29 0,4 3-22 16,-2 3-11-16,3 1 3 0,1 5-2 0,4 0 7 0,-2 3-3 0,-2-2 2 0,1 1 21 15,-4-2 21-15,1-2 15 0,-5 0 9 0,2-4 46 16,-5-3 19-16,0-2 47 0,-1-3 55 0,-1-5 36 0,-1-2 20 16,4-1 2-16,-1-6-11 0,-2-2-40 0,9-5-24 0,-1-4-45 15,4-5-54-15,4-4-53 0,4 0-42 0,3-4-14 16,1 0-2-16,2-1-3 0,1 1-3 0,-1 2 3 0,0 2-6 16,0 0-6-16,-1 3 1 0,-3 5-15 0,1 2-36 0,-1 0-37 15,-3 3-32-15,0 3-59 0,-1 0-41 0,0 5-45 0,-5 2-56 0,0 3-55 16,-1 2-26-16,-5 2-39 0,1 3-27 0</inkml:trace>
  <inkml:trace contextRef="#ctx0" brushRef="#br0" timeOffset="289578.9544">23321 12355 2470 0,'-12'7'34'0,"4"-1"17"15,-1-3 17-15,8-3 14 0,-1 0 11 0,0 0 14 0,1 0 5 16,1-3 3-16,3 3-31 0,3 3-22 0,7-3-12 15,9 0-12-15,3 0-13 0,11 0-17 0,4 0 6 0,8-3-11 16,4 3 5-16,1 0-3 0,-1 0-47 0,-2 0-50 16,-6 6-54-16,-9 0-48 15,-5 2-59-15,-13 4-7 0,-3 2-23 0,-11 6 1 16,-7 4 50-16,-10-2 44 0,-9 3 53 0,-4 0 53 0,-6 0 55 0,-4-1 54 0,-1-5 61 0,-4-1 44 16,1-6 16-16,7-1 47 0,0-4 29 0,6-2 24 0,5-2 7 15,6-2-35-15,4-1-34 0,8-4-39 0,1 2-25 16,9-2-44-16,6-2-28 0,8-3-47 0,10-1-44 15,5-5-40-15,12 3-50 0,8-5-48 0,4 3-61 16,9-3-48-16,2-2-69 0</inkml:trace>
  <inkml:trace contextRef="#ctx0" brushRef="#br0" timeOffset="291058.184">24270 12484 1095 0,'2'-4'11'0,"-1"4"20"16,-2-4 19-16,1 0 16 0,-2 3 32 0,0-5 10 15,-2-1 23 1,8-1 25-16,-4 1-6 0,0-6-12 0,2 2 10 0,1-3-8 15,2 0-26-15,-2-1 10 0,2 0-17 0,-1-1-9 0,0 0 4 0,0 0 19 16,1 4-17-16,0 0-7 0,-2 2 6 0,-1 2-18 0,0 1-1 16,-1 5-12-16,1 0-12 0,0 2-26 0,-4 2-13 15,0 0-5-15,2 0-15 0,0 3-4 0,2 3 0 16,0 2-7-16,-1 5 4 0,4 3 3 0,1 7-1 16,0 3 1-16,-1 5 5 0,3 2 4 0,-1 2-4 0,0 4 3 15,-2 0-2-15,1-3-3 16,-2 3 1-16,0-2 4 0,1-2 3 0,-1 1-6 0,0-1 3 0,-3-1 0 0,-1-5-5 15,-1 1 1-15,1-2-2 0,-5-5-7 0,-1 0-5 16,0-4 6-16,-1-4-2 0,-3 0-1 0,0-4 10 0,0-1-6 16,-4-3 2-16,1-3 14 0,0 0 1 0,-2-3 34 15,2 0 12-15,-1-2 18 0,1 0 18 0,-1-2 22 16,5 1 6-16,2-1-5 0,2 1 7 0,-1-3-41 0,3 3-11 16,3 0-14-16,3-3-27 0,2-1-15 0,1 1-13 15,4-4-24-15,4 0-35 0,7-1-30 0,2-6-57 16,9 2-45-16,3 0-48 0,4 3-66 0,2-3-51 0,0 4-59 15,3 0-59-15</inkml:trace>
  <inkml:trace contextRef="#ctx0" brushRef="#br0" timeOffset="291324.5606">25116 12480 1960 0,'-8'-14'28'0,"2"3"26"16,-1 5 42-16,4-7 33 15,-4 2 51-15,-3 0 21 0,4 5 38 0,-1-1 21 16,0 3-33-16,3 4-26 0,1-1-42 0,2 1-38 0,-1 1-53 0,2-1-19 0,2 7-34 16,-2 1-26-16,1 6 4 0,2 3 0 0,1 3 4 15,-1 6 3-15,3 3 5 0,-5 3-5 0,4 5 2 16,0-2 1-16,-2 5 2 0,4-5 0 0,-4 2-3 0,3-1-56 15,0-2-57-15,1 0-50 0,-3 0-81 0,1-2-79 16,0-2-74-16,-4-5-82 0</inkml:trace>
  <inkml:trace contextRef="#ctx0" brushRef="#br0" timeOffset="291479.9815">24923 12874 2006 0,'-9'-10'37'0,"-4"5"34"15,5-2 29-15,0 0 20 0,7 0 25 0,-3 2 31 16,0-2 5-16,3 2-3 0,5-2-40 0,1 1-31 0,7-1-37 15,7-2-9-15,8 1-22 0,5-1-36 0,6-3-6 16,6 2 5 0,5 0-12-16,3 4-46 0,-1-1-53 0,-1 3-79 0,-2 4-69 0,-4 0-67 0,-3-1-88 15</inkml:trace>
  <inkml:trace contextRef="#ctx0" brushRef="#br0" timeOffset="291900.4777">25555 12725 1254 0,'0'0'21'0,"0"0"23"16,4 1 26-16,-1-1 7 0,-2-1 12 0,1 2 30 0,-2-1 11 0,3 0 23 15,1 0-10-15,0 0-23 0,2-2-21 0,1 4-1 0,1-2-17 16,1 4-28-16,-3-2-11 0,2 3-15 0,-3-1-12 16,-2 1 0-16,2 2 0 0,-2 0 0 0,-3 4 29 0,-3 1-1 15,3 0-1-15,-3 1 2 0,0 3 2 0,-2 1 1 16,-2 1-4-16,1-1-9 15,-1 0-22-15,0-1 1 0,1-3-1 0,2-1-10 0,0 1 1 0,0-4-2 0,3-2 4 16,1-2 4-16,1-2-9 0,1 0 3 0,0-2-1 16,-1-1 2-16,2-1 1 0,-1-2 1 0,1 3-6 0,1-5 2 15,0 2 7-15,1-6-6 0,4 1 5 0,-2-5-3 16,1-2 1-16,-2-3-3 0,3-3 5 0,-1-4-3 16,-1 0 32-16,-2-4 16 0,0 1 7 0,0 2 36 0,0 1 16 15,-2 1 27-15,-3 7 15 16,4 0 16-16,-4 3-20 0,0 5 3 0,0 3 1 0,-4 0-34 0,4 3-17 0,-1 3-30 15,-1 0-16-15,2 0-24 0,-1 2-13 0,1 1-13 16,0 0-20-16,1 1 8 0,2 4-7 0,2 1 5 0,2 5 0 16,2 1 8-16,0 2 5 0,3 4-3 0,2 4 2 15,-2-3-52-15,1 1-44 0,0 0-49 0,1-1-55 16,2 1-72-16,-3 0-93 0,0 0-73 16,0-3-70-16,5-3-40 0</inkml:trace>
  <inkml:trace contextRef="#ctx0" brushRef="#br0" timeOffset="292089.2985">26137 12658 2271 0,'0'0'53'0,"0"0"43"15,0 0 55 1,0 0 49-16,0 0 46 0,0 0 37 0,0 0 27 16,0 0 6-16,0 0-54 0,0 0-39 0,10-116-62 0,-10 116-47 0,0 0-50 0,0 0-34 15,19-38-35 1,9 110 6-16,-22-37 5 15,1 3-5-15,0 0-58 0,-3 0-52 0,2 3-62 16,-3-3-77-16,1 3-102 0,-4-2-80 0,1-1-80 16,2-6-81-16</inkml:trace>
  <inkml:trace contextRef="#ctx0" brushRef="#br0" timeOffset="292231.1686">26118 12945 1927 0,'-14'-12'45'0,"-3"0"35"0,1-1 35 0,0 1 35 0,7-2 44 16,-4 3 43-16,0-1 23 0,5 3 16 0,2 2-40 15,4 2-29-15,1 0-37 16,2 0-39-16,6 1-47 0,2 1-39 0,5-2-24 16,4 1-19-16,6-2-9 0,6 0-16 0,4-2-29 0,10 0-44 15,3 4-49-15,0 1-82 0,0 1-64 0,1-1-81 0,-2 3-72 0</inkml:trace>
  <inkml:trace contextRef="#ctx0" brushRef="#br0" timeOffset="292672.7086">26686 12792 1148 0,'0'0'37'0,"0"0"44"0,0 0 13 15,0 0 35-15,0 0 10 0,0 0 24 0,0 0 25 16,0 0 15-16,0 0-28 0,0 0-31 0,8-12-5 0,-8 12-21 16,0 0 5-16,0 0-10 0,0 0-20 0,0 0-11 15,0 0-12-15,0 0-4 0,27-9-8 0,-27 9-12 16,0 0-14-16,0 0-9 0,0 0-3 15,20 6-12 1,-20-6 29-16,0 0-3 0,0 0 11 0,0 0-3 0,0 0 4 0,14 85-1 16,-18-71 1-16,2 1-2 0,-1-1-23 0,-2 2-3 15,2-4-15-15,-2 0 7 0,2-3-2 0,0 0-6 16,1-1 1-16,1-4-3 0,1-4 20 16,7 0-5-16,0-7-4 15,-2 0-4-15,-2-3-5 16,5-1-1-16,1-4 6 0,1-5-7 0,2 2-3 15,2-7 9-15,-1-1 24 0,4 2 11 0,-4-1 30 0,1 4 23 0,-2 1 24 16,-4 4 24-16,1 3 29 0,-5 1 12 0,0 7-19 0,-4 5 0 16,0 0-24-16,0 0-29 0,0 0-22 0,0 0-25 15,0 0-30-15,0 0-57 16,0 0 6 0,20 62 6-16,-15-40 22 0,3 2-40 0,-2 2-65 15,5-1-64-15,-3-1-90 0,2 2-76 0,-1-2-114 16,2 1-102-16,-1-3-103 0</inkml:trace>
  <inkml:trace contextRef="#ctx0" brushRef="#br0" timeOffset="293179.5007">27220 12784 2306 0,'0'-6'29'0,"-3"0"34"0,-2 5 22 0,5-4 25 0,0 1 26 16,-3 1 4-1,0-1-6-15,1 2 1 0,4 0-24 0,-2 1-38 0,1 2-26 0,-1 3-23 16,4-1-26-16,-3 2-3 0,4 3 8 0,-2-1 1 0,0 2-9 15,3 1 10-15,-2 0-7 0,2-3 7 0,2 3-2 16,-4-4-2-16,4-1-2 0,1-2-2 0,-5 0 4 0,5-6-2 16,-1 1 18-16,2-4-10 0,1 1 9 0,-1-4 11 15,1-1 7-15,-1-4 7 0,2-1 19 16,3-3 7-16,-3 0-13 0,0-2 6 0,1 2-3 16,0-5-15-16,-3 6 13 0,2 0 0 0,-4 1-7 0,0 4-4 0,-2-1 3 15,-3 7-5-15,0 0-7 0,0 4-1 0,-3 2-21 0,0 0-8 16,-1 5-8-16,1 3-6 0,-4 1-5 0,3 8 8 15,-2 4 7-15,-1 3 1 0,2 6 0 0,-1 8 0 0,-2 3-4 16,1 4 5-16,1 2 4 0,2 2-5 0,-1 1-7 16,0 1 5-16,4-2 7 0,0 6-4 0,2-3-5 0,0 0-1 15,2-3 6-15,-2 2-3 0,0-1 2 0,-1-4-2 16,-6-1-2-16,-1-7 9 0,0-1 3 0,-2-5 7 16,-2-5 14-16,-4-5 21 0,5-4 13 0,-3-5 19 0,4-3 42 15,-7-4 9-15,4-2 5 0,-4-6-7 0,1-3-15 16,-1 2-14-16,-6-6-22 0,0 0-17 0,-2-4-41 15,4-2-15-15,-2-2-5 0,2-4 5 0,1-1-5 0,-2-2-6 16,9 0 7-16,1-3-5 0,3 2 0 16,4-4 4-16,6 1-4 0,4-1-4 0,4-1-1 15,9 0-2-15,3-2-16 0,5 1 7 0,5-1-32 16,3 1-19-16,6 1-11 0,-1 2-21 0,0 1-14 0,-1 2-6 16,-1 1-10-16,-3 3-33 0,-2 3 17 0,-3 1-21 15,-4 1-15-15,-5 4-23 0,-2 2-36 0,-2 2-38 16,-4 4-31-16,-3 1-26 0,-5 3-56 0,-2 0-42 0</inkml:trace>
  <inkml:trace contextRef="#ctx0" brushRef="#br0" timeOffset="294033.1776">27870 12438 1222 0,'-2'-2'29'0,"2"-1"34"0,0-1 38 0,0-3 51 16,-2-1 35-16,1 2 45 0,-2 1 42 0,-1-1 18 0,3 2-3 15,-1 1-26-15,1 0-36 0,1 3-51 0,-2 1-42 16,2 2-42-16,0 2-45 16,2 0-11-16,-1 6-1 0,2 6 8 0,4 0-8 15,-1 8 3-15,4 0 9 0,1 5-3 0,-2 4 8 0,5 2-4 0,-1 1-31 0,-2-2-7 16,0 2 2-16,0 1-4 0,-3-1-4 0,0-3-57 0,2 2-60 16,-6-4-90-16,0 3-90 0,-3-5-100 0,-1-1-89 0</inkml:trace>
  <inkml:trace contextRef="#ctx0" brushRef="#br0" timeOffset="294183.4774">27768 12922 2494 0,'-10'-12'35'0,"0"1"21"15,2 0 47-15,6-2 20 0,-1 0 39 0,1 1 23 16,2 0-2-16,2 3 4 0,6 1-35 0,2-4-19 16,7 4-50-16,2-2-20 15,10-1-33-15,2 3-27 0,7-1 1 0,3 1-6 0,2 1-1 16,6 2-7-16,-2 1-47 0,2-1-61 0,-2 3-61 0,0 2-77 15,-2 2-68-15,-2-4-73 0</inkml:trace>
  <inkml:trace contextRef="#ctx0" brushRef="#br0" timeOffset="294387.475">28757 12339 1813 0,'-4'-10'42'0,"3"2"33"16,-3 0 45-16,0 0 38 0,2 4 40 0,-1 0 15 0,0 0 17 15,-2 4 5-15,4 0-50 0,-4 0-32 0,2 3-47 16,3 2-33-16,1 4-38 0,1 3 4 0,1 5-5 0,5 1-4 0,-2 5 8 0,4 6-2 16,-1 3 6-16,4-1-4 0,-2 4-7 0,1-1-11 0,0 1-16 15,0-2-3-15,-1 0 1 0,-1-2-53 0,-2-4-61 16,4 3-76-16,-7 0-82 0,-2 0-100 0,-3-6-81 0</inkml:trace>
  <inkml:trace contextRef="#ctx0" brushRef="#br0" timeOffset="294542.9494">28576 12980 2746 0,'-16'4'42'0,"2"-4"47"0,5 1 46 16,5-3 24-16,0-1 40 0,0 1 27 0,3 0 29 15,2 0-1-15,3-1-44 0,4 3-42 0,1-5-45 16,12 0-26-16,-1-2-36 0,10-2-28 0,2-2-33 0,6 2 6 16,3-3-3-16,5 4-36 15,-3-1-46-15,2 2-47 0,-4 0-72 0,-1 1-89 0,-2 6-86 16,-4 3-102-16,-2-3-108 0</inkml:trace>
  <inkml:trace contextRef="#ctx0" brushRef="#br0" timeOffset="294824.5958">28826 13169 2306 0,'-2'3'38'0,"-1"1"30"0,3-4 24 15,3-4 44-15,2-2 13 0,-2 2 40 0,4-3 16 0,4 2 14 0,6-2-20 0,2 1-24 16,2 2-24-16,2-3-43 0,2 5-11 0,1-1-42 0,-1 1-18 15,-4 4-6-15,-1 1-14 0,-4-1-9 0,0 5 6 16,-3-2-3-16,-6 4 1 16,0 2 12-16,-3 0 5 0,-2 3 7 0,-5 3 20 0,0 0 24 0,-10 3 26 0,2 2 12 15,-4 2 6-15,-2 2-10 0,-3-1 6 0,1-1-16 16,-2 2-23-16,-1-4-25 0,8-3-25 0,-3 1-5 16,4-6-9-16,0 1 5 0,5-5-7 0,5 2-3 0,2-4 3 15,2-2 2-15,2 0 1 0,2-2-8 0,8-2-36 0,-1-1-63 16,9-3-50-16,2-3-60 0,7-3-67 0,2-1-87 0,5-3-85 15,-1-1-91-15,4-3-55 0</inkml:trace>
  <inkml:trace contextRef="#ctx0" brushRef="#br0" timeOffset="295293.4956">29509 12789 2259 0,'0'0'32'0,"0"0"23"0,0 0 13 0,0 0 5 0,0 0 8 0,0 0-8 16,0 0 4-16,0 0 1 0,0 0-41 0,0 0-20 16,0 0-9-16,30 86 6 15,-24-72-8-15,2-2-1 0,0-1 3 0,0-1-4 16,-2-2 2-16,7-4-4 0,-4 1 6 0,3-5 1 15,1-2-5-15,4-3 0 0,0-5 0 0,1-1 6 0,2-4-7 16,2-2 4 0,1-5-5-16,3 0-1 0,-7-1 1 0,4-5 6 0,-2 3 12 0,-5-3 17 15,1 1 13-15,-2 3 9 0,-5 2 9 0,-2 1 7 0,0 5 19 16,-1 0-10-16,-4 10-3 0,-1 0-33 0,-2 4-13 16,-2 2-14-16,2 2-10 0,-2 3-11 0,1 5-15 0,-2 4 7 15,-4 4-11-15,2 5 9 0,-1 6 10 16,0 5 2-16,1 7 3 0,-1 4 4 0,2 2-4 0,1 5-2 0,3 1 0 15,3 3 2-15,1-1 1 16,2 0-1-16,1-2-5 0,2-2 4 0,-1-2-3 0,0-6 3 16,2-2-1-16,-3-4 7 0,-2-4-9 0,-4-8 9 0,-1 1 26 0,-3-6 40 15,-3-6 37-15,-5-2 34 0,0-6 38 0,1-4 11 0,-5-2 11 16,2 0 3-16,-4-5-12 0,2-2-47 0,1-2-42 0,0-2-29 16,-2-1-36-16,2-4-24 0,0 0-14 0,2-4-41 15,8-5-68-15,0-4-49 0,8-5-89 0,0-2-93 0,8-3-125 16,0-3-117-16</inkml:trace>
  <inkml:trace contextRef="#ctx0" brushRef="#br0" timeOffset="295558.4839">30177 12339 2283 0,'0'-6'26'0,"0"2"24"0,0 0 14 0,4-3 11 16,-1 1 1-16,-3 2 3 0,6 1-3 0,-1 3 1 15,3 0-27-15,0 5-27 16,6 6-13-16,2 0-11 0,1 4 4 0,2 4-5 0,2 2 7 0,-3 2-7 0,0 3 7 15,-2-1 26-15,-4-1 18 0,1 2 20 0,-5-4 8 0,-2-2 40 16,-3-4 38-16,1-1 48 0,-4-3 60 0,0-3 42 0,-4-1 44 0,4-5 27 16,0-2 22-16,-3-2-29 0,3-6-40 15,2-4-50-15,-1-5-64 0,6-4-67 0,4-6-57 0,1-2-49 16,6-8-40-16,5 1-10 0,3-5 2 0,10 1 6 0,-1-1-8 16,4 1 6-16,4 2-19 0,6 0-29 0,1 3-35 15,0 2-53-15,2 5-43 0,-2 6-52 0,0 1-60 16,0 5-69-16,-1 2-89 0,-6 7-49 0,0 4-55 0,-3 4-46 15,0 3-61-15</inkml:trace>
  <inkml:trace contextRef="#ctx0" brushRef="#br0" timeOffset="314575.8461">18539 427 180 0,'-3'-4'9'0,"1"-4"-1"0,-4 3 33 0,1 1 15 16,2-1 4-16,-2-2 7 0,0-1 8 0,2 3 14 0,-3 1 9 0,2 0 23 15,-3 3-26-15,5-4-2 0,-1 7-2 0,-2-4-2 16,5 2-7-16,-3 0-15 0,2 0-10 16,-1-2-20-16,2 2-7 0,-3-1-10 0,2 1-2 15,1 0 2-15,0 0 0 0,-2 0-5 0,4 1-4 0,-2-1 4 0,0 0-4 0,0 0-2 0,1 2-3 0,2-4-12 16,-3 4 1-16,2 0 16 0,-2 1-10 0,0-1-2 15,-2 5 18-15,-1 5 2 0,2-3 0 0,-1 7 7 0,0 4 6 16,-1 1-5-16,3 4 23 0,-5 5 2 0,2 2-8 0,2 2-2 16,1 2 9-16,0 3-8 0,0-1-1 0,0 4 1 15,3 3-10-15,0-3 0 0,3 4 9 0,-2 0 2 16,2 0 4-16,-2 2 5 16,0-1 1-16,2 0 13 0,-3-1-10 0,4 3 4 0,0-3-14 0,-4 0-7 15,2 2-4-15,0 0 5 0,0-2 2 0,0 0-14 0,1 0 2 16,-3-2-8-16,0-1 3 0,3 1-3 0,-1-1 0 15,2-3-3-15,-1 3-10 0,2-4 0 0,-3 0-6 0,-2 1 2 16,3-1-4-16,-3 0 7 0,3-3-3 0,-1 0-3 16,-3 0 0-16,-1-2 5 0,3 0-2 0,-1 0-2 0,-2-2 6 15,-1-1-2-15,2-1-2 16,0-2-3-16,-1-1 1 0,-1-1-1 0,3-1-2 0,0-4 4 0,0 1-8 16,-1-5 7-16,1 2-2 0,0-4-1 0,-3 0 2 0,4-3-6 15,-1 0 6-15,-2 2 2 0,1-4 0 0,0 3-6 16,-1-2 2-16,-1-1 5 0,0 2-2 0,3-2 3 15,-1 1-2-15,1-1-2 0,-3 1 2 0,3-3 1 0,-3 0-5 16,2-1-1-16,-1 0 3 16,-1-1-3-16,0 0 0 0,0-3-2 0,-1-1 4 0,1 1-5 15,0-3 6-15,0 2-3 0,0 0 0 0,0-1 6 16,-2 1-4-16,2-2 1 0,2 1-1 0,-2-1 1 16,0 0-5-16,0 0 7 0,-2 0 0 0,2 0-4 0,2 0 5 0,-2 0 1 0,0 0-4 15,1 0 3-15,-1-1 5 0,0 1-5 0,0 0-4 16,0-2 3-16,0 2-9 0,3 0 9 0,-3-1 0 0,0 1-7 15,4 0 4-15,-4 0-1 0,4 0 4 0,-2 1-2 16,6 1 8-16,1-1-9 0,4 0 7 0,4 1 2 0,1-1-4 16,7-1 4-16,2 0-5 0,1 0-3 0,7 0 2 15,3 0 3-15,1 0-8 0,4-1 5 0,4 2-2 16,1-1-2-16,7 0 1 0,2 0-1 0,2 0 1 0,4-1-4 16,3 1 1-16,-1-2 2 0,2 1-1 0,0 1 0 15,1-1 10-15,-3 1-9 0,0-2 3 0,2 2 4 0,-1 0 0 16,-3 2-7-16,0-1 9 0,2-1-2 0,2 0-7 15,-3 1 5-15,5-1-1 0,0 0 0 0,0 2 1 16,0-1 8-16,1-1-2 0,3 3 0 0,-3 1 8 0,2-2 5 16,-2 2 2-16,1-3-3 0,0 2 7 0,0-3 0 15,-4 3 4-15,3-3 6 0,-6 2-9 0,1 1-6 0,-2-3 2 16,-3 2 4-16,0-2-11 0,-1 1-3 0,-1 0-8 16,1 1-3-16,2-1-2 0,-1 1 1 0,0 2-2 15,4 0-8-15,-6-3 4 0,5 4-1 16,1-4 7-16,-1 3 1 0,-1-1 8 0,-1-1 13 15,1 3 5-15,1-5 4 0,-4 4-1 0,2-1 4 0,-1-1-3 0,-1-2 0 0,-1 3-2 16,1-1-10-16,-1-2-10 0,0 0-3 0,3 0 3 16,-4-2-8-16,5 2 1 0,4 0-4 0,-5-3-2 15,6 2-8-15,-1 0 10 0,6-1-2 0,-3 1 6 0,0-3 2 16,-1 4-10-16,2-5-1 0,-1 3 7 0,-4 1 3 16,2-3-1-16,-4 2 4 0,0-1-10 0,4-1 1 0,-1 1 7 15,-1-2 7-15,3 2-15 0,0-1 1 0,6-1-4 16,0 0-1-16,3 5 0 0,0-4 4 0,6 1-2 0,1 3-7 15,0-1 4-15,3-1 6 0,1 0-3 0,3 0 2 0,0-1 1 16,-1 2-1-16,2-3-2 0,1-1 2 0,1 3 8 16,2-3-8-16,0 3 8 0,2-1 17 0,4 1 3 0,2 1 6 15,2 0 4-15,6 1 12 0,1 0 7 0,2 1 7 16,3-1 2 0,-1 1-13-16,3-2-10 0,2 1-6 0,0-1 0 0,3 0-11 15,-2-1-10-15,0 2-6 0,6-3-4 0,0-1-8 0,-3 1 3 0,-1-2 8 0,-2 2 0 16,2-1-2-16,-6-3 0 0,-1 3-8 0,-6 0 3 15,-2-1 0-15,-6 0-3 0,-1-1-4 0,-7 1-4 16,-1 1 3-16,-8 0 0 0,-5 0 4 0,-3 1-7 0,-9 1 5 16,-7-1 6-16,-6 2-11 0,-7 0 8 0,-5 1-6 15,-9-2-2-15,-3 2 1 0,-3 0 6 0,-5 2-1 0,-3-2-3 16,-5 0 11-16,-4 1-14 16,0-1 9-16,-2 1 0 0,-4-1 0 0,1 2 0 0,-4-2 1 0,0 0-3 0,0 1-5 15,-1-1 12-15,-1-1-11 0,-1 1-19 0,3 0-23 0,-3 0-27 16,1-2-35-16,1 5-34 0,-1-4-55 0,1 1-55 15,-3-2-57-15,0 5-63 0,0-3-52 0,0 0-77 0</inkml:trace>
  <inkml:trace contextRef="#ctx0" brushRef="#br0" timeOffset="381809.826">25465 12771 578 0,'4'0'-56'0,"-4"0"13"15,0-1 13-15,0-1 1 0,0 1 8 0,0 0-5 0,1 1 7 0,1 0 2 16,-2 0 57-16,1 1-4 0,-1-1-10 0,2 0 11 0,0 0 4 16,-2 1 13-16,0-1-5 0,0 0 12 0,0 0 6 0,0 0-1 0,0 0 7 15,0 0 4-15,0 0-3 0,0 0 0 0,0 0-3 16,0 0-4-16,0 0-3 0,0 0-11 0,0 0-1 0,0 0-7 16,0 0-6-16,0 0 1 0,0 0-4 0,0 0-6 31,0 0 0-31,0 0 5 0,0 0-7 0,0 0-2 0,0 0-6 0,0 0 2 0,0 0 0 15,0 0-5-15,0 0 3 0,0 0 4 16,0 0-3-16,0 0 7 16,0 0-10-16,0 0-1 15,0 0 5-15,0 0-5 0,0 0 0 0,0 0 10 16,0 0-10 0,0 0 3-16,0 0-4 15,15-6-3-15,-15 6 8 16,24-7-15-1,-24 7 10 1,21 0-9 0,-21 0 10 15,22 0-14-31,-4 15-15 16,-18-15 30-1,43 34-18 1,-39-31-3-16,-1 3-37 0,-3-1-31 0,1 2-29 0,1-2-42 15,0 0-44-15,2-2-49 0</inkml:trace>
  <inkml:trace contextRef="#ctx0" brushRef="#br0" timeOffset="382377.0419">25525 12700 598 0,'0'0'21'0,"0"0"17"0,0 0 13 0,0 0 13 15,-23-13 11-15,23 13 12 16,0 0 13-16,0 0 9 0,0 0-24 0,0 0-7 0,0 0-18 0,0 0-8 0,-13-1-12 15,13 1-13-15,0 0-6 0,0 0-11 16,0 0-45 0,30 11-24-1,-30-11-34-15,53 15-42 0,-43-12-43 0,-2 2-8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1612.54919" units="1/cm"/>
          <inkml:channelProperty channel="F" name="resolution" value="1023.875" units="1/in"/>
          <inkml:channelProperty channel="T" name="resolution" value="1" units="1/dev"/>
        </inkml:channelProperties>
      </inkml:inkSource>
      <inkml:timestamp xml:id="ts0" timeString="2024-12-09T05:52:47.10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1384 2630 64 0,'0'0'47'0,"0"0"-15"0,0 0-14 15,0 0 10-15,0 0 0 0,0 0 1 0,0 0 10 0,0 0-55 16,0 0 38-16,0 0 3 0,0 0-10 15,0 0 1 1,0 0-8-16,0 0-7 16,0 0-36-1,0 0-8 1</inkml:trace>
  <inkml:trace contextRef="#ctx0" brushRef="#br0" timeOffset="835.9231">1375 2573 387 0,'0'0'33'0,"0"0"12"0,0 0 24 0,0 0 15 16,0 0 15-16,0 0 15 0,0 0 9 0,0 0-2 0,0 0-5 15,0 0 3-15,0 0-16 0,0-12-13 0,0 12-10 0,0 0-2 0,0 0 6 16,0 0-6-16,0 0-11 0,0 0-16 0,0 0 4 0,-10-14-2 15,10 14-6-15,0 0-14 16,0 0-3-16,0 0 5 0,0 0-4 0,0 0-2 0,0 0-10 0,-28-5-7 16,28 5 7-16,0 0-1 0,-59 27-10 15,53-16-6-15,-2 2-1 0,2 1 11 0,1 1-8 0,0 6 5 16,0-1 6-16,4 5-1 0,-1 0-2 0,1 3-2 0,1 2-1 0,3 2 3 0,0 2 6 0,0 0-5 0,4 4-7 0,0-1-2 16,1 4 7-16,0 1-4 0,2 0 1 0,-1 0-8 0,1 2 3 15,1-1-2 1,-2-2-2-16,-1 0 8 0,0-2 1 0,1 2-5 0,-2-5 3 15,-1 1-21-15,-4-2-39 0,1 0-29 0,0-3-44 0,-1-2-40 16,1-1-31-16,-3-1-25 0,0-2-49 0,-3-5-1 0</inkml:trace>
  <inkml:trace contextRef="#ctx0" brushRef="#br0" timeOffset="969.2401">1204 3662 548 0,'-14'-17'29'16,"1"-4"17"-16,-4 0 17 0,2 2 24 0,0-2 23 0,0 0 8 0,0-1 43 15,2 2 1-15,2 4-13 0,3-1-7 16,0 2-16-16,5 0-17 0,0 2-26 0,3-1-4 15,-2 4-42-15,5-1-2 0,2 2-11 0,2-1-19 0,2-2 3 0,2 2-5 0,5-3 4 0,1 3-4 0,5-3-4 16,-1 0-2-16,4 1-16 0,0 0-15 0,4 3-35 0,-4-2-28 16,5 2-56-16,-5 1-30 0,1 4-41 0</inkml:trace>
  <inkml:trace contextRef="#ctx0" brushRef="#br0" timeOffset="1571.219">1517 3185 618 0,'6'-4'17'0,"-6"2"12"16,-1 1 15-16,2-2 11 0,-1 1 9 0,-3 0 5 16,3 2 0-16,-3 0 1 0,3 0-16 0,0 0-22 0,3-2-9 15,-3 2-8-15,3 0-12 0,1 2-3 0,-1-2-3 0,1 5 1 16,-1-1-5-16,0 0 20 0,1 3-1 0,-1 0 4 0,0 2 10 15,0 1 5-15,-1 3 8 0,1-1 1 0,-1 2 5 0,2 3-8 16,-1-1 10-16,-3 0 5 0,0 0-6 0,0 1-9 0,2 0 0 16,-4 0-5-16,2 0-6 0,-3-1 5 0,-1-1-13 0,4-1-18 0,-5 1 1 15,5-2 6-15,-2-2-4 0,1-2 3 0,1 0 1 16,0-1-6-16,0-2 2 0,0-4 0 0,5 1 0 0,-4-1 1 16,-1-2-4-16,2-2 7 0,2 1-3 0,-1-3 3 0,1-1-3 15,-1 0 2-15,0-5-4 0,2-1-2 0,0-4 7 0,-2-5-11 16,4 1 11-16,-3-6-12 0,-1-3 6 0,3-1 3 0,-3 3 6 15,1-3 12-15,-1 4 29 16,0-1 16-16,-3 3 24 0,3 2 29 0,-6 4 17 16,0 1 12-16,1 2 30 0,-3 3 6 0,-1 1-28 0,1 6 11 0,0-2-18 15,-2 5-19-15,4 0-19 0,-2 2-16 0,3 2-35 0,-1-2-22 0,0 2-7 0,3-2-21 0,-2 0-19 0,1 3-2 16,-1-1-4 0,2 0 2-16,2 3 1 0,1 2 1 0,3 1 7 15,-1 4-5-15,3 1 9 0,1 1 2 0,2 6-3 0,2-1 7 16,0 1-26-16,0-1-18 0,4 2-46 0,1-3-23 0,0-1-44 15,6 3-45-15,-4-4-52 0,-1 0-57 0,2-1-28 0,2-3-44 0</inkml:trace>
  <inkml:trace contextRef="#ctx0" brushRef="#br0" timeOffset="2561.3854">1417 3130 308 0,'2'-13'7'0,"-2"13"13"16,0 0 13-16,0 0-4 0,0 0 2 0,0 0 0 0,0 0-9 16,0 0 4-16,0 0-9 15,0 0 2-15,0 0-1 0,0 0-27 0,0 0 31 0,0 0 17 0,0 0-8 16,0 0 10-16,0 0 14 0,0 0-3 0,0 0 8 0,14-4 11 16,-14 4-24-16,0 0-8 0,0 0 1 0,0 0-13 0,0 0-3 0,0 0 1 15,0 0-5-15,29 10-10 0,-29-10 8 31,0 0 11-31,0 0 2 0,0 0-4 0,28 19 0 0,-28-19 0 16,0 0 1-16,0 0 0 0,0 0 4 0,0 0-9 16,74 87 20-16,-66-77-5 0,-3 5 6 0,0-3-10 0,1 2 6 15,-1 0-3-15,1 1-2 0,-3 2-6 0,2-2-30 16,-5-1 6-16,3 3 0 0,-1-2 3 0,-2-1-4 0,0 1 9 16,1-1-13-16,-2-2 5 0,-1-1 7 0,2-1-6 0,0-2-3 15,-3 2 0-15,3-3-2 0,-3-2-5 0,3 1 10 0,0-3-6 16,0 0-3-16,0-3-8 0,-2 2-12 15,2-2-25-15,-3 0-37 0,1-2-53 0,-2-1-68 0</inkml:trace>
  <inkml:trace contextRef="#ctx0" brushRef="#br0" timeOffset="2942.7578">1665 3031 417 0,'0'2'5'0,"0"-1"-7"0,-1-1 10 0,1 1-1 0,0 1 11 15,0-1 5-15,-2-1 4 0,1 2 18 0,-1 1-7 0,-4 4 16 0,3-2-1 16,1 4-1-16,1 1-6 0,-1 0-11 0,0 2-3 16,-1 4-15-16,2 0 0 0,2 0-3 0,2 2-4 0,-1 1 1 0,1 0-9 15,-1 3 14-15,4 0-4 0,-1 0-6 0,1-3 10 16,0 1-12-1,3 1-3-15,1 0-3 0,2-4-7 0,3 0-34 0,1-2-32 16,3-2-35-16</inkml:trace>
  <inkml:trace contextRef="#ctx0" brushRef="#br0" timeOffset="4381.0036">1440 4063 1137 0,'-5'3'28'0,"3"-6"18"15,-4 3 28-15,1 0 2 0,2 0 17 0,3 1 0 0,-5 2 22 16,-1-2 16-16,1 2-20 0,-3-3-8 0,2 3-29 0,-1-1 10 16,0 5-17-16,0-2 19 0,1 5-16 0,0 1-14 0,2 2 0 15,-3 7 5-15,2 4 5 16,0 2-9-16,2 6 9 0,1 4-16 0,2 4-4 0,0 2 5 15,2 8-5-15,1 0-20 0,-1 4 0 0,4 0 1 0,-1 2-11 16,1 0-2-16,-1 2 3 0,3-4-9 0,0-1-1 0,-1-2 2 16,0-4-1-16,1-1-8 0,0-4-23 0,-2-6-31 0,5-2-53 15,-5-2-52-15,1-1-40 0,-2-5-46 0,2-2-43 16,-4-7-48-16,4 3-23 0</inkml:trace>
  <inkml:trace contextRef="#ctx0" brushRef="#br0" timeOffset="4520.4027">1305 5049 1137 0,'-8'-24'22'0,"-3"-2"17"0,-2 1 25 0,5 3 12 0,-2 0 16 0,3 1 16 16,1 1 7-16,-2 1 12 0,6 2-21 0,-4-2-14 0,11 4-28 16,-2-5-14-16,2 2-15 0,4 0-18 0,1-2-4 0,4 2-17 15,2 1 0-15,1 0 1 0,7 1 3 0,1 0 0 0,-1 4-26 16,3 0-17-16,0 2-45 0,1 3-37 0,-1 0-44 0,3 4-50 16</inkml:trace>
  <inkml:trace contextRef="#ctx0" brushRef="#br0" timeOffset="5049.4729">1717 4681 1127 0,'-7'0'21'0,"5"-2"22"0,2 0 9 0,-3 4 23 0,3-2 9 16,-3 4 9-16,0-1 2 0,3-3 3 0,1 2-21 0,1-2-21 15,0 3-9-15,-2-1-24 0,1 1-6 0,-1 1 0 0,0 4 5 16,0 1 7-16,0 4 2 0,0 2 2 0,3-1-3 0,1 2 10 16,1 4-3-16,0-6-12 0,2 2-7 0,-1-3-9 0,1-1-2 15,3 1-1-15,0-3 1 16,-2-3-1-16,4-3-3 0,-5 3 9 0,4-3-8 16,1-3-1-16,-2-1 6 0,1-1-2 0,2-3-4 0,-1-3-3 15,1-2 5-15,0-3-7 0,-2-2 5 0,3-6 4 0,-3 0-8 0,1-2 2 16,-2-2 5-16,-2 0-3 0,-1 1-2 0,-3 0 2 0,-1-2 25 0,-3 4-3 0,0-1 11 15,-3 5 5-15,-1 1 15 0,-1 3 12 0,0 1 9 0,2 3 1 16,-2 1-21 0,3 8-2-16,-3-2-16 0,2 2-12 0,1 2-16 15,0-2-7-15,2 7-19 0,0-1 7 0,0 5-2 0,2 1 2 16,0 6 6-16,1 3 8 0,2 8 0 0,-1 1-7 0,2 6 5 16,-1 3-5-16,4 1 2 0,-1 2-1 0,0 1-1 0,2 3-4 15,0-1 7-15,0 0-1 0,0 1 4 0,-1-2-2 0,-1-1 0 16,-2 0-5-16,-1-4 10 0,1 0-6 0,-3-5-4 0,-3 2 7 15,0-5-4-15,-3-2 10 0,-1-2 3 0,-3-3 17 0,1 0 15 16,-4-7 23-16,-2 3 7 0,1-5 29 0,1-1 22 0,-7-5 1 16,7-2-3-16,-4-2-1 0,1-4-20 0,-1-2-12 0,0-3-5 15,-2-1-31-15,2-4-19 0,-2-1-13 0,-1-3-3 0,-1-3-11 16,4-4-8-16,-2-2-10 0,7-4-13 0,-1-3-14 0,4 0-15 16,6-3-29-16,2-3-27 0,7 0-26 0,2-1-21 0,6-1-20 15,3 3-36-15,2-2-18 0,3 5-30 0,0 2-22 0,0 0-36 16,1 2-23-16</inkml:trace>
  <inkml:trace contextRef="#ctx0" brushRef="#br0" timeOffset="6103.1942">1435 5726 720 0,'-2'-5'11'16,"-3"1"6"-16,-4-2 22 0,9 2 16 0,-3 1 28 0,-2-1 11 0,2 3 34 16,0-3 4-16,0 4 0 0,-2 0 15 0,3 0-6 0,-4 0-9 15,1 0-29 1,-1 0-4-16,0 2-23 0,-1 1-5 0,1 1-8 0,1 1-9 16,-4 3-13-16,6-1 7 0,-4 7 7 0,4 1-2 0,-2 4-4 15,0 8 14-15,1 2 9 0,4 5-19 0,0 4 1 16,0 6-15-16,0 3-3 0,4 0-4 0,3 5-12 0,-1-1-8 0,2-1-13 15,1 0 18-15,1 0-13 0,3-3 4 0,1-1-5 0,-3-2 0 16,3-3-21-16,-1-3-36 0,1-3-41 0,0 1-56 0,-2-7-37 16,-2 3-47-16,-3-6-43 0,2-2-39 0,2-2-25 0</inkml:trace>
  <inkml:trace contextRef="#ctx0" brushRef="#br0" timeOffset="6258.2555">1280 6684 1137 0,'-19'-14'22'0,"-3"-3"19"0,1 0 39 0,1 1 10 0,2 0 39 16,4 4 10-16,0-2 27 0,4 4 20 0,1 2-19 0,4-3-13 15,-1 4-42-15,4-3-7 0,4 0-45 0,3 0-8 0,1 1-30 16,5-5-19-16,-2 3-4 16,9-5-7-16,-2 3 10 0,6 1-8 0,3-1 9 0,-1 0-6 15,1 1 3-15,2 4-24 0,1-4-25 0,1 3-30 16,-1 2-34-16,-1 4-41 0,0-2-35 0,1 3-43 0,2-1-51 16,-3-2-8-16</inkml:trace>
  <inkml:trace contextRef="#ctx0" brushRef="#br0" timeOffset="6857.9626">1694 6399 1000 0,'1'-4'17'0,"3"0"20"16,-4 4 15-16,-2 0 4 0,2 0 13 0,-3 1 13 0,0-2 11 15,3 2 2-15,0-1-23 0,1 0-19 0,-1 0-16 16,2 2-5-16,-2-2-12 0,3 0-10 0,0 1-8 0,1 3 0 0,-1-4 4 16,3 5-7-16,0-2 10 0,-6-3 16 0,0 0 6 15,0 0-15-15,0 0 2 0,0 0 6 0,0 0-4 16,0 0 0-16,0 0 11 0,0 0-7 16,63 173-15-16,-63-156-6 0,2 1 0 0,-2-4 3 0,0 3-3 15,0-2 4-15,-2-2 0 0,2-3-2 0,2 3 1 16,-4-2 0-16,2-3-2 15,0 0 0-15,0-4 1 0,2-2 2 0,-2-2 13 0,0 0-3 16,5-10-23-16,-2 4-9 0,-3-4 2 0,0 0-1 0,3-5-7 16,-3-3 3-16,2-2-3 0,-2-1 4 0,1 0 13 0,1 0 8 31,0 0 10-31,-2 0 29 0,1 2 21 0,-1 5 35 0,0 14 26 16,0 0 17-16,0 0 31 0,0 0 12 0,0 0 18 0,0 0-4 15,0 0-14-15,0 0-30 0,0 0-16 0,0 0-15 16,0 0-35-16,0 0-12 0,0 0-31 0,0 0-30 0,-36-49-4 15,36 49-30-15,0 0 1 16,5 13 17-16,-5-13-74 16,0 0-4-16,0 0-45 0,0 0-48 0,90 91-45 0,-90-91-55 15,0 0-59-15,0 0-49 0,0 0-26 0</inkml:trace>
  <inkml:trace contextRef="#ctx0" brushRef="#br0" timeOffset="7708.5773">1832 6403 93 0,'1'-4'48'16,"1"1"-24"-16,2 2 3 0,-4-2 6 0,3 3 5 0,-1-3 4 15,0 1 2 1,-1 1 3-16,1 1-35 0,-2-2 31 0,3 3-2 0,-3-2 6 15,0 1 3-15,2-2 0 0,-2 1 10 0,0-2 3 0,1 3-3 0,-1 1 4 0,0-5 5 0,0 4-1 0,-1-1 2 16,1 2 7 0,-2-1-9-16,4 0 3 0,-2-3 6 15,0 1-5-15,0 2-4 0,0 0-6 0,1 0-10 0,-1 0-9 16,3 0-1-16,-3 0-3 0,0 0-15 0,2 0-3 0,0 0-7 16,-2-3 4-16,1 2-5 0,1 1 5 0,-2 0 1 0,0 0-7 0,0 0 8 15,0-1 2-15,0 1 9 0,0 0 9 16,0 0 9-16,0-2-6 0,0 2-2 0,0 0 1 0,3 0-10 0,-3 0-6 15,0 2 1-15,0-2-24 0,-3 1-1 0,3-1 2 0,0 1-7 16,0-1 8-16,0 0-4 0,0 3 12 0,0-3-3 0,0-3 14 16,0 6 1-16,-2-3 1 0,2 0 5 0,-1 0-6 0,1 0 4 15,0 2-9-15,-2 0-2 16,2 1-9-16,0-1-3 0,-2 1-8 0,2 1 7 0,0 4 12 0,0 1 6 0,2 2-1 0,0 3-2 16,-1-2 2-1,1 2-1-15,4 6 6 0,-1-5-3 0,-1-1-14 0,5 1-5 0,-3 1 3 0,6-4 2 0,-2 2-1 0,4-3 5 16,-1 0-10-16,2 0 4 0,-2 0-1 0,4-1-5 15,1-3-23 1,-1 1-44-16,-1 1-44 0,1-3-60 0,-4-1-58 0,3-1-71 16</inkml:trace>
  <inkml:trace contextRef="#ctx0" brushRef="#br0" timeOffset="8358.288">2119 6384 229 0</inkml:trace>
  <inkml:trace contextRef="#ctx0" brushRef="#br0" timeOffset="9531.1173">1798 6418 537 0,'0'0'-23'0,"0"0"59"0,0 0 5 0,0 0 5 0,0 0 11 0,-14-2 31 0,14 2 1 15,0 0-5-15,0 0-8 16,0 0-6-16,0 0-6 0,0 0 1 0,0 0-11 16,-22-2-11-16,22 2-4 0,0 0-3 0,0 0-6 15,0 0 0-15,0 0 1 0,0 0-3 0,0 0 8 0,0 0 11 0,0 0-3 16,0 0-7-16,0 0-4 0,0 0-2 0,0 0-7 15,0 0 1-15,0 0-6 0,0 0-23 32,0 0 20-17,27 19-18-15,9 9 2 0,-28-19 0 0,1 2 3 16,-2-1 1-16,-1 2 1 16,2 0-5-16,-2 1 11 0,-1-2 2 0,0 3-5 0,-2-1 3 0,-1 3-1 0,1-3 0 15,-1 3 6-15,-2-3 5 0,1 2 3 0,-1-1 2 0,-3-2 8 16,1 0-1-16,1-2 1 0,-3-1-1 0,1 1-12 0,0-1-1 15,-2-1-8-15,1-3-1 16,4-5 11 0,0 0 0-16,0 0 0 0,0 0 13 0,0 0 5 0,0 0 8 0,0 0-5 0,0 0 3 15,0 0-5 1,0 0-1-16,0 0-17 0,0 0-2 0,20-75-30 31,2 17-1-31,-15 43 1 0,-1 0 9 0,1-1-6 0,0 2 11 16,0-1-10-16,-1 1 4 0,-3 1-1 15,2 1 2-15,1-2 2 0,-3 4-2 0,0-2-3 0,-1 4 3 0,0-1 1 16,-1-1 2-16,-1 3-4 0,0-1 8 0,0 0-2 16,-1 2 4-16,1-1 2 0,-2 2 1 15,0 0 5-15,-1 3 2 0,3-3 2 0,-3 0-7 0,-1 2 4 0,2-1 0 0,-1 1 1 0,1 1-5 16,-1-1-4-16,1-1-1 0,1-1 5 0,-2 3 0 16,1 1-2-16,0-4-9 15,2 3 2-15,-3-3 2 0,1 4-4 0,1 0 0 0,-3-1 3 0,2-1 5 0,0 1-9 0,2 2 8 16,-3 0 7-16,3 0-9 0,0 0 7 0,-1 0-1 0,1 2-7 15,-2-2-2-15,2 2 12 0,0-4-6 0,-2 4-15 0,2-2 7 16,0 0 1 0,0 0 3-16,0 1-7 0,0-1 0 0,0 2 3 15,-1-1 3-15,1 0-1 0,-2-1 3 0,2 0-4 0,-2 0-5 16,1 0 7-16,1 0 1 0,0 3-8 0,-2-3-4 0,2 0 8 16,0 0 2-16,0 0-4 0,0 0-4 0,0 2 0 0,0-1 3 15,0-1-6-15,0 2 6 0,-1 2-1 0,-1 1-5 0,0 3 4 16,1 1 5-16,1 2-6 0,-2 1-8 0,1 2 19 0,2 3-11 15,1-1 6-15,-1 0-2 0,1 0 1 0,1 1 0 0,0 0 4 16,2 3 4-16,0-3-6 0,2 0 6 0,0-1-4 0,1 1 5 16,2-2-3-16,-1-1 4 15,2-1 2-15,0-1-7 0,3-4 2 0,1 1-3 0,-1 0 0 0,2-2-6 0,-1-2 5 0,3 0-5 16,1-1-20-16,3-1-17 16,-3-3-40-16,0 0-37 0,1 0-54 0,-2-3-42 0,-1-1-71 0,-1 1-49 0</inkml:trace>
  <inkml:trace contextRef="#ctx0" brushRef="#br0" timeOffset="10350.9921">2227 6363 1052 0,'-2'-1'20'0,"2"-1"20"0,0-3 0 0,0 3 9 0,0-1 5 16,0 1 12-16,0-5 13 0,3 2 7 0,3-2-16 0,-1 2-22 15,2 0 2-15,-1-2-6 16,1 4-7-16,2 1-12 0,-1 1-8 0,0 1-10 16,1 1-3-16,2 1 3 0,-1 1 7 0,2 4-3 0,-1-2 4 0,2 2 12 0,-2 3 7 0,-3-1 15 0,0 4 9 31,1-1 5-31,-4 2 4 0,1 1 6 0,-2 2 1 0,-3-3-5 15,1 4-11-15,-4-2-8 0,2 0-7 0,-3-1 1 0,1-2-6 16,-1 3-10-16,-2-3 3 0,2-1-7 0,-1-2 2 0,2 0-7 16,-4-2-8-16,4 0-4 0,1-3 0 0,-1-1-1 15,0-1-2-15,2-1 2 0,0-2-7 0,0 0 2 0,2 0 13 0,0 0-5 16,-1-2-3-16,-1 0 1 0,2 1 2 0,1-3 1 16,-3 2 14-16,3-1-3 0,-3 0-4 0,4-2-4 0,-2-2-2 15,3-3 1-15,-2-1-4 0,0-4-1 0,4 0-7 0,-4-6-4 16,4 4 2-16,0-3 2 0,-2-1 11 0,1 4 5 0,-1-2 21 15,-2 2 17-15,0-1 3 0,0 4 15 0,0-3 9 0,-1 3 27 16,1-1 4-16,-3 3 6 0,2-2-16 0,-1 0-1 0,1 1 23 16,0 4 0-16,-1 1-12 0,-1 0-20 0,0 3 0 0,0-1-12 15,0 4-11 1,0 1-9-16,-1 1-37 0,-1 0-13 0,2 1 2 0,-2 0-15 16,1 2-9-16,-1-1-4 0,2 1 7 0,0 4-11 0,0 0 11 0,2 5 4 0,-1 0-5 0,3 3 11 0,-1 3-2 15,2 3 4-15,1 1 2 0,0 2 4 0,-1-2-7 16,3 2-2-16,-2 0 3 15,5-3-5-15,0 1-10 0,3-2-24 0,-1-5-28 16,4-1-16-16,1 0-27 0,2-4-31 0,1-2-43 0,1-1-29 16,0-4-45-16,2 1-41 0,-5-4-33 0,3 0-54 0,-2 0-59 15</inkml:trace>
  <inkml:trace contextRef="#ctx0" brushRef="#br0" timeOffset="11255.8664">1352 7497 1536 0,'-4'-2'34'0,"-2"2"11"16,-4-5 33-16,7 5 19 0,-8-1 36 0,8 1 12 0,-5-3 20 0,3 3 10 16,-3 0-20-16,2 0-6 0,0 3-22 0,-1-2-8 0,4-1-27 15,-4 5-14-15,4 0-19 0,-3-1-8 0,0 3-2 0,1 2 0 0,-1 0-11 16,1 7-10-16,-1 0-7 0,-2 8 6 0,5 1 11 0,-2 5 6 15,2 1-10-15,1 6-7 16,4 4 0-16,2 0-1 0,3 5-2 0,-2 0 4 0,4 3-15 0,-1 0-6 0,3-1-4 0,1 2 7 0,1 0 0 31,1-3-1-31,-1 0-23 0,0-4-34 0,-1-1-55 0,0-4-45 0,-2 0-62 0,0-2-70 0,-4-2-59 0,4-5-67 0</inkml:trace>
  <inkml:trace contextRef="#ctx0" brushRef="#br0" timeOffset="11411.709">1040 8289 2201 0,'-10'-15'5'0,"-1"2"29"0,3 0 24 0,-1-4 19 0,4 4 7 0,3 1-2 15,-1-1 0-15,8-2 6 0,3 2-6 0,2-3-28 0,5 0-25 16,1 1-22-16,8-2-8 0,4 1 1 0,2-1 1 0,2 3-2 16,3 0-7-16,2 1-33 0,-2 4-51 15,3 1-49-15,-6 1-72 0,6 3-61 0</inkml:trace>
  <inkml:trace contextRef="#ctx0" brushRef="#br0" timeOffset="11991.0988">1567 8128 938 0,'2'-4'23'0,"3"2"14"0,-5-2 16 0,3 0 7 0,0 0 26 0,-3 1 19 16,0-3 9-16,2 2 5 0,3 0-18 0,1-3-3 0,0 5-7 16,-1-4-9-1,1 6-27-15,-1-4-13 0,0 4-2 0,1-2 2 0,-1 2-1 16,-2 0-7-16,0 1-13 0,0 0 10 0,2-1-1 0,-2 1-2 0,-1 2 5 0,0 1-1 0,2 0-5 15,-1 3 7-15,-1-2 8 0,-1 4-8 0,1 2 15 0,1 0-1 16,0 3-9-16,-1 0-5 0,-1 4 5 0,1 0-12 0,0 0-1 16,-2 3-1-16,0-1-11 0,-2 0 3 0,2 1-14 0,-2-3 4 31,1 2-4-31,-1-2 5 0,1-1-4 0,1-2-4 0,-2-1 5 16,2-3-10-16,0-2 16 0,0 0-7 0,0-6 0 0,2 2-4 15,-2-2 1-15,1-3 5 0,1 0 2 0,-1-2 4 0,3 0-8 16,-3-2 1-16,1 1 1 0,0-2-1 0,3-4-2 0,-1-3 1 15,-3-2-7-15,6-3-1 0,-2-3 4 0,-2-1-5 0,6-4 0 16,-3 1 11-16,1 0-7 0,-1-1 2 0,-1 1 7 16,1 2 10-16,-3-1 12 0,0 3 37 0,1 3 11 0,-4-1-1 0,1 4 18 15,-1 2 16-15,-1 3 4 16,1 1 0-16,0 0-2 0,0 2-20 0,0 2-13 0,1 1 1 0,-1 0-15 0,0 3-25 16,-1 0-12-16,1 2-6 0,0-1-18 0,0 3-15 0,-2-1-2 15,2 1-6-15,0 2 6 0,2 2 4 0,1 2 4 0,0 3-9 0,2 3 8 16,1 4 0-16,3 0 5 0,-2 6 5 0,1-2-8 15,0 1 6 1,3 3-3-16,-2-1 5 0,5-2-15 0,-1-1-17 0,0-2-46 16,1-1-46-16,-1-2-46 0,2-2-57 0,0-2-62 15,0 0-71-15,-5-3-66 0</inkml:trace>
  <inkml:trace contextRef="#ctx0" brushRef="#br0" timeOffset="12641.7851">2162 8049 844 0,'-5'0'32'0,"4"0"29"0,2 0 21 0,-4-2 9 0,1 4 23 0,-1-2 9 0,1 2 2 15,1 1 8-15,1 0-32 0,0-3-35 0,-2 4-17 0,4-1-9 32,-2-2-23-32,1 5-6 0,-1 1-4 0,2 0-4 0,-2 3-3 15,3 2 13-15,-1 3-3 0,1-1 0 0,2 6 0 0,-2-3 1 16,0 0 0-16,5 4 2 0,-5-4 3 0,5 0-6 16,-3-1 4-16,6-1 4 0,-5-2 4 0,4-3-1 0,-1-1 5 15,2-2-3-15,-1-2 3 0,0-5 13 0,-1 2-7 0,2-4 0 0,-1-3-1 16,0-1-1-16,0-2-3 15,4-7-5-15,0-1 1 0,-1-3-13 0,4-4 0 0,-4-1-4 0,4-3 12 0,-2-1 3 16,-1-1 18-16,-3-1 11 0,1 4 4 0,-4-3 19 0,-1 3 16 16,-2 0 29-16,-2 5 0 0,-3 2-1 0,0 4 8 0,-2 3 14 0,-1 4-2 15,0 5-15 1,0-3-14-16,-2 6-37 0,3 3-16 0,-1 0-5 0,1-1-27 0,-4 5-16 0,3 0-10 0,0 4 1 16,-2 4-1-1,2 7 8-15,-2 2-2 0,2 6-3 0,-2 4 5 0,3 4-8 16,2 3 4-16,0 5-11 0,4 0 2 0,-1 2-5 0,2 2-5 15,1-2-16-15,2 4-15 0,3-1 3 0,-3 0-6 0,0 1 1 16,3-4-2-16,0 2 9 0,-3-2 2 0,3-1 23 16,-3-1 11-16,-2-5-2 0,2 0 3 0,-2-5 9 0,-1-2 3 15,-3-7-8-15,-1 0 9 0,-2-6-8 0,-3-4 9 0,1-3-6 16,-3-4 19-16,0-3 17 0,-1-2 5 0,-2-3 0 0,-2-1 9 16,-2-2 4-16,-4-1-1 0,-2-3 4 0,-5 0 2 15,-3-2-12-15,-3-2 9 0,-3-1 10 0,0-2 2 0,0-3 6 16,1 1 12-16,-1-3 14 0,3-3-19 0,3-1-2 0,2-1-11 0,3-2-1 15,6-1-12-15,2-3-5 0,7-2-17 0,7-1-20 0,5-1 7 16,5-1-14-16,8-3-1 0,9-2-8 0,8 0-2 0,6 0 2 16,8-4-5-16,3 2 5 0,3 1-10 0,3-2-14 15,2 4-32-15,2 2-30 16,-4 0-36-16,-1 4-48 0,-4-1-54 0,-4 8-51 0,-3 2-89 16,-6 5-34-16,-6 1-55 0,-8 6-35 0</inkml:trace>
  <inkml:trace contextRef="#ctx0" brushRef="#br0" timeOffset="13461.6307">1435 9284 1105 0,'-5'-6'32'0,"2"1"29"0,1-2 29 16,-1 1 42-16,-3 1 20 0,-2-1 38 0,5 1 35 0,-2 5 37 15,0-2-4-15,-1 0-8 0,1 1-1 0,3 1-31 0,-5 0-16 16,4-1-22-16,-4 1-22 0,1-3-31 0,1 6-27 0,-4-3-16 0,6 1-31 16,-4 0-6-16,2 2-3 0,0 1-17 0,2-1-7 0,-1 4 2 15,1 3 0-15,0 4-3 0,1 2 8 0,0 5 9 16,1 5 4-16,-1 5-4 0,2 3-1 0,0 4-6 0,2 4-3 0,-2 1 2 16,3 1-15-16,2 2-6 0,-2 0 0 15,3 0-1-15,0 3-3 0,-1-3 1 0,3 0-1 0,1-3 6 0,-4 0 3 0,3-3-8 16,-5-2-36-16,4-4-29 0,-4-1-37 0,5-2-48 0,-5-5-29 0,0-5-62 15,0 1-50-15,-3-6-50 0,2-3 4 0,-1-1-10 0,1 0-2 16,-4-8 8-16,-1-1-2 0,-3-2 34 0,-1-2 23 0,-2-6 88 16,-2 0-20-16,-3-1 95 15,-2-8 16-15,-3 1 62 0,5-2 60 0,-3-2 50 0,0 2 60 0,2-2 5 0,-1 1 77 0,2 1-16 0,-2 2 54 16,2-1 8 0,1 1 0-16,-1 3-10 0,6-2-10 0,-2 2 2 0,1 2-27 15,6-2-31-15,0 0-34 0,3 3-33 0,0-1-24 0,3 0-19 16,0-2-26-16,6 0-42 0,-1-1 0 0,5-3 4 0,8-1-2 15,-1 0-4-15,7 2-5 0,1-4 0 0,-2 2-12 0,8 2-32 16,-4-2-25-16,5 1-59 0,-3 3-31 0,-2 2-46 0,-2 1-45 16,2 2-63-16,0 2-13 0,-3 1-26 0</inkml:trace>
  <inkml:trace contextRef="#ctx0" brushRef="#br0" timeOffset="13964.3659">1667 9748 990 0,'2'0'18'16,"-2"0"20"-16,-2 2 10 0,-1 0 12 0,1-1 22 0,-1 2 13 16,-3-1 14-16,3 0 12 0,3 2 6 0,0 1 4 15,0 1 12-15,0 1 2 0,0 3-10 0,0-1-4 0,0 5-4 0,0 1-9 0,0-1-18 0,0 4-33 0,0 1-11 16,0-4-6-16,0 1-13 0,2-1-10 0,2 1-8 0,1 0-4 31,-1-3-6-31,4 0 11 0,1-1-9 0,1-2-11 0,3-3 3 16,1 0 3-16,-3-2 1 0,5 0-4 0,-3-2-2 0,3-3 2 15,-2-3-3-15,2-2 4 0,1-2-3 0,0-5-7 0,-1-1-10 0,1-3 3 16,0-2-9-16,-2-3 5 0,1 1-6 0,-2-6-9 16,-3 2 1-16,-3 2 7 0,0-2 2 0,-2 0 5 0,-2 0 13 15,-1 2-11-15,-3 2 15 0,-2 1 6 0,-1 5 4 0,1 4 13 16,-1 1 8-16,-2 1-4 0,-1 7 1 0,3 0 1 0,0 2-11 16,0 0 7-16,0 3-3 0,-1 0-18 0,1 2-2 0,1 4 0 15,-3 2-7-15,1 2 3 0,1 3 9 0,2 3-7 0,-1 4-4 16,2 3 3-16,2 1 4 0,-1 1-3 0,6 3 3 0,0-1-3 15,3 1 0-15,-1-1-1 0,5 3-1 0,-4 1 0 16,4-1 2-16,-3 1 2 0,2 1 1 0,-1-1-1 0,1 1-5 16,-2 1 1-16,-5-2-1 0,1 0 3 0,-4-4 0 0,0 0 0 0,-4-2-3 15,-1-2 1-15,-4-2 2 0,-1-4 5 0,-4-4 12 32,0-2 13-32,0-1 6 0,-3-2 6 0,-2-3-1 0,2-1 15 15,-2-1 20-15,-1-2 5 0,-2-2-2 0,3-2-12 0,-1-5-9 16,-1 1-6-16,1-4 2 0,2-5-12 0,-2-3-38 15,4-3-30-15,3-5-16 0,3-3-22 0,1-3-37 0,6-5-32 16,3-2-49-16,7-3-37 0,0 2-55 0,5 0-23 16,4-5-61-16,3 1-41 0</inkml:trace>
  <inkml:trace contextRef="#ctx0" brushRef="#br0" timeOffset="14534.2725">2263 9668 1116 0,'-6'3'28'0,"1"2"13"0,2-3 12 0,3 0 19 0,-3 1 19 16,-1 1 11-16,1 1 20 0,0 0 23 0,1 5-23 0,1 1-20 15,-2 0 1 1,3 3-12-16,3 3-15 0,0-1-5 0,0 4-17 16,-1-1-27-16,4 3-1 0,2-2 4 0,0 2-10 0,-2-3-11 15,2-2-3-15,0 2-3 0,1-4-1 0,-1-3 11 0,0-1-10 16,2-2 1-16,1-2 4 0,-3-3 7 0,0-2 1 0,3-2-6 15,-5 0 5-15,4-1-4 0,-4-4-2 0,3-2 7 0,-1-1-5 16,-1-4-5-16,1-1-6 0,1-5 7 0,-3-2-8 0,4-1 2 16,-5-2 8-16,2 1-6 0,-2 0 2 15,-2-1 10-15,1 1 22 0,-3 3 11 0,1 1 13 0,-4 4 21 0,1 0 14 0,-1 7 3 16,-1-1 4-16,1 8-8 0,-3-3-21 0,2 3-11 0,-3 3-16 16,6 0-24-16,-3-1-12 0,0 2-8 0,3 4-6 15,0 1 0-15,-2 3 3 0,2 5-5 0,2 3 5 0,-2 6 0 0,3 3-3 16,2 3 8-16,1 2 0 0,0 3-1 0,1 0-2 15,2 3 6-15,4-1-8 0,-1 4 3 0,6 0-5 0,-2 1-1 0,2 4 6 16,1 0 1-16,-3 5-1 0,3-1-6 0,-3 6 3 16,1-1 4-1,-2 2 0-15,-3 0-4 0,-2 2-4 0,-2-3 1 16,1-2 6-16,-4-2 1 0,-2-5 0 0,-3-6-7 0,0-3 3 16,-3-7 23-16,0-5 21 0,-3-5 5 0,1-6 6 0,-3-4 26 15,1-5 12-15,-2 0 12 0,1-7 6 0,-3-2-10 0,-3-2-26 0,-2-3 3 16,-1-3-2-16,-3-3-14 0,0 0-2 15,-3-5-15-15,-1 0 2 0,0-5 1 0,0-1 9 16,1-2-5-16,2-4-5 0,0 0-10 0,1-1-12 0,7-4 4 16,1-2-6-16,5-1-7 0,2-1-14 0,7-3-2 0,5-2-2 0,4-1-4 0,6-1 3 15,5-2 1-15,5 0-14 0,3 1-13 0,0-3-28 0,6 3-17 16,-1 3-44-16,3-1-12 0,-3 3-38 0,3 2-28 16,-2 2-35-16,-4 1-24 0,-2 5-23 0,-4 5-43 0,-3 2-21 0,-6 3-48 15,2 3-47-15</inkml:trace>
  <inkml:trace contextRef="#ctx0" brushRef="#br0" timeOffset="15635.6365">2432 3171 1481 0,'-3'0'52'0,"-2"0"36"0,5 0 38 0,0 0 32 0,-3 0 32 15,0 0 36-15,-3 0 24 0,4 2 5 0,-1-4-33 0,3 4-27 16,-3-2-33-16,6 0-31 0,-3 0-31 0,0 0-39 0,3 0-22 16,1 2-8-16,3-1-20 0,3-1-1 0,5 0-12 0,1 0 2 15,6 0-1-15,3 2 4 0,5-1-16 0,0-2-31 0,4 1-56 16,-4 0-49-16,-2 1-61 0,-1 1-71 0,-4 1-67 0,-2 0-59 16,-2 1-53-16</inkml:trace>
  <inkml:trace contextRef="#ctx0" brushRef="#br0" timeOffset="15787.4245">2462 3442 1837 0,'-14'9'49'0,"3"-5"34"0,3 0 24 0,5-4 34 15,-2 0 19-15,3 0 24 0,1 0 6 0,1 0-3 0,1 0-41 0,1 0-43 0,1-3-23 0,0 2-27 16,4 0-26-16,5 0-19 0,1-1-7 0,6 0-9 0,5-2-39 16,4 1-33-1,4-1-47-15,4 1-69 0,0 0-47 0,-4 1-80 0,4 2-63 16</inkml:trace>
  <inkml:trace contextRef="#ctx0" brushRef="#br0" timeOffset="16287.8433">2506 4817 2132 0,'-1'3'24'0,"-2"-2"30"16,1-1 10-16,4-2 5 0,2 2 0 0,-2-3 1 0,-2 1 6 15,8 0 0-15,2-1 1 0,3-1-32 0,5-1-7 0,4 0-9 32,5 2 4-32,3-4-1 0,0 2-6 0,3 0 3 0,0 1-26 15,-1 2-11-15,0-1-40 0,-2 0-58 0,-5 6-72 0,0-3-66 16,-4 0-76-16</inkml:trace>
  <inkml:trace contextRef="#ctx0" brushRef="#br0" timeOffset="16448.8092">2764 4878 1724 0,'-19'6'45'0,"2"2"38"0,-2-1 41 16,8-7 36-16,1 2 36 0,-1-1 23 0,3-1 26 16,0 1 18-16,5-1-38 0,0 1-32 0,3-1-48 0,5 2-35 15,-2-4-40-15,3 1-23 0,1 1-26 0,2 0-16 0,7 0-8 16,1-1-11-16,2 0-26 0,8-1-17 0,0 2-44 15,3-3-45-15,5 3-53 0,-4-1-65 0,1 2-76 0,0-1-72 16</inkml:trace>
  <inkml:trace contextRef="#ctx0" brushRef="#br0" timeOffset="16908.5891">2916 6299 2353 0,'0'1'34'0,"1"-1"13"16,-1 3 11-16,4-7 6 0,-3 3 5 0,-1 2 11 0,2-5 13 0,4 4-1 0,3-4-35 15,4 1-13-15,6-3-9 0,1 2-5 0,3-1-7 0,4-2-11 16,3 2-12-16,1 3 3 16,3-3 0-16,-3 2-41 0,3 1-56 0,-3-1-73 15,-4 3-83-15,-2 3-92 0</inkml:trace>
  <inkml:trace contextRef="#ctx0" brushRef="#br0" timeOffset="17056.9571">3093 6363 2040 0,'-19'9'39'0,"3"0"29"0,2-4 21 0,1-5 29 0,8 5 19 16,-7-5 26-16,4 0 12 0,3 0 10 0,0 0-46 16,5 1-28-16,0-1-22 0,2 0-31 0,3 0-17 15,1 2-20-15,4-1-13 0,7 0-13 0,0 2-2 0,2-6-24 0,8 3-29 16,0-1-36-16,6 0-49 0,-3-1-60 0,2 2-60 0,-2-1-64 0,3-1-61 15</inkml:trace>
  <inkml:trace contextRef="#ctx0" brushRef="#br0" timeOffset="17609.1847">3091 8065 3251 0,'-5'3'30'16,"-2"0"9"-16,4-1 21 0,4-4 23 0,-4 0 8 0,0 2 7 0,3 0-4 0,0-1 5 15,3-2-32-15,2 2-6 0,4-5-20 0,2 3-21 0,3-3-13 16,1 1-15-16,5-3-32 16,-1 0-52-16,8 0-51 0,-2 1-82 0,-3 4-58 15,-1-1-88-15,1 1-63 0,-1 0-62 0</inkml:trace>
  <inkml:trace contextRef="#ctx0" brushRef="#br0" timeOffset="17759.6878">3226 8115 1960 0,'-15'13'40'0,"1"-5"21"0,5-4 34 0,1 3 29 31,-5-5 22-31,0 2 42 0,7 2 5 0,-3-4 7 16,6-2-35-16,-2 2-18 0,5 0-36 0,-2-4-34 0,5 0-18 16,2 2-47-16,4-2 0 0,1 2-6 0,1-1-14 0,5 0-8 15,2-3-18-15,2 2-35 0,4-1-36 0,2-4-41 0,1 2-55 16,-3 0-64-16,3 0-49 0,-3-1-63 0</inkml:trace>
  <inkml:trace contextRef="#ctx0" brushRef="#br0" timeOffset="18245.9511">3118 9540 3114 0,'-5'4'47'0,"1"-1"23"15,-4 0 26-15,11-6 8 0,-8 3 9 0,5 0 1 0,-3 0 3 16,3 0 1-16,5-3-48 0,3-1-18 0,1 2-31 0,1-3-2 16,7 4-14-16,-3-4 3 0,8 3-10 0,2-2-29 15,-3 1-64-15,4-2-78 0,2 3-98 0,-4 4-95 16,1 0-119-16</inkml:trace>
  <inkml:trace contextRef="#ctx0" brushRef="#br0" timeOffset="18401.6685">3208 9733 3569 0,'-15'10'44'0,"3"3"8"0,-2-6 12 0,1-1 14 16,12-6 26-16,-7 3 20 0,0-6 17 0,7 3 3 0,2-4-34 15,1 1-11-15,0 1-18 0,3-3-13 0,3 0-33 0,5-2-42 0,1 2-58 0,4 0-42 0,2-2-59 16,2 0-52-16,5 0-57 0,0 2-48 0,-6 2-62 0,4 3-37 16,-6-2-36-1</inkml:trace>
  <inkml:trace contextRef="#ctx0" brushRef="#br0" timeOffset="22458.7985">3248 2978 219 0,'0'0'33'15,"0"0"-11"-15,0 0 7 0,0 0 8 0,0 0 10 16,0 0 10-16,0 0 13 0,0 0-13 0,0 0 0 0,0 0 10 15,0 0 1-15,0 0-2 0,0 0 1 16,0 0-3-16,0 0-2 0,0 0 2 0,0 0 1 0,0 0-6 16,0 0-10-16,0 0 3 0,0 0-9 0,0 0 4 0,0 0 8 15,0 0-3-15,0 0 7 0,0 0-8 0,0 0 8 0,0 0 7 0,0 0 8 0,0 0 6 16,0 0-16-16,0 0 12 16,0 0 6-16,0 0 12 0,0 0 2 0,0 0-9 0,0 0-9 0,0 0 2 0,0 0 2 0,0 0-5 15,0 0-5 1,0 0-2-16,0 0 4 0,0 0 1 0,-35-35 5 0,35 35-19 15,0 0 1-15,-22-44-10 0,19 33-15 0,1-2-4 0,2 2-12 16,0-1-2-16,0-2-7 0,3-1-4 0,1 1 4 0,-3 1-1 16,6-3 3-16,0 0-4 0,-1 2-1 0,4-1-5 0,-2 3-4 15,1-2 4-15,1 2-10 0,1 3 8 0,-2 1-7 0,1 1 3 16,-10 7-17 0,0 0 3-16,36 7 8 15,25 65-3-15,-58-50 7 16,-3 2 3-16,-2 3 2 0,-3 0 3 0,-1 2 0 0,-4 3-1 15,-2-2 1-15,2 2 5 0,-1-2-1 0,-3-1 0 0,1 0 2 16,1-3 4-16,1 2 11 0,1-4 8 0,4-1 4 0,1-3 7 16,2-4 3-16,0 1 2 15,3 0 4-15,0-5-2 0,3 1-7 0,0-4-2 16,4 3 1-16,0-5-3 0,1 0-5 0,0 1 10 0,6-4-11 0,-1 2 2 0,1-2 5 0,2-1-11 16,3-2-1-16,0 0-4 0,1-1-1 0,4-2-11 0,1-1 4 15,-1-1-7-15,3 1-4 0,0-1 0 0,-2-2-9 0,-1-1-34 16,-3 3-30-1,-1-2-46-15,-3-1-59 0,-4 5-61 0,-2-1-77 16,0 1-67-16,-6 0-77 0,0 2-41 0</inkml:trace>
  <inkml:trace contextRef="#ctx0" brushRef="#br0" timeOffset="25117.8206">3717 2980 618 0,'0'0'19'0,"0"0"4"16,0 0 26-16,0 0 16 0,0 0 17 0,0 0 22 0,24 0 12 15,-24 0 21-15,0 0-11 0,0 0 8 0,0 0-9 0,0 0 5 16,0 0-10-16,0 0-23 0,14-5-6 0,-14 5-22 16,0 0 0-16,0 0 0 0,0 0-9 0,0 0-9 0,0 0-1 15,0 0 5-15,0 0 1 0,0 0 0 0,0 0-8 0,0 0-11 16,0 0-8-16,0 0-7 0,0 0-2 0,0 0-23 31,23 10-9-15,22 17 6 15,-38-18 7-31,1-1-4 0,-1 1 5 0,1 3-5 0,-1 1 7 0,-1 1-1 0,1 0-3 0,0 1 9 16,-4 1-6-16,0-1-1 0,1 0 4 0,-3 2-3 15,1-1 3-15,-2-1-4 0,0 2 1 0,-3 0 3 0,1 0 0 16,-3 0 6-16,2 2-12 0,-2-4 1 0,-1 0 7 0,0 1 3 15,-1-1-4 1,1-4-7-16,-1 2 5 0,2-4 1 0,-2 1-2 16,2-5 5-16,0 2-13 0,-1-1-1 0,3-2 4 0,-1-1 5 15,-1-3-2-15,3 1 1 0,0-1 6 0,1 0-7 0,1 0 7 16,0-1-3-16,0-2-1 0,0-1-9 0,0 1 1 0,0-2-10 16,0-1-10-16,1-2 9 0,-1-5-7 0,4 2 6 0,-1-4-1 15,3 0 3-15,-1-5 1 0,3-1 10 0,-2-1 8 16,2-3-4-16,4-1 1 0,0-1 1 0,0-1 12 15,-1 1 2-15,-1-1 11 0,4 3 3 0,-4 1 7 0,-1 2 20 0,2 3 17 16,-5 1 3-16,1 2-5 0,-1 3 8 16,0 1-7-16,-3 0-3 0,2 2 13 0,-5 1-15 0,2 1-4 0,-1 1 4 0,-1 3-10 0,0 1-6 15,-1 1-4-15,-1 0 1 0,2 2-16 0,0 0-11 0,-3 2-9 16,3 0-12-16,0 0-1 0,0-1-5 0,-2 2 4 0,2 1-14 16,-1-4 5-16,1 8 3 0,1-2 7 0,-1 2-9 0,2 3 7 15,-2 2 7-15,3 4-16 0,-1 3 16 0,-1 1-10 0,3 1 1 31,-1 2-8-31,0 0 10 0,0 1 0 0,3-2-5 0,-1 2 10 0,1-4-7 16,1 1 4-16,4-2 3 0,0-2-22 0,0-3-33 16,5 0-24-16,0-3-38 0,1-2-28 0,3-2-44 0,-2-1-46 15,2-3-52-15,-2-1-42 0,4-2-41 0,0-4-45 0</inkml:trace>
  <inkml:trace contextRef="#ctx0" brushRef="#br0" timeOffset="27128.3348">4332 2953 782 0,'2'-3'27'0,"-1"2"19"0,-2-2 13 0,-1 1 17 15,0 4 13-15,2-4 12 0,-3 0 24 0,-1 2-2 0,4 1-21 16,0-2-19-16,0 2-17 0,0 2-12 16,0-3-20-16,0 0-10 0,0 2-23 0,0-1 5 0,0 0-12 15,0 0 6-15,-2-1 4 0,1 4-8 0,1 0 4 16,0 0 1-16,0 6 1 0,0 2-4 0,-2 0 8 0,0 4-8 0,2 2-3 0,0 1 5 0,-1-2 10 0,-1 5 8 16,2-2 8-16,0-4 3 0,3 1 0 0,2 0 1 15,1-5 8 1,-3 2 2-16,4-2-5 0,-1-4-11 0,1-1-5 15,-4-2 4-15,4 0 3 0,-2-3 3 0,0 0-2 0,0-4 21 16,0 0 14-16,2-3 9 0,0 1 7 0,2-4 1 0,1-4-7 0,1 0 11 0,0-3 2 0,0-1-31 0,0-2-7 31,-1-1-6-31,-4 0-13 0,3-1 1 0,-6 1 21 0,0 1-5 0,-1 0-8 16,0 1 11-16,-2 0-5 0,0 4-1 0,-4-1 2 16,3 2-8-16,-1 0-13 0,2 5-4 0,-1 0 0 0,-1 1-3 15,0 5-8-15,-2-2 1 0,3 6-1 0,-1-2-8 16,0 2-3-16,2 1-6 0,-1 4 4 0,1 2 2 0,-2 2 3 0,-1 8-6 15,1 3 7-15,-1 8 4 0,0 4-10 0,1 5 7 16,1 4-4-16,-3 5-1 0,3 4 3 0,1 0 3 0,0 3-3 16,1-2 2-16,1 3 4 0,1-1-8 0,-1 0 12 0,3 0-7 15,0-1-1-15,-1-2-5 0,4-3 1 0,-2-1-3 0,1-3 10 16,-1-3 3 0,-1-2-11-16,1-4 4 0,-3-4-4 0,0-4 2 0,-1-3 1 15,-2-5 4-15,-2-1-5 0,2-6 6 0,0-2 4 0,-3-5 28 0,1-2 30 0,-3 0 27 0,5-5 24 16,-2 0 9-16,0-5 6 0,-1 4-11 0,-2-3 5 15,-3 0-21-15,-1-4-21 0,-4 0-20 0,-1-1-24 0,-5-4-8 0,-3-2 0 32,1-2 2-32,-2-1-2 0,-1-1-10 0,2-3 2 15,1-2-6-15,-3 1-2 0,7-3 3 0,-2 3 1 0,2-3 2 0,4 0-2 16,1 0 9-16,2 2-5 0,7-1 4 0,0-1-1 16,4 1-8-16,4-2-11 0,1 0 5 0,8 0-1 0,7-3-13 0,6-1 3 15,6-2-6-15,8 0-5 0,5-2 5 0,11-3 1 16,0 1-3-16,5 1 1 0,1 1 6 0,-2 2-6 0,4 4 10 15,-3-1-5-15,-5 4-1 0,-2 2 4 16,-7 2 1-16,-1 4-8 0,-6 1-17 0,-3 1-17 16,-11 4-32-16,-3 4-17 0,-7 2-34 0,-6 1-31 0,-3 2-44 15,-4 1-46-15,-2 2-30 0,-4 0-40 0,-2 2-26 0,-5-2-38 16,-1 5-34-16,-4 2-59 0</inkml:trace>
  <inkml:trace contextRef="#ctx0" brushRef="#br0" timeOffset="31187.9201">3684 4637 1233 0,'-3'0'29'0,"3"-4"18"0,0 3 27 0,0-1 14 15,-3 2 25-15,3 0 16 0,0 0 8 0,0-2 7 0,0-1-23 16,3 3-19-16,-3 0-27 0,3 0-7 0,-3 0-32 0,0 0-15 15,0 0-4-15,0 0-12 0,2 0-4 0,-2 0 7 0,1 3-8 16,-1-1-12-16,3-2 6 0,-1 3 6 0,-1-3-2 0,1 4 5 16,4 0-4-16,-2 1-2 0,-1-1 9 0,5 3 0 0,1-2 4 15,-3 4 2-15,1 3-5 0,1-1 8 0,1 0 11 16,-3 4 5-16,1-1 0 16,-2 2 7-16,0 0-2 0,-1 1-4 0,-1 2 1 0,-3 0-4 15,0 1-10-15,0-3-5 0,0 5-6 0,0-3 2 0,-3-2-4 0,-1 5-4 0,0-6 1 16,1 4-2-16,0-6 2 0,1 1 1 0,-1-1-1 0,1-2 1 15,-1-2 1-15,3-3-1 0,-3 0-4 0,3-3 11 0,0-2-3 16,0 2-1 0,3-4 4-16,-3 0-8 0,3-2 5 0,-1 0 10 0,1-1 0 0,-1-3-15 0,1-2 0 0,0 0-4 15,3-6 10 1,-1-1-3-16,0-6-7 0,3-2-7 0,-2-1 8 0,3-4-2 16,1-1 10-16,-2-1 0 0,0 0-8 0,3 0 9 15,-3-1 16-15,0 2 28 0,-1 2 4 0,0 0 17 0,-1 3 13 16,-1 2 25-16,0 1 15 0,-5 3 21 0,3 4 6 0,0 2-13 15,-3 4-7-15,0 1 11 0,-3 2-20 0,3 3-27 0,0 2-7 16,0 1-35-16,-3 1-11 0,0 2-25 0,3-4-8 16,-2 5-18-16,-1-2-4 0,1 4 5 0,-1 0-13 0,3 3 10 15,0 4 0-15,0 1 5 0,0 4 3 16,3 5-2-16,-3 1 9 0,5 1-7 0,0 3 7 0,1 0-3 0,0-2-3 16,-1 0 6-16,5-3-1 0,-1 2-8 0,2-2-26 0,2-2-40 0,1-2-19 15,-1-3-48-15,4-1-45 0,-1-4-53 0,1-2-44 0,-1-3-65 16,-2 1-25-16,2-4-34 0,-2-4-57 0</inkml:trace>
  <inkml:trace contextRef="#ctx0" brushRef="#br0" timeOffset="31556.2341">3975 4386 1603 0,'-5'-5'30'0,"5"-2"29"0,-2-1 20 0,2 1 46 0,-3 0 24 16,-3 0 24-16,3 0 8 0,0-1 2 0,3 2-34 0,0-1-19 16,0 3-15-16,0-3-47 0,0 2-27 0,0 3-29 0,3 2-7 15,-3 0-2-15,3 0 3 16,2 2-14-16,-1 4-1 0,1 0 3 0,3 2-1 15,2 1 7-15,1 3-3 0,0 5-3 0,3-1 2 0,-1 4 2 0,-2-2 7 0,1 3-1 0,-4-1 23 16,2 1 16-16,-1-4 5 0,-4 0 7 0,3-1 5 0,-3-3 10 16,2-1 5-1,-5-4 23-15,1 0-13 0,0-4 9 0,-1-3 19 16,1 0 21-16,-3-2 10 0,0 0 8 0,0-3-6 0,2 1-16 16,1-2 2-16,-1 2-23 0,1-6-21 0,0-1-26 0,3-5-12 15,2-2-22-15,-2-5-17 0,1-3-39 0,5-3-44 0,-2-3-60 16,1 0-65-16,-2 2-49 0,-1 4-62 0,2 0-56 0,-5 7-63 15,2 3-41-15,-4 2-34 0</inkml:trace>
  <inkml:trace contextRef="#ctx0" brushRef="#br0" timeOffset="32019.901">4794 4434 2306 0,'-2'-5'41'0,"0"0"40"0,-1-2 51 0,6 1 29 0,-9 2 45 15,0 2 17 1,1 0 16-16,2-1 8 0,3 3-41 0,-3 0-43 0,3 3-57 0,0-3-32 0,0 2-47 0,0 3-15 0,1 2-17 15,1 1-10-15,1 9 0 0,0 0 1 0,5 6 12 32,0 4 6-32,0 7 1 0,4 3-10 0,-2 3 8 0,-2 2-1 15,0 3 4-15,0-2-6 0,-2 2-38 0,-3-2-48 0,-1-1-37 16,-1-1-51-16,-1-3-65 0,-1 3-53 0,-2-5-62 16,-4-1-56-16,1-6-18 0</inkml:trace>
  <inkml:trace contextRef="#ctx0" brushRef="#br0" timeOffset="32175.145">4582 5090 1837 0,'-7'-11'28'0,"-3"0"29"0,5-1 28 0,3 5 38 0,-4-3 32 0,-1 5 32 0,1-2 9 0,6 0 0 15,3 4-34-15,-3-1-28 16,7 2-30-16,-1-2-37 0,11 0-29 0,-1-3-33 16,5 2-10-16,5 0-1 0,6 0 2 0,1-2-8 15,5-1-32-15,2 1-39 0,-1 0-50 0,2 0-61 0,-2 7-62 16,-5-5-75-16</inkml:trace>
  <inkml:trace contextRef="#ctx0" brushRef="#br0" timeOffset="32894.1062">5160 4589 833 0,'2'-3'24'0,"0"1"16"16,-2-2 22-16,0-1 7 0,0 1 16 0,3-2 26 15,-3-1 23-15,6-1 17 0,0 0-8 0,-1-3-1 0,3 1-18 16,3-4 7-16,0 3-5 0,0 0-23 0,3-4-7 0,-1 3-12 16,-2 0-9-16,3 0-3 0,-1 3 4 0,1 1-20 15,-3 1-10-15,2 0-1 0,-4 4-17 0,-1-1-7 16,2 4-6-16,-3 0-12 0,0 2-7 0,-1 3 10 0,1-1-2 0,-4 3-2 16,1 4 6-16,1 3 7 0,-5 3-1 15,0 2 11-15,-3 3 18 0,-3 2 7 0,0 8 14 0,-1-1 5 0,-4 2 0 0,-3-1 0 16,3 3 2-16,-2-3 15 0,2 1-2 0,0-2-8 15,0-4-1-15,5 0-10 0,-1-3-5 0,4-2 1 0,0-3-4 16,1-2-25-16,2 0-12 0,2-3-5 0,1-2-12 0,2 0 12 16,1-2 0-1,1-3 0-15,2 1-1 0,4-1 3 0,-2-2-7 0,4-2-20 0,0-1-46 0,2-4-61 0,3-2-67 0,0 0-92 32,0-3-74-32,1-1-99 0</inkml:trace>
  <inkml:trace contextRef="#ctx0" brushRef="#br0" timeOffset="33373.2689">5684 4681 1481 0,'0'2'16'0,"-2"-2"20"0,4-2 13 0,-2 4-3 16,-4-2 8-16,1 3-6 0,3-1 10 0,-3-2-4 0,3 5 21 0,0 0-11 16,0 2 10-16,0 1 8 0,3 1-8 0,-1 3 5 15,1 0-6-15,0 1 1 0,2 2-33 0,-1-2-6 0,3-2-23 16,-2 0 0-16,1-4 12 15,-1 1 3-15,6-4 10 0,-5 1-2 0,2-4 8 0,0-1-5 16,3-3 9-16,0-1 0 0,3-3-14 0,-1-4-1 0,0-3-7 0,4-1 2 0,0-2-18 16,-1-5 5-1,1 1-6-15,-2-4-2 0,0 0-1 0,0-3 1 0,-3 4 5 16,-1-2 1-16,1 1 13 0,-2 4 9 0,-3 1 14 16,-1 1-2-16,-1 4 2 0,-5 5 1 0,3 3-10 0,-1 2 5 15,-4 2-17-15,-1 4-8 0,0 2-14 0,0 4-5 16,-4 2 0-16,2 4-3 0,-4 8 4 0,3 3-6 0,-2 8 13 0,-2 4-6 15,1 5-5-15,-2 3 8 0,3 3-4 16,0 3 4-16,0 0-5 0,3 0-2 0,2 0 6 0,3-2-3 16,2 1 4-16,1-3-7 0,2-1 1 0,3-3-2 0,3-1-4 15,-3-5 12-15,1-2-15 0,0 0 10 0,-2-8 0 0,-2 1-1 16,0-5 10-16,-4-5 9 0,1 0 30 0,-4-3 16 16,-1-4 31-16,0-5 34 0,-2 0 29 15,2-1 13-15,-8-4-3 0,4 0-10 0,-4-2-20 0,-3-3-14 0,0 0-24 0,-3-1-31 16,-1-2-19-1,-1-4-9-15,3 0-4 0,-3-1 8 0,4-4-11 0,4-2-9 16,1-3-10-16,3-4-19 0,6 0-19 0,6-2-34 0,4-3-33 0,6-3-52 0,5 0-33 0,4-2-34 16,6-3-60-16,3 4-42 0,3 0-62 0,-1 1-19 0,4 0-52 15,-2 5-13 1</inkml:trace>
  <inkml:trace contextRef="#ctx0" brushRef="#br0" timeOffset="38715.2269">3953 6128 93 0,'0'0'51'0,"0"-1"-26"16,3 1 2-1,-3-2 8-15,0 4 11 0,0-4 2 0,0 2 7 16,0 2 6-16,0-1-33 0,0-2 31 0,0 1 5 0,-3 1 13 16,3-1-8-16,0 0 7 0,-2 0 3 0,2 0 12 15,0 0-12-15,0 0 7 0,0 0 2 0,0 0 0 0,0 0 12 16,0 0-6-16,0 0-2 0,0 0 4 0,0 0 14 0,0 0-1 0,0 0 12 15,0 0-4-15,0 0-8 0,0 0 1 0,0 0 0 16,0 0-17-16,0 0-16 0,0 0-2 0,0 0-16 0,0 0-17 16,-11-49-8-16,11 40 2 0,3-1-10 0,-3 0-6 0,2 1-1 0,3-3-6 15,-2 0-11-15,6 2 4 0,-3-2 0 0,2 2-10 16,2 0 5-16,1-4 5 0,0 6-7 16,0-1-5-16,3-1 6 0,-2 3-3 0,0 0-2 0,2 4 3 0,-4-1-2 0,2 3-7 15,0 1 5-15,0 1 4 16,-1 3-1-16,-3-1-3 0,1 4 5 0,1 0-2 15,-2 5 1-15,0 0 7 0,-2 1-2 0,-1 6-3 0,-5-2 6 0,0 9-3 0,0-1-1 0,-3 3 1 0,-5-1 1 16,-2 5-4-16,1 0-3 0,-5 1 6 0,1 1-3 0,-1-3 2 16,4 1 7-16,-4-3-1 0,2-2 7 0,2 2 8 0,0-5 12 31,3 0 4-31,2-3 3 0,2-1 6 0,-1-5-2 0,3-1 10 16,1-2-9-16,5 0-2 0,-4-4 1 0,4-1 2 0,3 0 5 15,-2-2-1-15,2 0-2 0,2 2-3 0,2-2-3 0,-1-1 3 16,5 0-5-16,-2 0-16 0,4-2-9 0,-2-1-4 0,1 1 0 0,2-4-8 15,0 1 5-15,1-3-44 0,0 1-46 16,2-4-53-16,-2 0-73 0,1 4-94 0,-4-2-89 16,-17 5-95-16</inkml:trace>
  <inkml:trace contextRef="#ctx0" brushRef="#br0" timeOffset="39485.656">4457 6317 608 0,'0'0'26'0,"0"0"13"0,0 0 14 16,0 0 7-16,0 0 8 0,0 0 5 0,0-10 3 0,0 10-2 0,0 0-28 0,0 0-12 15,0 0 23-15,0 0-6 0,0 0 1 0,0 0 2 0,0 12 3 16,0-12 6 0,0 0 17-16,0 0 5 0,0 0-35 0,0 0-6 0,0 0-8 0,0 0-1 0,30 75-4 0,-30-75 7 15,0 0-14-15,0 0 3 0,0 0 3 0,0 0 12 0,0 0 2 16,0 0 2-16,52 63 2 0,-52-63-5 0,0 0 12 0,0 0 4 31,43 13 11-31,-37-17 3 0,4-5 1 0,-1 2-4 0,1-5 0 16,1-1-4-16,3-3-18 0,-3-1-3 0,3-3-15 0,-1-2 4 15,-2 1-10-15,-2-1 10 0,1 0 3 0,1 0 13 0,-5 3 12 16,1-1 0-16,-1 4 3 0,-3-1-4 0,-1 5 8 16,1 3-13-16,1 1-10 0,-2 3-11 0,-2 2-15 0,0 3-7 15,-2 0-5-15,0 3-6 0,2-1-10 0,-2 3 1 0,0 3 7 16,4 4-4-16,-2 3 5 0,0 3 2 0,2 9-1 0,2 3-8 15,-4 5 10-15,3 5 0 0,0 3-4 0,-3 3 0 0,4 2-5 16,-1 3 3-16,0 2-1 16,0 0 10-16,2 0-11 0,1 1 7 0,0-1-1 0,1-2 1 15,-1-2 4-15,-1-3-7 0,1-3 1 0,-1-3 1 16,0-4-6-16,-2-5 0 0,-3-2 2 0,3-5 4 16,-3-5 17-16,-3-4 25 0,3-2 11 0,-3-2 11 0,-1-7 36 15,1 1 1-15,-4-5 4 0,0 0-4 0,-4-1-7 0,-1-1-27 16,-3-4-3-16,-5-2-7 0,-1-2-21 0,-3-1 8 0,-4 0-4 0,-1-5 12 0,1-1-3 0,1 0 13 15,-1 0 3 1,3-2-1-16,2-3 3 0,3 2-3 0,1 1-2 16,3-1-10-16,4 1-7 0,2-1-9 0,2 1-7 0,5 1-12 15,3-2-2-15,3 2-12 0,5-5-1 0,6 2-4 16,5-4-6-16,8-1 8 0,6-2-11 0,5-1 4 0,8-2-1 16,0 2 3-16,6 0-3 0,5 0 4 0,0 0 4 0,-1 4-5 15,-2 2 4-15,0 1 9 0,-5 2-16 0,0 2 4 0,-8 2 6 16,-3 2 1-16,-3 2-3 0,-8 2-2 15,-2 1 2-15,-5 2-22 0,-5 2-20 0,-4 3-26 0,-7-1-35 0,1 2-42 0,-2 1-33 16,-3 0-51-16,0 0-51 0,0 0-43 0,-1 1-37 16,-4 4-48-16,2-1-42 0,-6-1-35 0</inkml:trace>
  <inkml:trace contextRef="#ctx0" brushRef="#br0" timeOffset="48664.6022">3893 7919 1116 0,'-2'-1'32'0,"1"-1"12"0,1 0 21 0,-2 2 24 0,0-3 16 0,-1 3 21 15,3 0 21 1,-3-4 10-16,1 2-12 0,-1-1-7 0,1 0-8 16,1-2-17-16,-2 3-8 0,3-3-6 0,-3 0-10 0,3 1 0 15,-2 2-10-15,2-4 24 0,-1 1-12 0,1 1-1 0,1-1-9 16,1-1-9-16,-2 0-11 0,3 1-7 0,3-2-11 0,-3-1-26 15,2 1-1-15,5-3-8 0,-4 2 2 0,5-2-3 0,2-1-3 16,1 1-2-16,-1 2 1 0,1 0-4 16,0 1-2-16,-3-1 6 0,3 6 0 0,-4-2-5 0,2 2 2 0,-2 2 2 0,0 3 1 15,0 0-3-15,0-1 0 16,-4 5 0-16,4-2-3 0,-3 4-4 0,0-1 9 0,-1 4-5 16,-2 0 0-16,-3 5 6 0,-1 0 11 0,-1 5 1 0,-3 2 7 0,-4 3 11 0,0 1-3 0,-6 4 8 15,0 0 2-15,-2 1 4 0,0 0 0 0,-1 0 4 0,0-1-10 16,2-3-5-1,3 0-7-15,-1-2 6 0,2 0 3 0,3-3 1 0,-1-3-9 0,4 0-8 0,0-4 9 0,2 0 11 0,3 0 1 16,0-5-8-16,3 1-4 0,0-1-5 0,2-3 5 0,0 1 0 31,4-3 0-31,-1 0-11 0,2-2-2 0,1 1 6 0,-2-3-2 16,4 0-9-16,-2 0-4 0,5-3-1 0,-2-3-28 0,2 0-34 16,1 0-61-16,2-3-60 0,0-4-69 0,0 2-76 0,-1-1-80 15,-1-4-94-15</inkml:trace>
  <inkml:trace contextRef="#ctx0" brushRef="#br0" timeOffset="49193.4107">4313 8085 1438 0,'0'-4'24'0,"3"1"30"0,-3-1 16 16,5-1 38-16,-3 2 18 0,-4 1 17 0,2 2 20 0,0 0-6 15,0-3-15-15,0 3-31 0,0-3-21 0,2 2-32 16,-2 1-19-16,0 0-20 0,4 0-19 0,-1 0 6 0,1 0-10 16,-3 1-7-16,4 2 13 0,-2 0-10 0,2-1 5 0,0 3 3 15,2-1 1-15,0 3 14 0,-4-1 7 0,3 1 7 16,-1 2 1-16,1 2 8 0,-3 0-6 0,1-1-1 16,-1 3 1-16,0-1-8 0,-3 2-7 0,3 0-1 0,-3 0-7 0,3 1-3 15,-3-1 5-15,0 1 3 0,2 1-6 0,-2 0-7 16,-2-1 4-16,2 1-1 0,-3-3 3 0,0 2-3 0,3-1-4 0,-3-1 5 15,1-2-2-15,1-1 3 0,-3-1-1 0,4-1-1 16,-3-1 0-16,3-3-1 0,-4 1 8 0,4-4-7 0,0 1 3 16,0 0 2-16,0-4 3 15,0 0 9-15,4 2-1 0,-4-5-1 0,3 2 0 0,-3-3-4 16,2-3 4-16,0-3-13 0,1-1 1 0,0-7-7 16,2-1-3-16,1-3 1 0,2-3-8 0,0-1 15 0,0 0 0 0,0 1 15 0,-2-2 7 0,2 4 5 15,-5 2 21 1,4 3 20-16,-4 1 14 0,-2 2-3 0,1 2 19 0,0 2 10 15,-1 4 9-15,-1 2 4 0,3 2-12 0,-6 1-12 0,6 3-12 0,-6 1-12 0,2 0-25 0,-1 1-20 0,0 1-16 32,2 0-12-32,-1 1-13 0,-2 1-8 0,1-1 7 0,2 4-6 15,-2 0 6-15,1 3 2 0,1 5-3 0,-2 3 5 0,2 3 5 16,0 5 0-16,0 2-9 0,2 1 16 0,1 1-9 16,3 1 2-16,-1-2 4 0,6 1-1 0,0-4 2 0,3 0 4 15,2 0-2-15,6-3-9 0,0-3 0 0,4-3-27 0,4-2-44 16,3-4-49-16,0-4-53 0,3-3-68 0,4-4-76 0,-2 0-76 15,0-5-93-15</inkml:trace>
  <inkml:trace contextRef="#ctx0" brushRef="#br0" timeOffset="53501.0404">4003 9511 844 0,'-6'15'27'16,"6"-15"30"-16,0 0 20 0,0 0 13 0,0 0 25 0,0 0 17 15,0 0 20-15,0 0 27 0,0 0-22 0,0 0-5 16,0 0-3-16,0 0 1 0,0 0-24 0,0 0-10 15,-16-44-8-15,18 34-28 0,-2-2-6 0,3 0-21 0,2 0-12 0,1-1-15 16,0 1 1-16,2-2-4 0,2 2-11 0,1-2 4 0,0 2 2 16,3 0-4-16,0 1-5 0,0 1 2 0,2 3 0 0,-2 1-3 15,-4 1-3-15,3 0 1 16,-1 5-3-16,-2 0 1 0,-2 0 3 0,4 5-6 0,-2-3 1 0,-2 6 5 0,3 0 11 16,-3 2 2-16,1 3 6 15,-4 1 0-15,1 1 7 0,-3 6 1 0,-3 1 7 0,-1 0 3 16,-5 7-6-16,1 2 2 0,-6 1 10 0,-3 0 12 0,-1 2 4 0,-2 1 11 0,1-3-4 0,-1 0 2 15,-1-1 9-15,-1-4 9 0,3-1-1 0,-1-1-10 0,4-4-9 16,-1-4-2-16,3 0-3 0,2 0-9 0,1-6-7 31,1-1-6-31,3-4-8 0,-1 0 1 0,5-3 6 0,0-1-8 16,0 1 6-16,3-3 1 0,2 0-1 0,0 2-4 0,4 0-4 16,4-1 4-16,0 3-5 0,4-1 13 0,2-2-4 15,5 0-5-15,-1-1 9 0,4 0-6 0,0-1-1 0,3-3 2 0,0 0-16 16,0 1-1-16,-2-2-10 0,2 0 7 0,0 1-11 0,-3-3-6 15,-1 4-1-15,1-2-8 0,-4 2 6 0,-1-1-9 16,2 0 5-16,-5 1-2 0,-2 3 1 0,-1-2-21 0,-2-1-43 16,-1 1-40-16,-5 2-44 0,0-1-61 0,-3 2-62 0,-2-1-65 15,-3 0-70-15,0 0-54 16,0 5-39-16,-3-5-55 0</inkml:trace>
  <inkml:trace contextRef="#ctx0" brushRef="#br0" timeOffset="56141.9736">7618 2694 558 0,'2'-2'30'0,"-2"-1"18"0,0 1 19 0,0 0 6 0,0-1 32 0,0-2 6 15,-2 1 21-15,2 1 28 0,-1-2-21 0,1 0 15 0,0 0-4 16,-2-2 18-16,2 2-13 0,-3-2 15 0,1 1-6 15,-1-2-14 1,-1 3 5-16,-3 1-15 0,2-1 0 0,-1 2-13 0,1 0-9 0,-2 2-10 0,0 1-2 0,4 0-13 0,-5-3-7 31,6 6-25-31,-4-3-11 0,4 0-14 0,-2 0-8 0,1 1-14 16,1 2-15-16,2-1-4 0,-3 4-10 0,3 3 16 16,-2 6-4-16,1 6 3 0,-4 5 5 0,0 6 2 15,0 7 6-15,-1 9 3 0,3 5-1 0,-2 5 0 0,-1 3-4 0,1 2 3 16,3 5-10-16,-2 4 8 0,-1-2-9 0,-1 2 2 0,-1-1 3 15,1 0-11-15,-3-4 10 0,1-1-4 0,0-6-2 16,-2-2-6-16,-2-7 7 0,4-4-48 0,-2-5-10 0,3-7-33 16,0-3-33-16,1-9-34 15,1-3-40-15,0-4-35 0,2-5-29 0,-5-2-17 0,2-4-50 0,-2-8-17 0,0-2-19 16,-3-1 33-16</inkml:trace>
  <inkml:trace contextRef="#ctx0" brushRef="#br0" timeOffset="56257.0971">7146 3613 979 0,'-5'-25'15'0,"0"0"17"0,-1 5 28 0,3 3 32 15,-4 0 18 1,1 4 6-16,1 1 21 0,2 2-3 0,3 2-16 16,3-2-11-16,4 1-30 0,4 0-38 0,1 1-13 0,10-2-9 15,4-1-23-15,5 2 3 0,2 0-1 0,4 2-9 16,4 0 3-16,2 0-13 0,0 3-33 0,0 1-29 0,-1-1-42 16,-1 3-61-16,3-2-53 0</inkml:trace>
  <inkml:trace contextRef="#ctx0" brushRef="#br0" timeOffset="56859.8751">7900 3302 1042 0,'3'-3'30'0,"0"1"18"15,3 1 28-15,-3-1 20 0,-1 2 8 16,-1 0-1-16,-1-2 11 0,2 2-5 0,-2 2-28 0,3-4-18 0,1 2-31 15,-3 0-19-15,4 2 6 0,2 1 16 0,0 1-10 0,1 0 10 16,0 0-1-16,-1 3 12 0,0 0 6 0,3 4-2 16,-4 0-14-16,-1-1-11 15,1 5-2-15,-3-1 0 0,0-2 5 0,-3 2-4 0,3 1-4 0,-3-1-4 0,0 1 8 16,-3-2-5-16,0 1 1 16,3-2 3-16,-3 0-10 0,0-3-5 0,-2 1 1 15,2-3 7-15,0 1-7 0,0-4-3 0,-1 1 3 0,4-3-8 0,-3 1 10 0,0-1 2 0,3-2 9 16,0 0-1-1,0-2 11-15,0-1 3 0,0 1-4 0,0-3 12 16,0 1-13-16,0-1 0 0,0-5-10 0,-2-1 4 0,2-2-7 16,2-3-6-16,-2-1 7 0,3-4-10 0,-3 0 8 0,5-3-5 15,0 3 6-15,1-4-1 0,-1 3 1 0,1 1 23 16,0 0-3-16,-1 5 13 0,0-1 3 0,0 4 9 0,-1 2-9 16,1 4-4-16,-2 2 5 0,-3 2-19 0,0 3-10 0,0 0-9 15,0 3-13-15,0-1-3 0,0 3-5 0,0 0 7 16,0 2-12-16,2 2 7 0,3 3-2 0,-2 1 7 0,2 1 6 15,4 3-7-15,-3 3 4 16,1 1-3-16,-1 2 1 0,3-1-2 0,-2 2 6 0,1-2-14 0,-2-1 1 0,3 1 11 16,-1-3-12-16,4 1-46 15,0-6-37-15,2 1-57 0,0-1-49 0,4-3-51 0,1-3-58 0,0-4-81 0</inkml:trace>
  <inkml:trace contextRef="#ctx0" brushRef="#br0" timeOffset="57393.9426">8554 2716 1791 0,'-3'-3'22'0,"1"2"24"0,-1-2 17 16,4-1 2-16,-2 4 10 0,-3 0 3 0,2 0-10 16,0 1 3-16,2 2-21 0,-1 2-19 0,-1 2 5 0,-1 6 21 15,1 1-12-15,2 8 6 0,-3 4 10 0,1 6 8 0,-1 4-12 16,0 5 10-16,0 0-17 0,0 1-13 0,0 1 1 0,1 0-9 15,1-1 3-15,-1-3-9 0,1-1 8 0,1-2-9 16,0-2-8-16,0-3-10 0,-2-4 3 0,2 0-4 0,0-5 0 16,0-3 0-16,-2 0-1 0,2-7-2 0,0-2-5 0,2-2 5 15,-2-4-17-15,0-1-24 0,2-2-37 0,-2-1-43 16,0-1-81-16,0-2-81 0,-2-7-82 0</inkml:trace>
  <inkml:trace contextRef="#ctx0" brushRef="#br0" timeOffset="57661.6189">8722 3162 1244 0,'1'9'4'0,"1"-4"12"0,-2-1 41 0,4-1 38 0,4 2 36 0,-6-1 29 0,3 4 23 15,0-1 18-15,3 3 9 0,1 0-2 0,0 1-39 0,-1 1-42 16,1 0-26-16,-2 1-6 0,1-1-21 0,0 2-10 16,-2-2-18-16,2 1-3 0,-3 2 0 0,1-1 3 0,-1 1-7 15,-2-1-18-15,0-2-1 0,-3 2-12 0,0 1 2 0,0-2-4 16,-4 1-7 0,0-2-7-16,-2 2-33 0,0-1-28 0,-4-2-51 15,-1 0-52-15,-2 2-61 0,-1-5-68 0,0 0-68 16</inkml:trace>
  <inkml:trace contextRef="#ctx0" brushRef="#br0" timeOffset="58079.9782">8998 2903 1724 0,'8'-8'14'0,"-2"1"37"0,1-1 16 16,2-1 26-16,-1 1 16 0,-2 0 12 0,-1 2 8 15,3-4 17-15,3 5-7 0,-3-2-41 0,3 3-16 0,0-2-26 16,-1 2-15 0,-1 4-11-16,2 0-13 0,0 0-11 0,-1 4-9 0,-1 0 4 15,1 0 1-15,-4 3 3 0,1 0-5 0,-2 0-5 0,-5 1 10 0,0 2-5 0,0 2 3 0,-7 2-3 32,-1 1 1-32,0 1-1 0,-3 2-1 0,-2-1 5 0,0 2-8 15,-1-2 2-15,0 3 0 0,0-3-1 0,4-3 3 0,-2 2-1 16,4-6-1-16,0 1 4 0,3-2 10 15,2-2-10-15,1-2-1 0,4 0 7 0,-2-1-3 0,6-1 4 0,-2 2 3 16,5 0 7-16,0-3-7 0,3 5 8 0,2-2 3 0,2 0 3 16,2 0 7-16,0-1 5 0,1 0 5 0,0 0-8 15,2 1 0-15,-1-1-2 0,-1-1 1 0,-5 1-7 0,2 1-2 16,-5-1-10-16,0 0-9 0,-3 1 5 0,-3 2 3 0,-4-2 5 16,-1-1-6-16,-4 4 3 0,-1-1-4 0,-3 3 4 15,-2 1 3-15,-5 0-6 0,-3 3-5 0,-4 1-15 0,-3 2-23 16,-2-2-42-1,0 2-43-15,-1-1-54 0,0 0-53 0,3-3-75 16,0-4-68-16,2-1-65 0</inkml:trace>
  <inkml:trace contextRef="#ctx0" brushRef="#br0" timeOffset="58347.3973">9249 2537 1892 0,'8'-12'35'0,"0"0"26"0,-3 3 30 0,3-1 31 16,1 5 11-16,-5 0 9 0,2 1 24 0,3 3 11 16,1 1-18-16,3 3-11 0,4 4-6 0,3 0-14 0,1 7-7 15,4 1-7-15,2 2-7 16,3 4 2-16,-3 4-20 0,3 3-2 0,-3 1-18 0,0 1-12 0,-6 4 0 0,1 4 0 16,-4-1-18-16,-2 2-11 0,-6 1 4 15,1 0-14-15,-8 1 0 0,0 2-5 0,-6-2-6 16,0 2-2-16,-8-1 6 0,1-1-6 0,-6 0-9 0,-4 1-13 0,-4-4-42 0,-2 0-25 15,-3-2-38-15,-1-1-56 0,-5-6-58 0,-3 3-57 0,0-6-68 16,-6 2-48-16,1-6-48 0</inkml:trace>
  <inkml:trace contextRef="#ctx0" brushRef="#br0" timeOffset="58963.7025">8459 2554 1000 0,'2'-3'21'15,"-1"-1"24"-15,-1 3 14 16,0 1 27-16,-1-2 20 0,1 2 11 0,-2 0 25 15,2-2 18-15,-2 2-18 0,2 0-15 0,-4 2 1 0,4-2-11 0,-3 0-14 0,3 2-2 0,-2-2-27 0,1 0-20 32,1 1 0-32,-4-1-13 0,4 4-12 0,-3 0-11 15,0 2-6-15,0 4 21 0,-4 4 4 0,0 6 6 0,-3 2 3 16,-1 7 15-16,-1 3 12 0,0 1-2 0,-2 6 7 0,2 2-33 16,0 2 3-16,2 1 3 0,0 5-9 0,2-1-12 15,0 1-16-15,4 1 2 0,2 1-11 0,4 1 1 0,1-2 7 16,4-2-16-16,1 0 5 0,4-5-1 0,1-3 3 15,4-2-31-15,3-4-21 0,0-5-44 16,-2-3-61-16,2-2-46 0,-2-3-45 0,1-4-64 0,0-4-70 16</inkml:trace>
  <inkml:trace contextRef="#ctx0" brushRef="#br0" timeOffset="60119.975">7865 3171 618 0,'0'0'20'16,"2"0"6"-16,-2 0 24 0,0-2 15 0,0 1 16 16,1 1 15-16,-2-2 3 0,1 2 9 0,-2 3-20 0,2-3 9 15,0 0-9-15,0 0-12 0,0 0-9 0,0 0-16 16,0 0 6-16,0 0-13 0,0 0 6 0,0 0-14 0,0 0-17 16,0 0-4-16,0 0 11 0,0 0-12 31,0 0 37-16,0 0-14-15,0 0-4 0,0 0 9 16,0 0 2-16,53 48 6 0,-53-48 7 0,0 0-31 0,0 0 31 16,0 0-17-16,65 80 2 0,-58-68-3 15,-1-1-10-15,-1 2 9 0,-2-3 13 0,0 2-4 0,-3 0-23 16,0 1 1-16,0-2 1 0,0 1 2 0,0 1 5 16,-2-4-10-16,1 4-5 0,-2-4-1 0,-2 3-3 0,2-4 4 15,1 1-5-15,-2 0 7 0,0 1-6 0,1 0-7 0,-2-3 1 16,0 1 1-16,1-2 0 15,1 2 5-15,0-3-7 0,0 2-7 0,1-4-6 0,2-3 26 32,0 0-3-17,0 0 2-15,0 0-1 0,0 0 2 16,8-20-17 0,25-54-6 15,-25 58 3-31,-2 2-5 0,2-1 10 0,0 1-3 0,1-1-4 15,-1 1 7-15,2-3-12 0,-2 5 11 0,0-3-6 0,0 4 7 16,0-4-1-16,2 1 12 0,-3 1 18 0,1 3 14 16,-2-2 1-16,3 2 7 0,-5 2 4 0,1 0 9 0,-1 0 22 15,-2 3 7-15,0-2-6 0,-1 3-16 0,-1-1 9 16,0 3 0-16,0-2 9 0,0 1-7 0,0 0-24 0,-1 1-11 0,2 1-3 16,-1-1 2-16,-1 2-5 15,1 0-11-15,0-1-6 0,0 1-5 0,0-2-3 16,0 2-9-16,-2 0 1 0,2 0-11 0,2-2 0 0,-2 4-2 15,0-2-2-15,0 0-3 0,0 0 2 0,0 2-1 0,0-1-8 0,0 1 10 0,-2-2-8 16,2 0 5-16,0 1-2 0,0-1-1 0,-2 1 2 0,2 0 0 16,0 1 0-1,0-1-2-15,0 0 3 0,0 2-4 0,0-3-1 0,0 4 7 0,-3-3-4 0,3 3 3 0,0-1 3 16,-1 2-4 0,1 2 5-16,-4 0-2 0,3 4 7 0,-3 3-6 15,1 0-1-15,3 3 0 0,-4 0 1 0,1 3 1 16,0-1-2-16,3 2 4 0,-4 1-4 0,4-1 5 0,0 1 4 15,0-1-2-15,0 0-5 0,0 1 5 0,0-3-2 0,2 1-4 16,0-1-9-16,1-1-33 0,3-4-10 0,-2 0-39 0,1-3-15 16,3-1-51-16,2 0-25 0,1-5-37 0,2 0-26 15,4-1-33-15,-1-2-40 0,7-2-20 0,-1-1-43 0</inkml:trace>
  <inkml:trace contextRef="#ctx0" brushRef="#br0" timeOffset="61240.5556">7852 4405 1116 0,'-2'-5'14'0,"-2"-2"28"0,3 2 34 16,-1-1 28-16,-1 0 40 0,-2 1 40 0,2-2 34 16,-4 0 25-16,2 2 16 0,-4-5-1 0,3 4-21 15,1 0 0-15,-3 0-16 0,3 0-31 0,-4 1-19 0,6 5-26 0,-4-2-24 0,4 0-25 16,0 4-17-16,1 0-24 0,1 2-26 0,-1 0-9 0,-2 3-8 16,-1 7-3-16,2 7-2 0,-4 4-2 0,1 9 8 0,-2 7-4 15,0 7-6-15,0 7 9 0,2 4-8 0,-2 2 2 16,5-1-1-1,-2 5 6-15,1-3-10 0,-1-2 3 0,0 0 6 0,-3-3-5 16,7-3-44-16,-4-3-42 0,0-3-33 0,2-6-63 16,1-3-53-16,-3-3-60 0,2-2-63 0,0-6-61 15,-4-3-23-15,0-5-19 0</inkml:trace>
  <inkml:trace contextRef="#ctx0" brushRef="#br0" timeOffset="61387.8911">7395 5307 1813 0,'-12'-21'28'16,"4"0"41"-16,1 1 50 0,1 3 44 0,-3-2 40 0,4 2 15 15,2 2 8-15,1 1 17 0,1 1-25 0,5 1-38 0,1 0-49 16,6 0-45-16,3-2-45 0,5 1-9 0,2 1-6 16,3 0-21-16,4 0-3 0,2 3-7 0,3 1 3 0,2-1 0 15,0 4-17-15,1-2-50 0,-1 2-56 0,-2 2-62 0,0 3-64 16,-3 0-80-16,-3 2-78 16</inkml:trace>
  <inkml:trace contextRef="#ctx0" brushRef="#br0" timeOffset="61909.4185">7910 5107 1825 0,'0'0'31'0,"0"2"32"16,0-4 10-16,0 2 27 0,-4-3 6 0,4 3 5 16,-1 0-4-16,1 0 4 0,-2 3-35 0,2-3-35 0,-2 3-8 0,2 1-27 15,2 1-6-15,0 2 2 0,-1 3 1 0,5 0-3 0,0-1 4 16,-1 3 7-16,2 0-7 0,-1-1 2 0,3-2 0 15,-1 3-3-15,2-5-1 0,-1 0-1 16,-1-3 1-16,2-1-1 0,-2 0 7 0,1-3-5 16,1-3 8-16,1-1-11 0,1-5 9 0,-2-1 3 0,5-3-4 0,0-1-7 0,-1-6 5 15,0-1 9-15,0 1-4 16,-1-1 21-16,-2-1 3 0,0 1 5 0,-3 0 19 0,0 2 28 0,-3 5 7 0,-1 2 8 0,-2 4 12 16,0 0-7-16,-2 7-18 0,-2-2-6 0,0 3-17 15,2 3-32-15,-4 0-13 0,2 2-18 0,-1 1-8 0,2 9-6 16,-3-1 4-16,1 6 3 0,-3 6-3 0,1 3 10 0,-1 4 1 31,1 4 2-31,0 0-1 0,2 6-5 0,0-2 3 16,3 3-1-16,0-1 3 0,3-1-5 0,0 3 5 0,2-3 1 15,0 1-6-15,2-1 5 0,0-2-3 0,1-1-4 16,-2-5 4-16,2-2 4 0,-3-4-9 0,-2-3 3 0,0-6 16 16,-3-2 11-16,0-5 18 0,-3-2 31 0,1-5 20 0,-2 0 25 15,0-2 5-15,-3-3 2 0,-3-3-8 0,0-2-12 0,-3 0-8 16,-4-2-26-16,-3-3-16 0,-2 0-28 0,-3-7 13 15,2 3 4-15,-2-3-8 0,0-3 10 16,1-1-6-16,3 0 1 0,1-2-10 0,5 0 6 16,3 0-18-16,3 2-15 0,4-4 0 0,1 4-9 0,9-1-14 0,2-2-29 0,7 2-27 15,5-2-28-15,8-1-35 0,3-1-25 0,3 2-53 0,7-1-50 16,2-1-32 0,1 6-34-16,-3-1-31 0,1 1-47 0,-5 3-33 0,0 0-39 0</inkml:trace>
  <inkml:trace contextRef="#ctx0" brushRef="#br0" timeOffset="62377.6351">8688 4541 2166 0,'-6'-5'24'16,"-2"3"40"-16,-1-3 31 0,2 1 30 0,4 0 39 0,-5-1 39 16,0 3 29-16,1-3 13 0,0 5-15 15,4-2-32-15,-2 4-32 0,2-2-35 0,1 3-35 0,2 1-39 0,-3 4-27 16,-1 4-7-16,1 5-6 15,-4 7-1-15,1 3 1 0,-1 9 6 0,0 3-12 0,-3 5 7 16,7 3-1-16,0 0-6 0,1 3-6 0,4-4-7 0,1 0 5 0,0 1-8 0,5-3-37 16,1-2-50-16,-1-3-44 0,2-3-67 0,2-2-66 0,-2-2-78 15,3-6-83-15,-1-1-81 0</inkml:trace>
  <inkml:trace contextRef="#ctx0" brushRef="#br0" timeOffset="62728.7861">8954 4715 2329 0,'-2'-2'20'0,"-1"2"14"0,0 0 6 16,4 0 12-16,-2-1-4 0,-4 4-1 15,5-1 5-15,-3 1 1 0,3 6-11 0,0 1-1 0,0 4-2 16,3 6-9-16,-3 2 9 0,2 4-6 0,-1 3-4 0,2 5 0 0,-1-2-2 15,1 2 6-15,-1-2 3 16,1 1-2-16,0-2 0 0,1-2 21 0,-3 0 8 0,1-1 1 16,-2-5-1-16,0 1 1 0,0-7 15 15,0 0-3-15,0-2 13 0,0-5-3 0,0-3 23 0,-2-3 30 0,4-3 21 0,-4-1 8 0,2 0 16 0,0-1 22 16,-1-3-16 0,1 1-6-16,-4-6-28 0,3-1-30 0,-4-2-31 15,5-3-22-15,-5-4-36 0,2-5-20 0,0-4-2 0,3-5-8 16,0-1 1-16,0-4-3 0,3-7-1 0,-2 0-6 15,3-1-11-15,-1-4-9 0,5 6-8 0,-3-1-33 0,2 5-30 0,0 3-37 16,-1 7-56-16,1 5-50 0,-3 5-46 0,2 9-63 16,-3 0-65-16,-1 7-58 0,-2 2-51 0,0 2-48 0</inkml:trace>
  <inkml:trace contextRef="#ctx0" brushRef="#br0" timeOffset="62963.0168">9191 5100 1362 0,'3'7'0'0,"0"-2"10"0,-3 2 58 16,4-7 40-16,-1 2 30 0,0 3 37 0,0 2 10 0,3-2 14 16,-1 3 23-16,1 1-2 0,2 1-42 0,1 0-27 15,-2 2-30-15,-4 0-23 0,5 0-7 0,-3 2-6 0,1 1-26 16,-1-3 0-16,-2 3-5 0,0-3-7 0,-6 3-5 0,3-2-12 15,-5 0-1-15,-4-1-11 0,3 0-15 0,-4-2-24 0,-4-1-56 16,1 1-53-16,-1-1-58 0,1-1-80 0,-4-3-88 16,1-2-101-16</inkml:trace>
  <inkml:trace contextRef="#ctx0" brushRef="#br0" timeOffset="63338.6443">9412 4647 2353 0,'10'-14'31'0,"4"4"31"0,-6-2 33 0,9 0 32 16,-9-1 18-16,0 4 7 0,0-1-3 0,3 5-2 0,2 0-27 31,-2 1-32-31,0 1-35 0,0 3-37 0,3 0-13 0,-4 5-4 16,-2-2-1-16,2 4 4 0,-3 0-4 0,-1 1-3 15,-2 2 0-15,-1 1 9 0,-3 4-7 0,-2-1-2 0,1 3-2 16,-4-2 1-16,-2 6 1 0,1-4 5 0,-5 4-1 15,3-3-4-15,0 2 8 0,0-4-3 0,-1 1 0 0,4-4 1 16,0 1 3-16,2-4-1 0,3 2-3 0,3-3 5 0,-1-1-7 16,4 1 2-16,1-1 7 0,3 1-3 0,0-2-4 0,4-2 4 15,-1 2 10-15,1-1 23 0,2 1-3 0,-2 0 15 16,0 0 3-16,-1-2 7 0,1 2 8 0,-3 1 1 0,-1 1-2 16,-1-1-8-16,-1 2 16 0,-3-1-5 0,0 1 2 0,-5 0-3 15,3 1-9 1,-6 0-4-16,-2 2-4 0,-3 0-13 0,-2 1-16 0,-7 1-8 0,0 2-22 0,-4 0-28 0,-2 2-41 15,-4-2-56 1,0-3-58-16,0 1-61 0,-3-1-83 0,3-1-81 16,1-4-80-16</inkml:trace>
  <inkml:trace contextRef="#ctx0" brushRef="#br0" timeOffset="63615.8611">9654 4270 2458 0,'7'-20'42'0,"-1"4"32"16,2 3 52-16,-2-1 40 0,2 2 26 16,-2 4 5-16,0 1 5 0,4 0-3 0,1 2-13 0,5 5-6 0,0 3-38 15,9 1-29-15,4 6-15 0,-1 2-7 0,5 5-2 0,0 3 9 0,4 4-13 16,5 2-18-16,-4 3-12 16,2 7-9-16,-1-1-7 0,-1 3 4 0,-3 1 5 15,0 4 10-15,-3-2-13 0,-7 4-3 0,-2-2-2 0,-7 3-2 0,0-2 0 0,-8-1-9 16,-5 2 1-16,-3-1-21 0,-5 0 0 0,-6-1-2 0,-8 1 3 15,-3-1-7-15,-8 1-14 0,-4-2-32 0,-5 3-45 0,-5-6-43 16,-2 2-51-16,-4-3-62 0,-3-3-81 0,-3 3-68 0,-4 1-87 31,-1-5-61-31</inkml:trace>
  <inkml:trace contextRef="#ctx0" brushRef="#br0" timeOffset="64368.019">7740 6162 1180 0,'0'-10'30'0,"0"-1"22"16,2-2 37-16,-2 1 46 0,0 0 32 0,-2 0 30 0,0-1 20 0,-4 2 28 0,4 1 0 15,-1 4-2-15,-3-2-14 0,3 2-17 0,0 4-19 0,0 0-21 16,-1 1-16-16,1 1-23 0,3 1-40 0,-2 1-18 0,1-2-20 16,-1 7-32-16,1 0-13 0,-4 8 16 0,2-1 15 15,-2 11 3 1,1 4 11-16,-1 5-1 0,0 7 5 0,-3 4 0 15,5 4 6-15,2-1-27 0,1 4-13 0,1-1-4 0,2 2-12 16,2-1 6-16,1-3-9 0,-1 1-3 0,3-3 2 16,-2-1-15-16,3-3-47 0,0-4-45 0,-3-3-45 0,5-4-67 15,-5-4-65-15,-1 0-59 0,-2-3-70 0,-1-7-53 0,-4-1-42 16</inkml:trace>
  <inkml:trace contextRef="#ctx0" brushRef="#br0" timeOffset="64534.8471">7438 6829 1791 0,'-14'-22'28'0,"-2"0"36"15,6-1 30-15,3 1 33 0,-3 2 37 0,2 4 42 0,0-1 21 16,5 5 8-16,3-2-20 0,0 2-31 0,6 2-23 0,1 0-18 16,7 2-29-16,5-2-39 0,6-1-26 0,4-1-6 0,2 2-8 15,7 0-11-15,0-1 1 0,6 3-18 0,-2-2-7 16,3 3-32-16,-2 3-33 0,1-2-44 0,-1-1-53 0,-5 5-47 16,-1 1-77-16,-9 0-64 0,2 2-61 0,-6 0-45 0</inkml:trace>
  <inkml:trace contextRef="#ctx0" brushRef="#br0" timeOffset="66458.1954">8182 6828 1084 0,'0'-4'18'0,"4"0"21"0,-1-1 16 16,-2 2 35-16,1-1 15 0,-2 1 19 0,0 0 17 16,0 0 21-16,3 0-13 0,-3 0 0 15,0 0-1-15,3 1-26 0,-3 0-10 0,0 2-13 16,4-1-18-16,-4 1-18 0,3-2-10 0,0 2-20 16,1 0-16-16,-2 0-4 0,3 2-5 0,-2-1 3 0,3 1-4 15,-1 3 13-15,0 0 3 0,4 0 8 0,-4 4-2 16,3-1-3-16,0 3 2 0,0 0-5 0,-2 1 2 0,-1 2-13 15,0 0 2-15,-2-1-7 0,-3 3 2 0,2 0 2 0,-2-5-5 0,-2 4-1 0,0 2 1 0,1-5 3 16,-4 1-7 0,0 1 6-16,3-2-2 0,-4-1-4 0,0-1 7 15,3-2-4-15,-2-1-2 0,0 0 5 0,2-3 3 16,1-1-10-16,1 0 6 0,-1-3 2 0,2 0 4 0,-1 0 9 16,1-3 1-16,0 2 3 0,1 1 12 0,2-3 6 0,-1-2 1 15,1 0-5-15,-1 0-7 0,3-7-5 0,1 3-3 0,2-9-15 16,0 0 0-16,3-2-10 0,-2-2 0 0,1 2 6 15,-1-2 2-15,2 1 13 16,-3-1 13-16,0 3 17 0,-3-1-7 0,1 5 27 0,0-1 15 0,-3 3 14 0,1-1 16 0,-1 4-6 0,-3 3 10 16,0 3-7-1,0 1 0-15,0 1-12 0,0 2-13 0,-3 0-21 0,1 0-16 0,-1 3-8 0,1-1-22 16,-1-2-5-16,3 4-7 0,-4-1-9 0,4 2-6 0,0 3 3 16,0 1 1-16,0 3-5 0,1 2-4 0,-1 5 8 0,3 2 3 15,0 2 3-15,-1 1 1 0,3 2-4 0,1-3-27 16,1 1-30-16,3-2-47 0,0-1-51 0,1-4-50 0,6 3-71 31,-2-8-75-31,0 2-77 0,0-1-56 0,2-6-62 0</inkml:trace>
  <inkml:trace contextRef="#ctx0" brushRef="#br0" timeOffset="67396.1985">8602 6812 906 0,'3'-2'26'0,"1"0"25"0,-4 2 23 0,3 0 22 16,-3-1 28-16,0 1 10 0,2-2 28 0,0 2 18 0,-1-2-14 15,-1 1-10-15,2-2-4 16,-1 2-17-16,1-2-20 0,1 2-10 0,0 0-25 16,-1 1-16-16,3-2-16 0,-1 4-12 0,-1-1-18 0,1 1 8 0,0 1 10 0,1 1-4 0,-2 0 6 15,2 1-1-15,1 0 0 0,-3 3-3 0,2 3 5 0,-2-2-11 16,-1 4-13-16,1-1 2 0,-1 3-6 0,-1 0 6 0,-1 1 4 31,-1 1 3-31,-1-1-6 0,2 0-2 0,-3 1-5 16,1-3 7-16,-1 3-9 0,-2-2-3 0,2-3 2 0,-3 1-1 15,1 0 4-15,2-5 1 0,-2 0-1 0,2-2-5 0,0-1 5 16,1-2-1-16,2-1 4 0,0-2-6 0,0 0 3 16,0-2 2-16,-3 2 0 0,6-3 10 0,-3 1 2 0,0-1 0 15,0-1-6-15,2-3 3 0,0-2-10 0,-2-2-1 0,4-4 3 16,-2-2-15-16,1 0 1 0,2-5 0 0,4-1-4 16,-4-2 3-16,3 1-1 0,2 0 2 0,-1 0 0 0,2 2 15 0,-4 0 21 15,2 3 9 1,-1 4 19-16,-4 1 2 0,1 4 19 0,3 0 2 0,-6 4 6 0,2 1 3 0,-2 2-29 15,1 2-13-15,-3-2-15 16,0 4-5-16,0 1-19 0,-2-1-10 0,2 2-5 0,-1 2-6 16,1 4-1-16,1 0 3 0,1 4-4 0,1 2 4 0,-1 3 4 0,3 2 5 0,0 4-1 0,-1 0-1 15,0-1-1-15,3 2 0 0,-2 0-36 0,0-3-11 16,1-1-40-16,1-2-31 0,3-3-60 0,0-2-48 0,1 0-63 31,2-5-56-31,-1 0-29 0,6-7-60 0</inkml:trace>
  <inkml:trace contextRef="#ctx0" brushRef="#br0" timeOffset="67818.4149">9309 6227 1892 0,'-4'-3'20'15,"-1"1"36"-15,2 0 29 0,3-3 31 0,-3 0 29 0,-2 3 15 16,0 0 28-16,0 2 10 0,2-1-12 0,-3 1-35 0,3 1-29 15,1 1-25-15,1 0-32 0,-1 0-16 0,1 2-31 16,1 2-10-16,-4 3-2 0,4 5-3 0,-3 2 1 0,-2 6 0 16,0 7 4-16,1 0-1 0,1 7 7 0,1 0-2 15,1 3 1-15,-1-3 1 0,4 1 2 0,-1-1-8 0,1-2 1 16,5 0-1-16,-3 0 1 16,-1-3 6-16,3-4-7 0,-1 2 0 0,0-2-6 0,1-6 6 0,0-4 0 0,-1 0 2 0,0-4-24 15,1-4-25-15,-1-2-41 0,0-3-18 0,-2-1-40 16,0-2-44-16,0-1-62 15,-3-1-68-15,0-4-50 0,0 0-53 0</inkml:trace>
  <inkml:trace contextRef="#ctx0" brushRef="#br0" timeOffset="68698.5433">9521 6370 1341 0,'2'0'34'16,"-1"-4"40"-16,1 0 29 0,-2 2 28 0,0-1 33 0,0 2 19 16,0 1 17-16,0 0 10 0,0 1-36 0,0 0-38 0,-2 1-36 15,1 0-22-15,1-1-38 0,0 1-18 0,-2-1-22 16,2 3-15-16,0 3 15 0,2 1-7 0,1 6 8 16,-3 1 2-16,3 4 5 15,2 7-2-15,0 3 11 0,-2 0 11 0,3 3 6 0,-3-3 25 16,2 5 3-16,-2-5-9 0,2 2 15 0,-2-4 1 0,1-1-9 0,-3-1-2 0,2-3 6 0,0-3-9 15,-1-2 10-15,1-2 12 0,-3-4 4 0,1-1 24 16,-1-2 31-16,0-6 14 0,0 0 0 0,0-2 33 0,0-2 1 31,-1 2 9-31,1-5-4 0,0 1-29 0,1-4-30 16,-2 0-19-16,2-6-24 0,-1 1-43 0,0-8-16 0,2-3-18 0,1 0-12 16,-3-5 0-16,2-1 10 0,1-4-3 0,-1 1-1 15,-1-1-30-15,-1-3-10 0,2 1-39 0,0-4-28 0,-1 5-38 16,-1 1-62-16,2 0-44 0,1 5-50 15,0 4-37-15,-2 9-50 0,2 3-44 0,-3 5-56 16,0 5-45-16</inkml:trace>
  <inkml:trace contextRef="#ctx0" brushRef="#br0" timeOffset="68966.8825">9727 6710 1084 0,'6'5'18'0,"-3"3"35"0,2-3 44 0,1 3 16 16,-4-2 36-16,3 4 22 0,-2 2 22 0,3 1 12 0,0 0 0 16,-1 0-14-16,2-1-47 0,-4 4-4 0,4-2-27 15,-2 2-23-15,-2 1-9 0,2 0 6 0,0-1-20 0,-3 0-17 16,-1 2 3-16,-1-3-7 0,-1 2-11 0,-4-2 6 0,0 1-16 15,0-1-20-15,-5 0 0 0,0 0 3 0,0 0-25 16,-2-1-38-16,-1-1-49 0,-1-1-60 0,1-2-75 0,-4-2-73 16,7-4-101-16</inkml:trace>
  <inkml:trace contextRef="#ctx0" brushRef="#br0" timeOffset="69418.5182">9909 6435 2224 0,'9'-10'41'0,"-1"1"19"0,-2 0 28 16,1 1 27-16,2-4 43 0,-1 3 12 0,2-2 9 16,-3 1 7-16,4 2-28 0,-1 0-13 0,4 0-26 0,-3-1-29 15,2 4-53-15,-1-2-11 0,1 2-5 0,1 4-14 0,-4 1-14 16,4 0-6-16,-3 1-3 0,0 2 3 0,-3 3 8 0,0 2 0 15,-2-1-6-15,-1 3 4 0,-2-1 2 0,-3 4 2 16,-3 1 3-16,0 0 2 0,0 1-6 0,-4 2 1 0,1-2 5 16,-2 0-4-16,0-1 0 0,0 1 7 0,-1-2-10 0,4-1 10 15,-3-2 2-15,4-2-2 0,0 1-2 0,1-1 12 0,0-4-10 16,3 1 1-16,1 1 9 0,1 0-12 0,1 1 13 16,4-2-2-1,-1 2 0-15,5-1-2 0,0 1 7 0,0 0-9 0,3 1-1 0,-1-1 4 0,4 0-13 0,0 2 5 0,0-2-2 31,-1 1-6-31,1-1 4 0,-3 1-4 0,0 1 5 0,-1-2-9 16,-1 3 4-16,-2-3 4 0,-5 1-1 0,1 2 5 0,-1-3-5 16,-4 2 7-16,-1 1-4 0,-4 0 6 0,-1-1 2 15,-1 3-6-15,-4 2-2 0,-5-3 6 0,-2 3-3 0,-5 1-4 16,1 1-35-16,-5-1-19 0,-1-1-35 0,0-1-36 0,2 1-33 16,1-2-49-16,2-1-51 0,1-2-55 0,1-2-25 15,5-3-39-15</inkml:trace>
  <inkml:trace contextRef="#ctx0" brushRef="#br0" timeOffset="69736.221">10144 6024 2364 0,'5'-9'23'0,"1"-2"33"0,-3 4 37 0,8-4 55 0,-6 3 10 16,-3 1 40-16,4 2 5 0,2 0 4 0,-3-2-26 0,3 7-29 16,1 0-34-16,4 0-51 0,1 5-6 0,5 2-30 0,4 4-5 15,0 3 10-15,5 2 9 0,2 3-3 0,4 5 1 0,-2 3 1 16,0 4-2-16,0 2-5 0,-2 0-1 0,-2 5-7 16,-2-1 1-16,-1 2 1 0,-1 1-3 0,-4 2-1 0,-2-3 3 15,-3-1-6-15,0 1 6 0,-5-3-11 0,0 3-3 16,-5-5-6-16,-2 0 4 0,-1 2-10 0,-4-5-4 0,-3 1 7 15,-3-3-4-15,-4 2 1 0,-1-4-8 0,-7 2 2 0,0-3-38 16,-5-1-32-16,-5-4-70 0,-3 1-66 0,0 0-46 0,-6 0-73 16,-1 0-67-16,-3-2-83 0,2 1-59 0</inkml:trace>
  <inkml:trace contextRef="#ctx0" brushRef="#br0" timeOffset="75089.2253">7438 1606 813 0,'-3'-5'3'0,"1"0"22"0,4-2 14 0,-4 4 29 0,-1-2 18 16,0 5 32-1,-3-2 6-15,4 0 44 0,-2 0 4 0,-1-1-9 0,3 0 10 0,-3 1-11 0,4 2 5 0,-4-3-19 16,3 3 7-16,-2 0-24 0,2-2 8 0,-1 2-15 0,-2 2-19 16,2-2-13-16,-2 3-27 0,2-1-13 0,-2 1-7 0,-2 6-13 15,0-1-8-15,-1 7 26 0,0 4 6 0,-3 5-4 0,-1 5 16 32,-2 7-1-32,2 6 5 0,1 3-12 0,0 8-5 0,0 0-27 15,6 1-5-15,-1 4-5 0,3 0-11 0,0-2 0 16,3-3-9-16,0 2 10 0,2-6-6 0,2 2-15 15,-3-7-57-15,3-1-56 0,-1-5-65 0,-3 1-70 0,1-5-66 16,-1-2-74-16,2-3-85 0</inkml:trace>
  <inkml:trace contextRef="#ctx0" brushRef="#br0" timeOffset="75237.9771">6888 2512 1837 0,'-14'-21'41'0,"4"2"23"0,1-1 41 0,4-1 31 0,3 4 8 0,-2-3 6 16,4 2 1-16,6 2 0 0,5-1-42 0,6-1-24 15,3 0-44-15,6-1-32 0,6 0-4 0,3 1-5 0,7 1-4 16,1 0 1-16,4 3 2 0,1 0-8 0,2 2-47 0,1 2-43 16,-2 0-64-16,0 3-79 0,-3-1-77 0</inkml:trace>
  <inkml:trace contextRef="#ctx0" brushRef="#br0" timeOffset="75523.0978">7920 1796 1405 0,'3'-13'35'0,"1"0"28"16,-3-1 41-16,4 1 57 0,-5 1 25 0,-2 3 43 0,1 1 27 15,-2 2 26-15,-1 1-8 0,1 3-5 0,-2-1-22 0,2 0-38 16,1 1-22-16,-2 2-42 0,4 2-30 0,-3-2-25 0,3 3-31 15,-2-1-25-15,2 1-21 0,-1 4-16 0,-2 5-6 16,1 3-3-16,0 6 5 0,2 4 1 0,-1 4 4 0,-3 6 4 31,4 2-6-31,0 4 9 0,0 0-3 0,2-2 3 16,0 2 0-16,1-2-23 0,2-3-38 0,1-2-54 0,2-3-44 16,1-4-72-16,-1-1-68 0,5-2-74 0,-2-6-80 15,6-2-66-15</inkml:trace>
  <inkml:trace contextRef="#ctx0" brushRef="#br0" timeOffset="75859.2056">8312 1734 1848 0,'-2'-5'38'0,"1"-3"28"0,-4 4 31 15,5-3 33 1,-6 5 19-16,3-1 25 0,0 3 12 0,-2 2-4 0,3-2-32 0,1 2-33 0,-1-1-31 0,2 1-41 15,0 0-14-15,0 6-24 0,-2 4-9 0,1 0 5 0,1 5-9 16,-2 4 6-16,2 4 3 0,-1 1 8 0,1 3-6 16,1 1 1-1,2-1-3-15,-1 0 2 0,0-3-2 0,2 1-4 16,1-3-4-16,-1-2 2 0,3-3 1 0,-4-1 4 0,0-4-10 16,2-2 3-16,-1-3 7 0,-3-1 4 0,1-4 24 15,-2-1 40-15,-2 1 27 0,2-3 35 0,-1-2 44 0,-1 0 2 16,0-2 5-16,2-4-3 0,-3-1-20 0,1-4-44 0,1-3-30 15,-2-1-41-15,1-8-29 0,-2 2-14 0,1-7 3 16,1 0-3-16,0-3-4 0,1-2 0 0,-1-4-31 0,2 1-22 16,0-1-57-16,0 1-47 0,2 3-39 0,-1 1-54 0,1 6-69 15,0 7-55-15,-1 4-45 0,-1 4-53 0</inkml:trace>
  <inkml:trace contextRef="#ctx0" brushRef="#br0" timeOffset="76094.9375">8516 1984 1341 0,'1'4'5'16,"1"1"12"-16,0 0 17 0,1-5 34 0,-3 2 38 0,1 3 12 16,-1-1 8-16,4 1 17 0,1 2 12 0,-1 3-6 0,1-2 3 15,4 4-32-15,-1 0-36 0,0 2-10 0,-1 1-5 16,0 2-16-16,0-2-14 0,-4 2-13 0,3-1-11 0,-6 2-6 15,2 0 3-15,-2-1 1 0,-2 0-7 0,-1-2-8 16,0 0-43-16,-2-1-33 0,-3 3-67 0,1-3-63 0,-1-2-78 16</inkml:trace>
  <inkml:trace contextRef="#ctx0" brushRef="#br0" timeOffset="76475.426">8752 1659 2017 0,'3'-5'20'0,"1"0"25"0,-2 0 17 15,6 3 14-15,-10-3 3 0,2 5 0 0,4-2 3 0,0 0-1 16,1-1-24-16,0 0-20 0,2 3-19 0,0-1-15 0,-1 1-3 16,6 0 0-16,-2 1-3 0,-2 2 0 0,0 2 3 0,3 2-1 15,-3 1-2-15,0 1 1 0,-3 3 2 0,1 2-1 16,-3-1-2-16,0 3 3 0,1 0-2 0,-3 0-1 0,1 1 0 15,-2 0 2-15,1 0-1 0,1-1 2 16,-2-3 3-16,3 4-4 0,-1-3-1 0,1 0 1 16,3-1 1-16,-3-3 1 0,4 2-4 0,-1 0 0 0,1 0-1 0,0-3 4 0,-1 3-2 15,3-2 1-15,0 0 4 0,-1-1-3 0,1-1 1 0,-2 1 2 16,-1-1 15-16,-3-3 14 0,3 2 4 0,-6-2 8 0,0 2 2 16,-1 1 4-1,-4 1 6-15,-3 0 2 0,0 1-10 0,-1 2-5 0,-5 3-2 0,-1-1-14 0,-2 1 8 0,-2 2-10 16,-2-3 3-16,1 1-6 0,-2 2-5 0,1-5-9 0,2 2-10 31,3-3-38-31,-1-2-59 0,2 3-51 0,2-5-77 16,0 0-66-16,1-4-100 0</inkml:trace>
  <inkml:trace contextRef="#ctx0" brushRef="#br0" timeOffset="76759.7262">8941 1441 2423 0,'-3'-7'28'0,"2"0"24"0,-1 4 21 0,8-4 5 16,-6 3 24-16,-3 3-3 0,3-1-4 0,0 4 7 0,3 0-28 0,2 1-18 0,6 4-6 0,5 0-3 16,3 1-20-1,3 4 13-15,8 2 1 0,0 3-3 0,6 2 2 16,-2 1 0-16,1 6-12 0,0-1 5 0,-3 4-1 0,0 0-11 15,-5 2-4-15,-2 1 0 0,-1 2-3 0,-5-1-4 16,-3 1 0-16,-2 2-10 0,-5 1 3 0,-1-1-5 0,-6 0 12 16,-4 3 3-16,-4 0-6 0,-2 0-3 0,-6-1-13 0,-2-1-25 15,-4-1-22-15,-1-4-30 0,-3-1-39 0,0-2-43 16,-1-5-37-16,3 0-49 0,-2-5-45 0,2-2-31 0,7-7-60 16</inkml:trace>
  <inkml:trace contextRef="#ctx0" brushRef="#br0" timeOffset="77178.1067">9741 1843 1724 0,'-2'0'45'0,"4"-3"30"0,-2 1 47 0,0 2 39 0,0-3 43 0,-2 3 17 16,4-1 34-16,-4-2 11 0,4 2-36 0,-2-3-25 15,3 4-40-15,2-5-42 0,0 2-40 0,4-1-17 16,-1 1-37-16,5-2-7 0,4 3-10 0,1-1-9 0,2 1-8 0,5 0 3 16,-1 2-5-16,-3 0-8 0,4 0-47 0,0 0-28 0,-4 4-52 15,-2-1-51-15,-2-1-56 16,-4 3-66-16,-1-2-38 0,0 2-40 0,-6 2 25 0,3 1 4 0,-9-1 38 0,-2 3 38 15,-5 1 58-15,1-1 65 16,-7 5 43-16,-3-1 59 0,-3-2 44 0,-2 5 39 0,1-8 46 0,2 4 50 0,1-3 38 16,1-1 11-16,2 0 23 0,5-1 2 0,2-4-12 0,0 1-12 15,3-2-30-15,1-1-25 0,0 1-25 0,1-3-10 16,2 2-10-16,2-2-11 0,-2 2-11 0,6-1 1 0,1 1-2 16,2-1-12-1,2 0-5-15,6-1-4 0,-1 3-19 0,0-6-2 16,5 3-39-16,-4 0-47 0,2-1-52 0,-3-2-56 0,1 0-77 15</inkml:trace>
  <inkml:trace contextRef="#ctx0" brushRef="#br0" timeOffset="77947.399">10066 2863 1780 0,'0'4'4'15,"2"-2"1"-15,-2 2-1 0,8-6 26 0,-3 2 23 16,1 2 8-16,8 1 2 0,2-1 0 0,3 1-4 0,6 0-7 0,2 1 3 15,-1-2-25-15,7 3-33 0,-6-3-54 0,1 3-58 0,-1-2-49 16,0 2-68-16</inkml:trace>
  <inkml:trace contextRef="#ctx0" brushRef="#br0" timeOffset="78098.4875">10152 3053 1949 0,'-17'7'31'0,"1"0"11"0,6-3 32 0,7 0 13 0,0-3 22 0,1 2 18 0,-1-2 11 0,3 0 4 16,3 2-31-1,-3-3-9-15,5 0-32 0,0 0-10 0,9 0-23 0,0 0-16 16,5 0-11-16,5-2-10 0,6 0-19 0,5 2-46 0,1-1-57 0,1-1-82 0,-1-3-68 0,2 0-101 31</inkml:trace>
  <inkml:trace contextRef="#ctx0" brushRef="#br0" timeOffset="78697.86">10618 4759 1848 0,'2'7'9'0,"1"-7"24"0,-1 3 30 16,4-2 40-16,-3-1 42 0,1 1 14 0,3-1 20 0,3 0 2 15,3-1-1-15,0 0-26 0,5-2-26 0,4 0-43 0,3-1-38 16,-1 1-22-16,4-3-52 0,2 1-48 0,-1-3-68 0,-1 5-68 15,-4-1-86-15,2-1-80 16</inkml:trace>
  <inkml:trace contextRef="#ctx0" brushRef="#br0" timeOffset="78835.2007">10707 4891 1938 0,'-19'13'37'16,"4"-1"16"-16,5-4 26 0,3-7 18 0,4 4 33 0,-2-5 22 31,2 1 9-31,5 0 14 0,-2-1-28 0,1 1-17 0,6-1-27 0,-2 0-16 0,8 2-37 0,2-2-22 0,5-2-7 31,5 1-56-31,1-1-48 0,7-3-48 0,-4 4-58 0,-1-2-62 16,1-2-88-16</inkml:trace>
  <inkml:trace contextRef="#ctx0" brushRef="#br0" timeOffset="79452.3936">11021 6435 1949 0,'4'3'7'0,"-1"4"17"0,0-3 16 15,5-6 18-15,-4 2 23 0,1 3 16 0,5-1-1 16,4-2 2-16,2 0-7 0,3-3-15 0,4 1-22 0,1 0-15 15,2-1-24-15,0-1-52 0,1 3-52 0,-3-1-61 0,-5-2-64 16,3 1-72-16</inkml:trace>
  <inkml:trace contextRef="#ctx0" brushRef="#br0" timeOffset="79604.4429">11187 6500 2006 0,'-25'12'53'0,"0"1"40"15,4-3 42-15,5-3 11 0,-1 0 25 0,4-2 23 0,1-1 16 16,4-1 13-16,1 0-39 0,6-2-24 0,-1-1-44 15,2 3-11-15,3-3-23 0,4 2-15 0,4-2-14 0,5 1-18 16,4-1-14-16,4 0-26 0,6-1-44 0,6-4-48 0,-1 1-72 16,1 0-92-16,-1-2-68 0,0 1-105 0</inkml:trace>
  <inkml:trace contextRef="#ctx0" brushRef="#br0" timeOffset="80472.3217">7972 7850 1536 0,'-6'-11'41'0,"-3"2"31"0,2-1 40 0,-3 1 43 16,3 1 42-16,-3 0 33 0,-1 3 24 0,2 1 34 0,-1 3-11 0,4-1-17 15,-1 1-14-15,0 1-32 0,2 0-37 0,2 1-33 16,1 1-26-16,1 1-34 0,-3 2-24 0,3 4-2 0,-1 4-18 16,-1 7 4-16,0 8 1 0,-1 6-3 0,-1 8 4 0,3 8 0 15,-1 4-4 1,1 5-11-16,2 4-9 0,2 0-15 0,1 0 3 0,2-2-4 0,4 1-1 0,-3-3 1 0,1-1-17 15,4-7-36-15,0-1-52 0,-3-4-54 0,3-6-69 0,0-5-55 16,-3-6-83-16,-2 0-72 0,2-5-57 0,-3-7-30 0</inkml:trace>
  <inkml:trace contextRef="#ctx0" brushRef="#br0" timeOffset="80619.9286">7735 8678 1892 0,'-20'-21'28'0,"2"0"28"0,3 0 46 0,0 2 43 16,1 0 23-16,1 5 37 0,1-1 16 0,4 2 23 0,1 2-24 15,6-2-25-15,2 1-50 0,6 1-46 0,6-1-26 0,4-4-29 16,8-1-19-16,5 1-22 0,3 1-10 0,7-2-33 16,4 3-19-16,-1-1-40 0,6 1-62 0,-5 6-75 0,2 0-57 15,-7 2-83-15,3 2-76 16</inkml:trace>
  <inkml:trace contextRef="#ctx0" brushRef="#br0" timeOffset="83666.7506">8628 8372 1254 0,'2'0'40'0,"-2"-5"36"0,2 4 25 16,-2 0 36 0,-4 1 33-16,4-1 24 0,-3 1 23 0,3 0 17 0,-5 0-27 15,5 1-11-15,-3-1-23 0,3 0-41 0,-1 1-27 0,1 0-24 0,0 1-27 0,0-2-23 0,0 3-13 16,0-1-18-16,0 2-4 0,0 3 4 0,0 3-3 15,1 1-3 1,-1 0 6-16,3 4 0 0,-1 2 3 0,1-1-8 16,2 1 3-16,0 0 1 0,-1-1 2 0,1 0 3 0,0-4-4 15,-2-2 9-15,2 0-4 0,0-3 5 0,-2-3-4 16,1-1 2-16,-1 1-8 0,2-4 8 0,0-1 3 0,-2-2-3 16,0-2 2-16,4-2 0 0,2-3-7 0,1-2 2 0,1-5 4 15,1-2-4-15,3-3-2 0,-1-2 7 0,-1-1-4 16,0 1-1-16,-4 0 13 0,0 0 19 0,2 4 15 0,-5-1 16 15,-1 7 0-15,-3 3-5 0,1 2 9 0,-3 2 8 0,0 5-11 16,0 2-26-16,0 0-24 0,-2 1-18 0,2 4 3 16,-1-1-6-16,1 7-3 0,0 3-5 15,0 3 3-15,1 3 5 0,1 9 12 0,1 3 5 16,0 8-15-16,1 2 9 0,0 2-3 0,2-1-2 0,1 5 2 0,-1 0-4 0,5 3 0 16,-3-3-7-16,0-1 8 0,3 1 2 0,2-5-3 0,-4 1-4 15,2-2 7-15,0-4-5 0,-3-4-3 0,0-1 5 0,-3-4 6 31,-1-4-5-31,0-3 3 0,-4-5 9 0,-2-3 2 0,0-6 27 0,-2-1 26 0,-1-3 17 0,1-1 7 0,-4-3 7 16,-2-3 3 0,-2-2-6-16,-1-1-16 0,-4 0-9 0,-3-3-24 15,1-5-18-15,-3-1-10 0,3 0-1 0,0-3-15 0,1-3 4 16,2-5 1-16,2-2-20 0,4-2-24 0,2-2-40 0,6-6-50 16,-1 0-38-16,8-4-39 0,1 1-55 0,6-3-58 15,5 1-57-15,3 4-42 0,-1 2-38 0,8 1-44 0</inkml:trace>
  <inkml:trace contextRef="#ctx0" brushRef="#br0" timeOffset="83917.5677">9231 7928 2075 0,'-7'-9'45'15,"1"4"40"-15,-2-3 42 0,2 1 53 0,-4 3 23 16,2 2 39-16,-1-2 14 0,3 2-5 0,2 1-47 0,-1 1-37 16,2 1-41-16,2 2-47 0,-1 2-23 0,0 6-30 0,2 2-4 15,-4 7 8-15,-1 2 14 0,0 7-9 0,4 4-1 16,-4 5-2-16,3 3-3 0,2 1-9 0,2-1 1 0,1 0-9 16,2 1-16-16,3-7-33 0,3 2-56 0,2-3-65 15,1-3-65-15,2-6-76 0,-1-2-86 0,1-3-85 0</inkml:trace>
  <inkml:trace contextRef="#ctx0" brushRef="#br0" timeOffset="84237.4896">9502 8026 2637 0,'-3'-8'25'0,"0"5"36"0,0-3 29 0,1 3 20 0,-1 0 10 0,0 3-1 0,0 0 3 0,3 0-3 16,-2 0-26-1,1 0-34-15,1 6-32 0,0-2-19 0,1 5-7 16,1 1-1-16,1 7-6 0,2 0 6 0,1 7 5 0,0 1-5 16,-1 4 5-16,3 3-7 0,-2-1-5 0,-1 2 11 0,1-1 1 15,1-3-5-15,-4 2-5 0,5-3 1 0,-4-2 17 16,-2-2 20-16,1-4 3 0,-1-2 1 0,-1-5 14 0,-1-4 12 16,0-1 33-16,-1-4 41 0,-1-1 10 15,2-3 7-15,-1 0 28 0,-1-3 3 0,2-1-9 0,-2-4-17 0,1 1-26 16,-1-3-39-16,-1-7-31 0,0 1-23 0,0-6-27 0,3-3-15 15,-3-6-7-15,3-2-40 0,0-2-16 0,0-4-41 16,0 1-35-16,0-3-39 0,0 0-61 0,3 1-58 0,-1 5-54 16,-1 6-30-16,2 0-41 0,-1 9-28 0,1 3-32 0</inkml:trace>
  <inkml:trace contextRef="#ctx0" brushRef="#br0" timeOffset="85121.5347">8274 8398 477 0,'-3'-1'3'0,"2"-1"29"0,1 2 15 16,0-2 23-16,0-1 20 0,0 3 28 0,4 0 15 15,-4 0 29-15,0-2 17 0,2 2-4 0,-2 0 6 16,1 0 1-16,1 0-10 0,-2-2-12 0,0 1 2 0,0 1-10 15,0 0-17-15,0-1-19 0,-2 0-20 0,1 1-18 0,-1-2-17 16,-1 2-13-16,2-3-22 0,-1 3-13 0,2 0-7 16,-3-2-1-16,3 2-2 0,0 0-3 0,-2 0 3 0,2 0-5 15,0 2 7 1,0-2-7-16,0 0 7 0,0 0-5 0,2 3 2 16,-2-3-2-16,0 0 3 0,0 0 5 0,0 2-5 15,3-1 2-15,-3-1 1 0,2 1 3 0,-2 0-3 0,1-1 2 16,-1 2-2-16,3 0 18 0,-3-2 23 0,3 5-3 0,0-2 0 15,-1 0 7-15,0 2 7 0,2 0-1 0,1-1 15 16,-1 3-11-16,3 1-8 0,-1-2 4 0,-4 5-1 0,3-2-9 16,0 3-6-16,-2 1 6 0,0-1-19 0,-1 3-6 15,-1 1-14-15,2 0 2 0,-3 1-8 16,0 3 6-16,-3-3 0 0,0 2-8 0,0-2 10 0,1 0-6 0,-1-3 1 0,-3 1-7 16,2-2 7-16,1-2-3 0,0-1-4 0,-1-3 7 0,2-2-7 15,1-3 1-15,-1 1-3 0,4-1 13 0,-2-2-8 0,0-2 1 16,3 1 10-16,-2-1-5 0,2 0 4 0,0-1 5 15,-1 1 2-15,-1-4-8 0,4 0 10 0,2-4-8 0,-2-4-11 16,4 2 4-16,-3-5-1 0,2 0-3 0,0-5-1 0,1-2 2 16,-2-1-5-16,-1 0 8 0,-1 0 0 0,-2-1-2 15,3-1 1-15,-6 2 6 0,3 3 7 0,-1-2 4 0,0 6 20 32,-1-2 7-32,-1 5 19 0,-1 1 14 0,-1 4 18 0,0 0 2 15,-1 1 4-15,-1 5-1 0,4 0-16 0,-3 4-17 16,-1 0-12-16,1 0-13 0,3 0-29 0,0 0-12 0,0 4-16 15,-3-1-5-15,3 3-2 0,3 2 7 0,-3 0-2 0,3 9 3 16,2 0 2-16,1 6 5 0,1 2 5 0,-1 2-15 16,4 0-17-16,0 0-32 0,3 0-29 0,-3-1-48 0,4-4-46 15,0-1-52-15,3-1-62 0,0 0-57 0,3-2-57 0,0-6-48 16,3-1-59-16</inkml:trace>
  <inkml:trace contextRef="#ctx0" brushRef="#br0" timeOffset="85657.0561">9744 8381 1127 0,'0'5'32'0,"3"-1"23"0,-3-1 15 16,4-1 46-16,-3 1 42 0,-1 0 36 0,0 2 39 0,0 0 17 16,2 1-15-16,-2 1-15 0,3 0 2 0,-3 2-39 15,3 2-32-15,0-1-39 0,-1 2-36 16,-1 2-13-16,1 1-20 0,-2-1-8 0,0 1-15 16,-2 2-8-16,1 3-7 0,-4-2 5 0,-1 2-15 0,1-1-48 15,-3-2-45-15,0 0-61 0,-3 2-100 0,0-1-81 0,-3-4-110 0</inkml:trace>
  <inkml:trace contextRef="#ctx0" brushRef="#br0" timeOffset="86075.191">9913 8053 2458 0,'10'-10'28'0,"-4"2"26"0,1 0 26 0,0-1 4 15,0 2 5-15,-3 2 0 0,1-1 2 0,-2 2 0 16,4-1-28-16,2 3-24 0,-1-1-22 16,2 0-9-16,-1 3-5 0,0 0 2 0,1 3-8 15,1 0 7-15,-3-1 1 0,0 4-7 0,-2 0-2 0,-1 1 10 16,1 1-9-16,-3 1 0 0,-3 3 6 0,0-2-16 0,-3 5 5 0,-3-1 2 0,1 3-2 16,-3-2-6-1,0-1 6-15,3 3 5 0,-4-1-6 0,1-1 12 0,3-1 0 16,2-1 15-16,0-1 23 0,0 3-2 0,1-5 10 15,2 1-1-15,2-2-6 0,1 0-2 0,0 2 6 0,2-1-11 16,3-3-26-16,4 1 15 0,1 1-14 0,3-1-2 16,0 1 5-16,6-1 3 0,0-1-13 0,-3 0 0 0,3 1 7 15,-3 0-20-15,-3 0 7 0,1 0 8 0,-4 1 9 16,-2-2 2-16,-3 2 9 0,-3 0 9 0,-2 0 5 0,-3 2 10 16,0-2 2-16,-2 3-2 0,-4-3-4 0,-5 4-6 0,0-1-2 15,-3 3-14-15,-4-2-12 0,-4 3-24 0,0-3-37 16,1 0-54-16,-2-1-45 0,-1-2-58 0,5 2-75 0,-3-3-82 15,6-2-84-15</inkml:trace>
  <inkml:trace contextRef="#ctx0" brushRef="#br0" timeOffset="86359.0824">10053 7814 2446 0,'1'-11'39'0,"2"3"38"0,1 3 38 16,-4-2 33-16,5-1 55 0,-5 5 13 0,2-3 3 16,1 4-1-16,2-2-34 0,3 1-36 0,6 3-27 0,2 0-19 15,5 4-51-15,2 1-8 0,1 4 5 0,5 5 3 0,2 0-3 16,1 3 6-16,1 4-15 0,0 3-6 0,0 4-3 16,-3 1-2-16,-1 2 3 0,-4 2-4 0,2 1-8 0,-5 0 2 15,-3 2 2-15,0-2-8 0,-8 3 10 0,2-3-14 0,-5 2-8 16,-1-2 4-16,-5 2 4 0,-4-2-9 0,-7 0 1 15,1 0 3-15,-5-1-10 0,-4 1 6 0,-5-2-30 0,0 0-28 16,-4-2-44-16,-4-1-47 0,5-2-63 0,-3-2-59 0,1-1-89 16,0-3-68-16,6-1-75 0</inkml:trace>
  <inkml:trace contextRef="#ctx0" brushRef="#br0" timeOffset="86745.1039">11230 8114 3051 0,'0'1'63'0,"0"2"37"0,-2-2 41 0,1 2 35 16,4-5 42-16,-5 4 21 0,-2-2 19 0,2-2-1 0,2 2-68 15,2-1-39-15,1 1-35 0,3-1-34 0,2 1-40 16,6-3-23-16,4 3-43 16,4 0-46-16,3-1-45 0,4 0-65 0,-3 1-74 15,1 0-83-15,-3 2-76 0,-5 3-61 0,-6 1-25 0,-4 4 13 0,-7 2 8 0,-9 1 50 0,-4 3 70 0,-8 4 86 16,-4-1 91-16,-6-1 98 0,-2 1 96 0,-4 0 73 31,-3-2 87-31,3-3 66 0,2 3 44 0,1-6 31 0,6-2 9 16,3 0-6-16,1-2-19 0,5-2-12 0,4 0-25 0,7-2-19 15,-2 0-42-15,8-2-30 0,6-2-23 0,5 1-28 16,8-3-23-16,7 0-36 0,5-2-13 0,9 1-35 16,6-2 2-16,2 0-30 0,4-1-44 0,-1 0-44 15,-2-1-61-15,-6 5-55 0,-2-2-75 0,-8 5-56 0,-3 0-63 0,-9 3-49 16</inkml:trace>
  <inkml:trace contextRef="#ctx0" brushRef="#br0" timeOffset="87699.1983">8023 9336 1064 0,'0'-4'14'0,"-3"-4"36"0,3 3 32 15,-2 0 30-15,-1-1 45 0,1 1 38 0,-4 0 27 0,3 2 36 0,0-2-1 0,-2 3 2 0,0-2-15 16,1 1 3-16,-3 3-27 0,4 0-19 0,-2 0-18 0,2 0-23 16,-3 0-7-16,4 3-38 0,-1-1-18 0,2 2-23 15,-3 4-11 1,-2 4-10-16,-1 9 5 0,0 4-10 0,-1 7 1 16,0 4 0-16,-3 9 5 0,5 4-10 0,-1 5-13 15,4 1-1-15,1 3-16 0,4-3 1 0,3 4-6 0,1-3 3 16,5-1-12-16,0-4-44 0,2-1-49 0,1-6-67 15,2-2-72-15,1-4-89 0,-4-1-101 0,1-4-85 16,2-6-93-16</inkml:trace>
  <inkml:trace contextRef="#ctx0" brushRef="#br0" timeOffset="87862.9141">7680 10012 2458 0,'-16'-19'32'0,"7"3"32"15,-1 2 30-15,8-5 42 0,-2 7 11 0,2 2 1 0,2 0 7 16,8 0-8-16,0 0-31 0,9 2-33 0,3-2-25 15,6 0-42-15,6-2-11 0,4 4-5 0,7-1-6 0,1 2-13 16,5 1-39-16,1-1-42 0,0 2-59 0,-3 4-57 0,-1 0-66 16,-2-1-71-16,-3 2-79 0</inkml:trace>
  <inkml:trace contextRef="#ctx0" brushRef="#br0" timeOffset="88315.4588">8407 9885 1201 0,'0'4'31'0,"0"0"13"16,-2-2 23-16,4-1 15 0,-4 1 32 15,1 0 38-15,-1 1 32 0,1 2 26 0,-1 2-16 0,0 4 2 0,-1-1-16 0,3 3-17 16,-4 1-26-16,4 1-42 0,0 1-32 0,0 0-15 0,4-2-17 16,-1 0-14-16,4-2-1 0,-4-2 8 0,3 1-8 15,1-6 6-15,0 1 8 0,1-2-11 0,0-1 8 0,-1-5-5 16,4-1-3-16,0 0-8 0,0-6 3 0,3 2-1 0,-1-5-8 15,2-1-5-15,-2-3-2 0,3-2-1 0,-2-3 0 16,-3 1 8-16,0-2 1 16,-3 1-1-16,-1-1 11 0,0 3 6 0,-3 0 27 15,-4 1 21-15,1 7 3 0,-1 0 4 0,-1 4 2 16,-1 0-9-16,2 5-9 0,-2 0-5 0,-1 4-28 16,3 0-16-16,0 1-6 0,-4 4-12 0,4 3-1 0,-2 4 9 0,-1 5-4 15,1 1 7-15,2 7-5 0,0 4 0 0,0 1 0 16,2 4 7-16,0 0-5 0,1 3-6 0,1 0 9 0,-1 2-8 15,4-2 6-15,-1-1-3 0,2 0 2 0,-2-1 1 0,1 0-3 16,-1-3 5-16,-1-2-1 16,-2-3 6-16,0-2-9 0,-3-4 1 0,-3-4 5 0,-2-2 4 15,-1-3 18-15,-1-4 8 0,-5-1 6 0,1-4 4 16,-3-2 10-16,-1-3 4 0,-2-1-3 0,3-3-8 0,-2-3-16 0,0-3-12 0,1 1-8 16,2-7-29-16,0-2-46 0,2-2-22 0,3-6-59 0,2-1-56 15,2-3-46-15,6-3-57 0,1 1-64 0,5-1-38 0,0 1-18 16,6-1-47-16</inkml:trace>
  <inkml:trace contextRef="#ctx0" brushRef="#br0" timeOffset="88733.4173">8753 9874 1405 0,'4'0'27'0,"-4"-1"38"0,2-3 15 0,0 3 21 0,-4 1 11 16,0 1 10-16,-2 1-3 0,4 1 1 0,-1-1 1 15,1 3-10-15,0 3 8 0,1 1-16 0,3 3-8 0,0 0-11 16,1 5 4-16,-2 0-1 0,3 0-27 0,2 0-30 0,0 0-22 15,-2-2-3-15,1-2-2 0,2-2 5 0,-1-1-5 0,-2-2 6 16,4-1 0-16,-4-4 0 0,2-1 4 0,-2-2-4 16,2-2-2-16,-3 0-1 0,3-5 2 0,1 0-8 0,1-3 0 15,1-2 6-15,0-2 5 0,-1-2 11 0,2 0 15 0,-2-2 8 16,-2 2 4-16,0 2 11 0,-2 2 9 0,0 1-7 16,-3 2 2-16,-1 2-19 15,0 6-11-15,-1-3-17 0,-1 6-7 0,0-2-5 16,-1 3-15-16,1 4 5 0,0 0-4 0,0 3 1 0,1 2-1 0,2 5 16 0,1 5 1 0,0 5-5 0,1-1 2 31,-1 6-2-31,1 1-1 0,2 2 8 0,-1 1-6 16,3-1-7-16,-1 2 5 0,2 2-2 0,4-3 8 0,-3 3-3 15,2 1 4-15,-1-3-9 0,1 1-1 0,0-1 6 0,-2 0-3 16,-3-2 14-16,-1-2 10 0,-3 0 10 0,-6-2 2 16,0-4 13-16,-5 0 17 0,-1-4 26 0,-5-5 23 0,-1-1 3 15,-2-6 0-15,-1-1-13 0,-4-3-2 0,2-4 0 0,0-3-20 16,-1-3-23-16,1-4-22 0,-3 0-17 0,4-5-10 15,-1-4-4-15,2-2-31 0,3-6-23 16,1-2-35-16,5-6-44 0,5-1-48 0,3-5-45 16,6-3-50-16,5 0-53 0,5-2-36 0,3-3-53 0,5 3-35 15,4-1-48-15</inkml:trace>
  <inkml:trace contextRef="#ctx0" brushRef="#br0" timeOffset="88960.2261">9520 9464 2341 0,'-5'0'34'0,"-3"1"28"0,0 1 29 0,2-4 19 16,-2 2 34-16,-1 4 8 0,-1-1 0 0,-1 2 6 0,2 4-6 16,-1 3 6-16,3 3-27 0,-3 4-16 0,3 4-26 15,-1 6-1-15,3 2-2 0,2 5-2 16,3 3-27-16,0 2-29 0,3-3-2 0,6 6-6 0,-1-5-13 0,5 2-34 0,0-3-48 15,3-2-69-15,0-4-70 16,3 0-88-16,-3-3-90 0,4-5-111 0</inkml:trace>
  <inkml:trace contextRef="#ctx0" brushRef="#br0" timeOffset="89304.3324">9747 9676 1580 0,'2'-3'32'0,"-2"1"19"0,-2-1 33 15,2 0 15-15,0 3 8 0,-1 0 15 0,-1 3-2 0,-1-3-5 16,3 3-27-16,0-1-3 0,0 6 0 0,0 1-1 0,0 2 2 16,3 2-13-16,-1 4 5 0,1 5 12 0,2 2-3 0,-2 3 13 15,3 0-29-15,2 1-8 0,-3-1-9 0,1 1 1 16,-2 1 3-16,3-4-12 15,-2 1 2-15,-2-2-14 0,4 0 8 0,-4-3 2 0,-2-2 8 16,1-3 5-16,0-3 1 0,1-1 26 0,-3-4 28 0,0-4 19 0,-2 0 16 0,2-4 37 0,0 0 7 16,0-4 13-16,0 4-4 0,-1-7-18 0,-3 1-36 15,4-5-36-15,-1 1-24 0,-2-5-41 0,-1-4-10 0,1-5-31 16,1-1-4-16,1-5 0 0,-1-2 4 0,1-2 7 0,-1 0-41 16,2-7-11-16,0 3-46 0,0-4-26 0,2 1-33 31,-1 2-56-31,1 3-39 0,-1 4-60 0,1 3-29 0,0 8-63 15,-1 6-52-15,1 5-52 0,1 4-57 0</inkml:trace>
  <inkml:trace contextRef="#ctx0" brushRef="#br0" timeOffset="89553.523">10032 10007 2006 0,'4'7'28'16,"-2"-4"11"-16,0 1 10 0,-1-3 1 0,-1-1 24 0,0 2 15 16,-1 2 39-16,1-1 10 0,1 4-11 0,1-2 22 0,3 0-2 15,0 5 3-15,1 3-10 0,3-2-19 0,-1 5-31 16,0 0-7-16,-1 0-14 0,0 4-25 0,-4-1-6 0,1 2-1 16,-4-3-19-1,0 3 5-15,-4 0-5 0,-1-3-1 0,-2 3-4 16,2-3-21-16,-6 1-38 0,3-2-55 0,-3 0-62 0,-2-2-74 15,-1-3-97-15,1 2-92 0</inkml:trace>
  <inkml:trace contextRef="#ctx0" brushRef="#br0" timeOffset="89939.1885">10226 9682 2399 0,'15'-14'8'0,"0"0"37"0,-2 2 23 0,-1-1 21 16,1-1 10-16,-3 4 14 0,2-2 12 0,1 2 9 15,1 1-5-15,-1 2-36 0,1 1-22 0,2 1-22 16,-2 3-11-16,2-1-16 0,-2 4-9 0,-1 2-16 0,-3 1 1 16,-3 1 0-16,-1 4-1 0,-2-1-2 0,-3 4-3 15,-1 0 7-15,0 0-4 0,-6 3 13 0,-2 2-9 0,4-1 5 16,-4 1 6-16,-1 2 1 0,1-1 12 0,-4 1-3 15,6-1 0-15,-1-2 1 0,2 1 9 0,1 0 14 0,1-5 2 16,3 3 1-16,2-1-1 0,3-2 0 0,0 2 8 0,3-3-1 16,0 1 7-16,5 2-10 0,1-5 2 0,3 3-3 15,-1-2-1-15,3-2-2 0,-3 2-11 0,3-1 3 0,-2 0-21 16,-4-1-11-16,-5 1-6 0,4-1 7 0,-7 4-7 0,-2-2 12 16,-6 1-1-16,0 0-3 0,-6 3 7 0,-1 0-3 15,-4 1 4-15,-5 2-9 16,-3 0 1-16,-2 2-9 0,0-4-23 0,1 2-24 15,-3 2-55-15,1-5-47 0,2-2-70 0,3 1-59 0,0-3-83 0,1-2-84 0</inkml:trace>
  <inkml:trace contextRef="#ctx0" brushRef="#br0" timeOffset="90306.0103">10552 9368 1395 0,'3'0'30'0,"-3"3"37"16,3-4 24-16,0 1 43 0,-3 0 31 0,0 0 31 0,0 1 19 15,2 0 15-15,1 0 7 0,2 3-33 0,0-3-13 16,4 3-33-16,2 3-9 0,3 1-25 0,4 1-1 0,-1-1-9 15,4 7-42-15,1-1-5 0,3 3-2 0,2 5-14 0,-3 0-19 16,1 4-6-16,2 0-9 0,3 4 5 0,-3 3 10 16,-2-1 4-16,2 2-9 0,-4 2 2 0,4 1 5 0,-6 1-7 31,1-1 0-31,-1 1-15 0,-4-1-3 0,0-1-4 0,-5 1 0 16,-3 0-7-16,-1-2 4 0,-3 1 8 0,-7-2-10 0,0 0 0 15,-7 2-1-15,-2-3-23 0,-3 1-12 0,-4-4-18 16,-2 2-49-16,-2-4-52 0,-2-1-50 0,-3-3-61 0,-4-2-76 15,-1 1-45-15,-1-5-64 0</inkml:trace>
  <inkml:trace contextRef="#ctx0" brushRef="#br0" timeOffset="90692.5485">11448 9750 3051 0,'3'-2'29'0,"2"0"44"0,-3-4 13 0,2 6 44 16,4-7 13-16,-3 3 35 0,2-2 12 0,2-1 4 16,5 2-32-16,3-2-36 0,4 0-11 0,3 0-42 15,3 2-13-15,3 0-39 0,-4 1-10 0,3 1-10 0,-2 2-37 16,-2 2-45-16,-3-1-49 0,0 4-61 0,-6 1-48 0,-5 3-34 15,-1 2-39-15,-7 1-8 0,-5 4 38 0,-6-1 38 0,-6 6 42 16,-5 1 59-16,-8-1 56 0,0 4 44 0,-6-5 63 0,-2 3 49 16,-3-2 39-16,-1 0 34 0,4-4 29 0,0-2 31 15,7-2 14-15,3-4 32 0,3 1-14 0,7-3-5 0,4-4-27 16,5 0-14-16,1 0-24 0,9-1-19 0,1-1-19 16,7 0-33-16,4-1-21 0,9-3-27 0,5 1-10 0,8 0-24 15,3-3-10 1,5 1-32-16,3-3-47 0,-2-1-56 0,-4 4-56 0,-2-2-75 15,-3 4-72-15,-8 1-96 0,-6 2-79 0</inkml:trace>
  <inkml:trace contextRef="#ctx0" brushRef="#br0" timeOffset="93289.7812">11082 1569 317 0,'0'-2'1'0,"-2"2"9"16,0 0 12-16,2 0 16 0,0-3 16 0,0 3 1 16,0-4 20-16,-1 4 9 0,1 2 12 0,0-2 5 0,1 0-5 15,-1-2 0-15,0 2-13 0,-1 0 3 0,1 0-6 0,0-1 14 16,-2-1-9-16,2-3-1 0,0 5 14 0,0-4-3 0,-2 2 5 0,1-1 8 15,-1 0 3-15,2 1-9 0,0-3 6 0,0 3-12 16,-1-3-2-16,-1 2-4 0,-1-1 4 0,3-1 4 31,-1 4 0-31,-1-1-10 0,2 0 6 0,0 2 7 0,-3 0-20 16,3 0-8-16,0 0-7 0,-2 2-7 0,1 0-15 0,-1-2-1 16,2 1-19-16,-2-1-8 0,2 0-3 0,-1 3-2 0,1-2-6 15,0 0-8-15,0 1-5 0,-2-2-10 0,2 3 9 0,0 3-3 16,0 2 3-16,0 6-1 0,-3 1 9 0,3 6-3 15,0 4 6-15,0 4 3 0,0 5-8 0,0 0 1 0,-2 4 8 16,2-3-1-16,0 1-8 0,-1 0 1 0,-1 0 1 0,2-2 2 16,0 0 7-16,0-2-1 0,0-2-6 0,2 0 6 15,-1-4 4-15,1-4-3 0,-2 0-3 0,0-5 3 0,0-2-8 16,0-1 4-16,3-6 0 16,-3-2-20-16,2-3-38 0,-1-3-20 0,1 0-44 15,1 0-49-15,-3 0-59 0,2-3-88 0,-2-7-85 16</inkml:trace>
  <inkml:trace contextRef="#ctx0" brushRef="#br0" timeOffset="93936.0014">11103 1344 1148 0,'0'-2'21'0,"-1"-2"11"0,1-2 33 15,0 4 16-15,-3-3 23 0,1 2 29 0,-2-3 22 0,1 0 30 16,1 2-13-16,2-1 11 0,0 2-24 0,0-4-5 0,2 4-21 16,-1 0-28-16,1-1-20 0,-1 3-32 0,2 1-9 0,-1-3-25 15,1 3-12-15,-2 0-10 0,4 3-4 0,0-2 0 31,2 2 1-31,2 2-2 0,-1 0 1 0,1 4 4 0,2 1 7 16,0 4 2-16,1 1 10 0,-2 2 20 0,0 2-2 0,-4 1 10 16,1 2 0-16,0 0 11 0,-5 0 4 0,0-1 1 0,-2-4-3 15,1 2-14-15,-1-5 13 0,-1 1 2 0,-1-5 2 0,2-3-7 16,0-2-2-16,-2-2 6 0,4-1 9 0,-2-2 5 0,2-1 0 16,-1-1 3-16,1-1 0 0,1-1-5 0,0-1-10 0,2 0-5 15,3 0-10-15,6-9-15 0,-1 2-21 0,6-5-53 0,4-3-26 16,4-2-51-16,1-2-44 0,-2-2-60 0,1 2-62 15,-5 4-63-15,-2 3-60 0,-3 0-36 0</inkml:trace>
  <inkml:trace contextRef="#ctx0" brushRef="#br0" timeOffset="94904.933">11655 1613 1011 0,'0'0'31'0,"0"0"50"0,0 0 36 0,0 0 35 15,0 0 42-15,0 0 19 0,0 0 22 0,0 0 21 0,0 0-6 16,0 0-38-16,0 0-31 0,0 0-17 0,0 0-23 0,0 0-14 16,0 0-16-16,-5-22-19 0,5 22-26 0,0 0-8 0,0 0-4 15,0 0-19-15,50-82-10 0,-38 75-22 0,1 0-6 16,1 1 0-16,0-1-2 0,0 2-2 0,-2 3-1 0,0-1 5 16,-1 3-7-16,2 0 5 15,-1 5-1-15,-4-2-3 0,-8-3-19 0,0 0-1 16,0 0-3-16,0 0-4 0,0 0-2 0,0 0 6 15,0 0 4-15,0 0-2 0,0 0 7 0,-60 166 7 16,49-153 18-16,0-1 1 0,3-2 0 0,-1-1 0 0,3 1 2 16,-1-2-2-16,2 1 0 0,4-1 4 0,-2-2-6 0,4 2-1 15,1-4 7-15,-1 1-6 0,4 0 6 0,3-2-2 16,1 1 6 0,4 1-2-16,3-2-1 0,0 4 5 0,6-5-10 15,3 3 5-15,2-2-1 0,0 1-2 0,3-1-5 0,-4 2-2 16,2 0-1-16,-1-1 0 0,-4 1 3 0,1 0-3 0,0 2-1 15,-8 1 3-15,-1-1-1 0,-2 3 4 0,-2 0-2 16,0-1 3-16,-6 4 0 0,0-2 7 0,-2-1 1 16,-3 2 0-16,-2 2 1 0,-3-2 1 0,-1 1 6 15,-6 1-3-15,-1 0 2 0,-6 1-5 0,0 0-35 0,-5-1-11 0,-1 0-39 16,0-1-47-16,-2 1-64 0,-5-2-60 16,-1 0-58-16,1 0-70 0,2-4-54 0</inkml:trace>
  <inkml:trace contextRef="#ctx0" brushRef="#br0" timeOffset="95247.9236">11440 2031 2758 0,'3'3'50'0,"-3"-3"42"0,2 0 37 0,1-7 20 0,-3 1 30 0,0 2 30 0,2-3 4 15,-1-1 10-15,4-2-41 0,1-1-39 0,-1-1-41 0,3 2-16 16,-3 2-34 0,3-1-33-16,-2 2-12 0,-1-1-55 0,-1 4-63 15,0-1-54-15,-1 2-73 0,-1-2-101 0,-4 5-112 16,-1 0-119-16</inkml:trace>
  <inkml:trace contextRef="#ctx0" brushRef="#br0" timeOffset="95958.5231">12559 1528 1201 0,'7'-33'36'0,"-7"33"36"16,0 0 39-16,0 0 26 0,0 0 35 0,0 0 19 0,0 0 28 0,0 0 15 0,-2-18-11 16,2 18-26-16,0 0-40 15,0 0-17-15,0 0-39 0,0 0-19 0,0 0-25 16,0 0-20-16,0 0-29 0,0 0-31 16,2 32 27-1,39 189 17-15,-30-186-13 0,-5 1-5 16,2 1-3-1,0-3-5-15,1 2-42 0,-4-5-36 0,0 3-55 16,1-5-60-16,-4-2-56 0,1-1-68 0,0-4-50 0</inkml:trace>
  <inkml:trace contextRef="#ctx0" brushRef="#br0" timeOffset="96108.7754">12490 1949 1735 0,'-10'-10'12'0,"-1"1"45"16,6 2 35-16,-1 1 39 0,0-1 30 0,1 2 22 0,0 1 18 15,2-1 3-15,5 2-15 0,1-1-42 0,3 1-38 16,2-2-41-16,8 3-27 16,0-3-19-16,11 0-19 0,1 0-36 0,4-1-28 0,7 3-37 0,-2-2-43 0,-1 0-47 0,-3 3-65 15,1-3-74-15,-3 2-84 0</inkml:trace>
  <inkml:trace contextRef="#ctx0" brushRef="#br0" timeOffset="96627.3954">13057 1698 1395 0,'-4'-1'42'0,"4"-3"37"0,-4 3 21 0,4-3 37 16,-3 1 26-16,1-2 16 0,1 1 25 0,1-3 22 15,1-3-30-15,-1 3-31 0,4-3-18 0,-3 0-32 0,4-1-14 16,2 0-17-16,-1-1-27 0,6 0-21 0,-2 1-10 0,6 0-7 0,-4-1 0 0,4 3-9 0,0-1-12 16,-2 1-3-16,2 3 7 0,1 1-4 0,-4 1-2 0,1 1-8 15,-3 3 1-15,-3 0 0 0,1 0-2 0,-2 3 3 31,-1 2-5-31,-2 0 5 0,-1 2 0 0,-2 0 2 0,-1 3-3 16,-1 4 5-16,-4 0-2 0,0-1 2 0,-5 6 4 0,0-1-2 16,-2 0-1-16,0-1 6 0,-1 3 3 0,2-3-1 0,-3 2 3 15,4-1-6-15,1-2 0 0,1-2 2 0,2-2-2 16,1 0 3-16,3-2 3 0,-1 0-4 0,3-2-1 0,3-1 9 16,1 0-2-16,2 2-4 0,1-3 6 0,3 3-5 0,0-4-7 15,3 2 7-15,2-2-2 0,0 0-3 0,4 2 0 0,-2-2 1 16,0-1-1-16,1 2 2 0,-1-2 1 0,-3 1-4 0,-1 1-1 15,-2 0-1-15,-2 2 1 16,-4-1-1-16,0 1 4 0,-2-1 1 0,-3 4-2 0,-3-1 8 0,0 0-1 0,-4 2 4 16,-4-2-3-1,-3 4-10-15,0-4-26 0,-3 2-48 0,-1 0-38 0,-4-2-74 16,-2 2-77-16,1-3-88 0</inkml:trace>
  <inkml:trace contextRef="#ctx0" brushRef="#br0" timeOffset="96979.6293">13315 1381 1702 0,'9'-14'19'15,"-1"-1"31"-15,5-3 27 0,4 1 29 16,-3 1 31-16,1 3 17 0,-3 2 7 0,3 3 11 15,-2-1-11-15,0 4-33 0,-1 2-28 0,0 3-17 0,1 3-34 0,-2-1-10 0,3 5 3 0,-1 3-10 16,1 4 2-16,-1 1 9 0,-1 4 12 0,-1-2 6 16,-1 3-1-16,-2 1-2 0,-2-1 2 0,-3 0 4 0,0-1-9 15,1-2 2-15,-4-2-6 0,1-1-2 0,-1-4 14 0,0-3 12 16,-1 0-1-16,1-3 12 0,0-3 21 0,0-1 7 0,0-1 19 31,0 1-4-31,1-4-7 0,1 1-11 0,1-4-9 0,0-3-15 16,8 1-33-16,-3-4-8 0,9-3-26 0,-1-4-41 15,5-1-36-15,2-1-32 0,0-2-46 0,2-1-47 0,0 1-47 16,-1 0-56-16,-5 2-56 0,0 1-20 0,-2 6-33 0,-4 0-31 16,1 1-15-16,0 4-10 0</inkml:trace>
  <inkml:trace contextRef="#ctx0" brushRef="#br0" timeOffset="99923.6454">14172 1714 1769 0,'0'0'41'16,"0"0"27"-16,0 0 39 0,0 0 35 0,0 0 46 0,0 0 21 15,0 0 39-15,0 0 15 0,-13 0-42 0,13 0-22 16,0 0-34-16,0 0-33 0,0 0-48 0,0 0-17 0,0 0-46 16,19-2-3-16,90-5-26 15,-79 7-26-15,0 0-41 0,0 0-49 0,-2 0-56 16,-3 0-67-16,-7 5-83 0,-2-3-74 0</inkml:trace>
  <inkml:trace contextRef="#ctx0" brushRef="#br0" timeOffset="100086.8499">14148 1956 1525 0,'-13'8'24'16,"4"-1"34"-16,3-5 25 0,2 1 41 0,4-3 21 15,0 0 15-15,4 0 0 0,-3 0 6 0,6 0-31 0,3 0-30 16,3 0-25-16,4 0-42 0,4-3-17 0,6 3-21 0,3-2 3 15,5 0-6-15,2 0-17 0,-2 1-32 16,2-1-48-16,-6 1-56 0,-2-1-74 0,-1 0-68 16</inkml:trace>
  <inkml:trace contextRef="#ctx0" brushRef="#br0" timeOffset="100365.9379">14897 1427 2376 0,'-5'-10'26'16,"-1"2"36"-16,0 1 41 0,6-3 31 0,-5 3 42 0,0 3 17 16,2 3 12-16,1-1-4 0,-1 0-26 0,2 6-43 15,1-3-41-15,-5-1-30 0,5 7-47 0,0 3-15 0,0 2-9 16,0 5 3-16,5 7-1 0,-5 2 9 0,0 6 6 0,3 2-2 15,0 2 8-15,-3-2 1 0,3 5-4 16,0-3 1-16,-1 3-1 0,0-3 2 0,1 0-7 16,-3 0-15-16,2-2-50 0,-2-2-56 0,0 0-61 0,-4-3-64 15,-1-3-85-15,-1-2-83 0,4-5-82 0</inkml:trace>
  <inkml:trace contextRef="#ctx0" brushRef="#br0" timeOffset="100707.7174">15028 1627 1525 0,'8'-14'27'0,"-2"-3"33"15,1-3 41-15,4 1 29 0,-3 0 36 0,4 2 33 16,0 2 32-16,3-2 2 0,0 5 2 0,2-1-22 0,1 2-32 16,-1 1-26-16,3 1-37 0,-1 2-28 0,0 2-36 0,0 0 0 15,0 5-28-15,2 0-17 0,-5 2 0 0,1 1-8 0,-3 4 6 16,2 0-4-16,-3 5-1 0,-4-4 6 15,0 7 8-15,-5 1 21 0,-3 3-2 0,-4 1 6 0,-2 2-1 0,-7 2 6 0,-3 2 4 16,-5 3 3-16,-2 0-7 0,-4 3-11 0,-4-1 0 16,0 1 8-16,0-1 3 0,3 0-1 0,-1-1-1 0,6-1-8 15,0-3-3-15,6-2 5 0,2-4 0 0,6 0-1 16,3-2 2-16,2-1 8 0,6-4 10 0,0-1-3 0,7 0 8 16,4-2-3-16,5-1-9 0,5-3-2 0,6-2-5 0,2-4-18 15,5 0-10-15,1-3-1 0,3-1-1 0,3-1-11 16,-2 0 3-16,-3 0-8 0,-5-2-15 0,2 0-29 0,-6 1-45 15,-6-1-33 1,-4 5-61-16,-7-5-53 0,1 4-82 0,-8 1-69 16,-1 2-80-16,-6-2-56 0</inkml:trace>
  <inkml:trace contextRef="#ctx0" brushRef="#br0" timeOffset="107297.0575">11225 2997 1021 0,'0'0'22'0,"0"0"19"15,0 0 21-15,0 0 30 0,-25 8 20 16,25-8 37-16,0 0 26 0,0 0 32 0,0 0-5 0,0 0 0 0,0 0-4 0,0 0-26 16,-16 1-6-16,16-1-14 0,0 0-22 0,0 0-21 15,0 0-22-15,0 0-5 0,0 0 0 0,0 0 2 0,0-28-13 16,0 28-24-16,0 0 0 0,0 0-8 0,0 0 3 0,0 0-9 15,0 0-17 1,89-82 4-16,-13 35 6 0,-53 37-11 16,-2 5 0-16,-2 1-5 0,-5-1-6 0,0 5-4 15,-6 0 4-15,-1 0-9 0,-4 5 1 0,3-1-2 0,-3 1-1 0,0 2 4 0,-3 2 8 0,2 3 10 0,-5 2-8 32,-1 5 1-32,-3 2-2 0,-3 2 1 0,-6 3-2 0,-1 3 0 15,0 0-2-15,-4 2-3 0,-1-1 9 0,3 4 26 16,1-2 5-16,0 1 1 0,2-2 1 0,0 0-2 0,3-1-5 15,1-4 1-15,5 2-1 0,1-3-21 0,3-3-4 0,1-2 7 16,5 2 9-16,2-3 1 0,2-5 9 0,3 1-2 16,3-2 9-16,0-1 4 0,4-3-2 0,2-4-7 0,0-2-3 15,5-2-5-15,-2-1-5 0,1-1 8 0,0-3-12 0,4-3-9 16,0 1-1-16,-1-2-3 0,0 0-2 0,-1-1-15 16,-3 0-52-16,0-1-50 0,-3 3-55 0,-6-3-54 0,-1 5-82 15,-2 0-68-15,-5 4-89 16,-4 0-64-16</inkml:trace>
  <inkml:trace contextRef="#ctx0" brushRef="#br0" timeOffset="108183.5135">11856 3266 2155 0,'1'4'26'0,"-1"-1"34"0,0-1 34 0,0-4 19 0,-1 4 37 16,-4-2 19-16,5 0 6 0,-3 0 9 0,0 0-26 0,3-2-32 15,-2 2-33-15,1-1-25 0,2-1-36 0,1 0-45 16,-2-3-44-16,6 4-59 0,-1-3-49 0,1-3-65 0,-1 4-73 15,0-1-73-15</inkml:trace>
  <inkml:trace contextRef="#ctx0" brushRef="#br0" timeOffset="108636.3234">12347 2834 1791 0,'2'-9'17'0,"1"5"34"0,-1-4 23 16,3-2 35-16,-5 5 32 0,-2 0 29 0,0 0 26 0,1 1 17 15,-1 4-11-15,1 0-15 16,-1 0-16-16,2 0-30 0,-2 0-35 0,1 4-30 16,-1-4-36-16,1 3-9 0,1-1-5 0,0 4-21 0,0 1-6 15,1 4-8-15,1 2 3 0,-1 3-2 0,1 6 17 0,1 3-10 16,2 4-1-16,-2 2 5 0,1 1 2 0,-1 4 2 16,3 3 6-16,-3 1-3 0,-2 1-2 0,1-2 2 15,0 2-2-15,-2-3-5 0,1-1 0 0,-1-3 7 16,0-2-7-16,0-5 6 0,0 0-4 0,2-6-2 0,0-4 7 15,-2-1-5-15,1-5 5 0,-1-4-5 0,0 0 3 16,0-4-3-16,0-2-1 0,2-1 8 0,-4-1-4 0,2-1 7 16,-1 1-7-16,1-1-3 0,-2 1 0 0,2-3 0 15,-2 0-50-15,1-4-34 0,-1-1-52 0,-1-2-67 0,0 0-64 16,-5-4-65-16,3-2-73 0,-1 0-75 0</inkml:trace>
  <inkml:trace contextRef="#ctx0" brushRef="#br0" timeOffset="109068.3924">12739 3334 1504 0,'0'1'44'0,"-3"2"39"0,3-6 17 0,0 3 46 0,0 0 32 16,0 3 19-16,-4-3 34 0,4 0 11 16,-2 0-32-16,2 0-39 0,-1-3-15 0,1 2-38 0,-4 0-13 15,4-2-11-15,0 1-26 0,-3 0-6 0,3 1-17 0,0-1 1 0,-3 2-2 16,3 0-10-16,0 0-21 15,0 2-1-15,0-1-15 0,0-1-9 0,3 2 1 0,-3 0 2 0,0-1-2 0,0 2 1 0,0-2 7 16,0 2-9-16,0 2 9 0,0 2 0 0,-3-2 6 16,3 3-3-16,0-1 2 0,0 0-1 0,0-3-1 0,0 3 0 15,0-1 2-15,0-6 21 0,0 0 1 16,0 0-7-16,0 0 1 0,0 0-1 0,0 0-4 31,0 0 8-31,0 0-4 0,0 0-53 16,0 0-32-16,0 0-53 0,6-20-55 0,-6 20-53 15,0 0-81-15,7-51-67 0,-7 40-74 0</inkml:trace>
  <inkml:trace contextRef="#ctx0" brushRef="#br0" timeOffset="109740.3274">13043 2994 1105 0,'0'0'29'0,"0"0"40"0,0 0 21 15,0 0 37-15,0 0 16 16,0 0 35-16,0 0 20 0,-20-6 26 0,20 6-14 15,0 0-8-15,0 0-7 0,0 0-31 0,0 0 1 16,0 0-22-16,0 0-13 0,-18-50-24 0,21 43-11 0,2 3-32 16,0-3-10-16,0 1-9 0,1-1-20 0,0 0-13 15,3 4-1-15,1-1-7 0,-2-1-1 0,4 5-5 0,-3-4-4 0,0 4 6 0,2 0 1 0,-3 1-4 0,0 2-5 0,-2-1 2 32,2 4-9-32,-2-2-26 0,1 3-2 0,-4-1-8 15,-3 1-2-15,0 0 4 0,0 3 3 0,-3-1-4 0,-4 0 8 16,1 1 32-16,-5 0 0 0,6 3 5 0,-3-1 2 15,0 0 3-15,-1-3-4 0,1 1 7 0,3 2-9 0,-1-2 6 16,3-1 1-16,-2-2 5 0,2 3-1 0,3-1-7 0,0-1 6 16,3-1-1-16,2 0 9 0,1 1-5 0,1-1-6 0,2 1 3 15,5 0-4-15,-1 1 12 16,4 0-6-16,-1 0-5 0,6-2 6 0,-3 2-8 0,0 0 1 16,2-2 5-16,-3 1-4 0,-3 0-9 0,-1-2 7 0,-3 2 2 0,-1-1-12 0,-4 1 17 15,-3-2 1-15,0 2-6 0,-3-1 13 0,-3 2 6 16,0-2 0-16,-5 0 5 0,0 1 11 0,-3 4-8 0,-3-1 0 15,-1 0 5-15,-5 0-7 0,-2 2-1 0,0-1-10 0,1 1-13 16,1-2-29-16,4-4-50 0,3 1-35 0,1-1-71 16,2-3-52-1,4 1-67-15,-2-3-64 0</inkml:trace>
  <inkml:trace contextRef="#ctx0" brushRef="#br0" timeOffset="110090.1342">13819 3046 2494 0,'5'1'22'0,"1"-1"22"15,-3 1 5-15,2-2 15 0,0-3 29 0,1 4 8 16,3 0 7-1,3 0 1-15,1 0-22 0,5-1-27 0,4-1 0 0,-1 4-14 0,1-2-27 16,3 1-7-16,-1-1-14 0,-3 3-19 0,1 1-32 0,-5-1-31 0,-2 1-44 0,-3 1-38 16,-2 0-40-16,-7 3-36 0,-2-1-2 0,-2 4 23 0,-2-3 32 31,-7 4 33-31,-2 0 41 0,-3 0 30 0,-4 1 44 0,-3 1 53 16,1 1 31-16,-7-1 19 0,3-2 30 0,-2 0 23 15,3 1 15-15,7-4 20 0,1 0 1 0,3-3-4 0,3 0-19 16,5-3-18-16,3 0-27 0,0-3-12 0,6 2-16 0,1-2-21 15,5 2 2-15,2 0-13 0,6-1-8 0,5-1-2 0,5 0-41 16,6-3-43-16,3 1-58 16,1-3-63-16,3 0-79 0,3-3-91 0</inkml:trace>
  <inkml:trace contextRef="#ctx0" brushRef="#br0" timeOffset="110509.2196">15066 2764 2029 0,'5'-7'28'0,"-5"-2"32"0,0 3 34 0,0-2 23 15,-3 0 39-15,0 3 20 0,-2 0 2 0,0 2 2 0,-1-1-27 0,-5 4-27 16,1 0-35-16,-2 3-18 0,-2 1-36 0,-3 1-19 16,-4 7 1-16,-1 3 8 0,-4 1-1 0,2 9 0 0,-1 4 14 15,1 5-4-15,1 2 0 16,3 3 3-16,3 4 2 0,0 1-5 0,8 4 5 16,4-1-1-16,1 1-14 0,6 0 6 0,1-2-2 0,7-3-7 15,4-3 1-15,2-2 3 0,4-7-12 0,2 0-4 16,4-6 6-16,1-6-5 0,3-2 3 0,0-7-2 15,-2-2 11-15,1-1 5 0,-4-7 32 0,-3-6 11 0,-3-1 13 16,-2-2-2-16,-7-7 4 0,2 0 12 0,-5-5-14 16,-2-1-13-16,-4-1-21 0,-2-1-17 0,-4 0-23 0,-2 2 1 15,-5 1-12-15,2 4-16 0,-7 0-23 0,1 4-36 0,-3-1-41 16,-1 4-35-16,-1 4-50 0,-6 1-63 0,2 5-74 16,-5 3-57-16,0 1-65 0,0 4-45 0</inkml:trace>
  <inkml:trace contextRef="#ctx0" brushRef="#br0" timeOffset="112849.9158">11780 4507 1084 0,'0'0'22'0,"0"0"29"0,0 0 2 0,0 0 38 0,0 0 6 16,0 0 21-16,0 0 27 0,3-27 15 0,-3 27-3 15,0 0-14-15,0 0 17 0,0 0-30 0,0 0 3 0,0 0-22 16,0 0-9-16,2-19-19 0,-2 19-16 0,0 0-17 16,0 0-24-16,0 0-6 0,0 0 3 15,-2 14-34-15,2-14 41 0,0 0-7 0,0 0 0 0,5 134 4 0,-2-101 1 0,-3 1-2 31,-3 2 10-31,3-2-25 0,0 0 0 0,0 0 2 0,0-2-7 0,0 0 2 0,0-2-2 0,0-5-1 0,0-1-50 32,3-6-32-32,0-2-60 0,0-1-53 0,-1-4-71 0,0-4-60 15,2-3-80-15</inkml:trace>
  <inkml:trace contextRef="#ctx0" brushRef="#br0" timeOffset="113201.1013">11940 4293 2143 0,'2'-5'23'0,"-2"-1"7"0,-2-1 31 0,2-1 26 15,3 3 25-15,-3-7 8 0,0 7 12 0,3-2 8 16,-2 1-26-16,-1 2-9 0,2 0-30 0,1 1-32 15,4 3-26-15,1 3-9 0,4-2-12 0,1 5-7 0,2 1 2 16,5 3 3-16,0 4-2 0,1 1 9 0,-1 1 1 16,1 4 4-16,-2 2 2 0,-5 0 14 0,1 0 8 0,-3-1 11 15,-2 0 10-15,0-2 0 0,-5-1 27 0,0-3 16 0,-2-2 10 16,-3-2 16-16,3-3 22 0,-3-4 21 0,0-1 7 16,0 0 18-16,0-4 8 0,0 1-18 0,-3-3 0 0,6 1-34 15,-3 0-26-15,0-3-29 0,2-1-17 0,0-5-20 0,4-3-56 16,1-3-36-16,3-5-45 0,0-5-57 0,4-3-58 15,0-3-60-15,3 4-84 0,0-2-103 0,-4 2-67 0,2 4-62 16</inkml:trace>
  <inkml:trace contextRef="#ctx0" brushRef="#br0" timeOffset="113385.1708">12597 4253 1417 0,'2'10'12'0,"1"-2"57"0,-1 1 54 0,1 3 41 16,-3 0 28-16,0 5 17 0,2 1 24 0,1 4 24 0,1 3-6 16,2 1-53-16,-1 2-44 0,3 2-43 0,-1 0-23 15,4 3-15-15,-5 0-26 0,0 2-23 0,2 1-5 0,-2-2-1 16,1 2-16-16,-4-4-55 0,3 0-50 0,-2-1-61 16,-3-2-69-16,4-3-83 0,-4 1-76 0</inkml:trace>
  <inkml:trace contextRef="#ctx0" brushRef="#br0" timeOffset="113554.5768">12601 4791 2017 0,'-9'-8'44'0,"3"0"35"0,-3 3 43 15,4-2 56-15,-1 3 26 0,1 1 39 0,-3 0 8 0,5 1 7 16,0 1-41-16,3 1-35 0,0-1-40 0,3 1-61 0,1-3-23 0,3 3-41 0,1-1-10 0,5-2-28 16,4-2-43-16,6 2-29 0,1-2-51 0,6-2-50 0,3 1-75 15,-1-2-58-15,3 0-68 0,0 1-54 0</inkml:trace>
  <inkml:trace contextRef="#ctx0" brushRef="#br0" timeOffset="113852.7462">13049 4515 1613 0,'-3'-6'25'15,"1"2"44"-15,2-1 32 0,5-3 28 16,-5-1 34-16,4 1 31 0,-4 1 20 0,0 0 7 15,4-1-16-15,1 1-38 0,-2-2-33 0,6 4-27 0,-2-2-33 16,4 2-33-16,2-1-24 0,1 4-6 0,0 0-12 16,2 2-1-16,1 0-3 0,-1 2-3 0,-2 3-3 0,1 2 6 0,-3 1 4 0,1 2 1 0,-5 4 3 15,-1 0-5-15,-2 3 7 0,-2 3 10 0,-1 1-3 16,-4 1-2-16,-2 2 4 0,0 1 12 0,-3 1 16 0,-1-2 9 16,-2 2 7-16,1-1 0 0,1-1 5 0,-2 1 13 0,4-4 0 31,-3 1-15-31,4-3-15 0,2-2-6 0,1 0-5 15,1-4-11-15,1-1 3 0,4-2-10 0,1-3-2 0,2 1 0 16,3-4-6-16,3-4-36 0,4 0-35 0,5-4-50 0,1-4-82 16,2-4-100-16,4 0-85 0,1-5-103 0</inkml:trace>
  <inkml:trace contextRef="#ctx0" brushRef="#br0" timeOffset="114053.761">13668 4758 1769 0,'1'5'25'0,"-1"-2"35"16,3-6 51-16,2 3 36 0,-5 0 47 0,-3 0 19 0,3 0 31 0,3-2 15 0,-2 0-17 0,-1-3-31 31,3 1-50-31,-3-1-35 0,4-3-38 0,-3 1-17 0,3-1-31 16,-4 1-10-16,1 0-3 0,-1 2-7 0,0 0 0 15,0 1 0-15,0 1-17 0,0 3-10 0,0-3-12 16,0 3-21-16,0-2-53 0,3 2-39 0,-3-2-46 0,0 4-61 15,0-2-52-15,-3 0-84 0,3 0-81 0</inkml:trace>
  <inkml:trace contextRef="#ctx0" brushRef="#br0" timeOffset="114455.0265">13879 4413 1724 0,'2'-8'22'0,"1"3"42"0,-1-3 41 0,5-1 40 16,0 0 17-16,-1 2 44 0,4-3 10 0,2 5 3 0,-1-5-23 0,7 4-33 0,-6-2-41 0,4 1-32 16,0-1-16-1,1 4-49-15,-2 1-5 0,2-2-6 0,-1 3 2 0,-2 2-13 0,-3 0 2 0,0 0-8 0,-1 1-10 0,-4 2 12 32,0 1-14-32,-4 2 7 0,0 1 0 0,-2 1-2 15,0 0-2-15,-4 3 5 0,0 1 7 0,-3 3-6 0,1-1 6 16,-5 3 0-16,3-1-3 0,-2 2 7 0,-2-1 3 0,2-2-4 15,2 0 2-15,-1-1-4 0,3 0 4 0,2 0 0 16,4-1 5-16,-1-4-1 0,2 3 3 0,4 0 1 0,3-2 4 16,0 2 4-16,3 1-2 0,1-2-2 0,1 1-3 0,4-2-4 15,1 3 4-15,3-2 1 0,-1-1-8 0,-1 0 1 16,0-1 2-16,-1 1-5 0,-3 0 6 16,-2-2 14-16,-4 1-9 0,1 0 2 0,-7 0 8 15,-1-1 9-15,-2 0 10 0,0-1-2 0,-2 0 2 0,-3 0-10 0,-1 1 0 0,-5 1 0 16,0-1-8-16,-8 4-22 15,1-2-40-15,-2 1-41 0,-4 0-55 0,-4 0-50 16,1-1-60-16,1 0-85 0,0-1-83 0,5-2-94 0</inkml:trace>
  <inkml:trace contextRef="#ctx0" brushRef="#br0" timeOffset="114890.5113">14668 4659 2259 0,'0'0'47'0,"0"0"38"16,0 0 29-16,3-2 37 0,-3 2 2 0,4 0 3 0,3-2 4 31,-1 2 4-31,4-3-43 0,4 1-31 0,2-1-29 0,4 2-39 16,2-3-9-16,1 4 0 0,2 0-7 0,0 0-7 0,-1 0-30 15,-5 4-43-15,2-2-36 0,-6 2-60 0,-4 3-16 16,-6-1-31-16,-1 3-6 0,-6 1 5 0,-8 1 31 15,-5 2 30-15,-3 1 43 0,-6 1 61 0,-1-1 20 0,-2 1 36 16,-3-3 34-16,2 1 10 0,5-2 12 0,0-2 29 0,4 0 2 16,6-4 9-16,3-1 13 0,3 0-3 0,7-3-25 15,0-1-5-15,3 2-18 0,8-2-25 16,0 2-6-16,6-4-34 0,4 0-60 0,5 2-71 0,4-3-79 0,6-3-88 0</inkml:trace>
  <inkml:trace contextRef="#ctx0" brushRef="#br0" timeOffset="116177.4591">15337 4411 1148 0,'-15'-3'25'0,"1"0"13"0,6-2 38 0,-1 0 28 0,-2 1 37 31,4 1 27-31,1 1 25 0,1-2 19 0,4 3-11 16,-3-1-9-16,8 1-33 0,-4 1-29 0,1-2-34 0,2 2-28 16,-1-1-27-16,1 1-19 0,0 1-16 0,2 1-3 0,4 1-5 15,-1 0 1-15,5 4-1 0,3-2 1 0,3 4 1 16,2-2 0-16,5 2 7 0,3 0 3 0,1-3-6 0,0 0 5 16,0-2-1-16,0-1 0 0,-3-2-2 0,-2-1 7 0,-3-4-4 15,-1 4-1-15,-3-6 9 16,-3 0-3-16,1 0 11 0,-7-2 11 0,2-1 23 0,-1 1 20 0,-6 0 13 0,1 1 9 15,-2-2 27-15,-1 4 15 0,-2-1-2 0,0 4-4 0,0-1-17 16,-2 3-27-16,-1 1-18 0,0-1-14 0,1 3-35 16,-1 1-14-16,-3 1-9 0,1 5-3 0,-1 4-8 0,1 3 4 15,0 8 2-15,1 4 7 0,-6 5 7 0,2 5-5 0,0 4-7 16,-2 3 2-16,0 0 3 0,0 0-1 0,0 2 1 16,-2-1-3-1,3-4-4-15,0 0-32 0,2-4-40 0,2-2-71 0,2-6-63 16,1-2-69-16,-1-3-70 0,3-2-83 0,2-9-82 15</inkml:trace>
  <inkml:trace contextRef="#ctx0" brushRef="#br0" timeOffset="116335.5662">15420 4821 2458 0,'-9'-10'31'0,"-2"1"31"16,5 2 42-16,1-5 25 0,5 9 33 0,-4-3 14 0,4 1 5 0,2 2-1 15,3-2-35-15,3 2-29 0,4-2-42 0,6 2-27 0,7-1-26 16,5 0-24-16,7 1-3 0,5 0-51 0,4-1-41 0,1 2-53 15,1 2-64-15,-1 0-80 0,-5 0-75 0,-3 0-97 0</inkml:trace>
  <inkml:trace contextRef="#ctx0" brushRef="#br0" timeOffset="121848.6312">12194 6212 537 0,'0'0'26'0,"0"0"10"0,0 0 17 16,0 0 19-1,0 0 6-15,0 0 11 0,3 22 13 0,-3-22 17 0,0 0-11 0,0 0-9 0,0 0 5 0,0 0-5 16,0 0 7-16,0 0 9 0,0 0 9 0,0 0-8 16,0 0 3-16,0 0 5 0,0 0-11 0,0 0-2 0,0 0 12 31,0 0-6-31,0 0-9 0,0 0-3 0,0 0-7 0,0 0 2 16,0 0-5-16,0 0-10 0,0 0-20 0,0 0-12 15,10-48 0-15,-10 48-13 0,0 0 8 0,0 0-4 0,63-111-6 16,-47 98 13-16,-2 1-4 0,2-2 2 0,-2 7-13 0,-3 0-7 15,-11 7-8-15,0 0-3 0,0 0-38 16,0 0-6-16,0 0 48 31,24 94-14-31,-32-5 10 0,-5-57-5 0,-4 4-1 16,1-2 6-16,-3 2-5 0,0-2 2 16,2-2-4-16,0 0 3 0,4-6 7 0,2 2-6 0,1-8 2 0,6 0 2 15,-1-4-4-15,5-1 8 16,3-3 4-16,3-2 5 0,-1-3-7 0,7 2 7 0,-2-6-7 0,6 5 6 0,1-6-1 0,4 1-6 15,1-3 3-15,2-1-13 0,4-3-12 0,2-4-28 16,0 1-50-16,4-3-50 0,0-5-61 0,2 1-62 0,-6 2-96 0,0-5-68 31,-2 0-97-31</inkml:trace>
  <inkml:trace contextRef="#ctx0" brushRef="#br0" timeOffset="122332.3834">12782 6524 1265 0,'2'1'46'0,"-2"2"29"0,0-2 41 0,2-1 30 31,-1 0 44-31,-2 0 31 0,-1 0 34 0,-1 3 33 16,1-3-32-16,0 0 7 0,1 0-30 0,-2 0-20 0,1 0-50 15,0 0-30-15,2 0-29 0,-1 2-33 0,1-1-21 16,0 0-30-16,0 2-10 0,-2-3-10 0,4 3 10 15,-4-3-7-15,2 2-6 0,0-1-5 0,0 0 2 0,-4 2 1 0,8 1 5 16,-4 0-3-16,0 2-2 0,0 1 5 0,0 1 0 0,0-3 7 16,2 2 5-16,-1-2-7 0,-1-1 15 0,2-3 29 0,-2 3 20 15,2-4 22-15,-1 0 29 0,-1-2 29 0,-1 2 21 16,2-3 14-16,-1-1-11 0,2 1-23 0,-1-4-19 0,1 0-29 16,-2-5-23-16,3 0-33 0,2-2-25 0,-3-1-12 0,1-2-3 15,-1 0-4 1,0 2-10-16,-2 0 3 0,0 1-31 0,0 5 3 0,-2-4-42 0,0 4-42 0,2 2-59 0,0 1-58 15,0 2-71 1,0 0-70-16,0 3-63 0,0 2-100 0,2 0-45 0</inkml:trace>
  <inkml:trace contextRef="#ctx0" brushRef="#br0" timeOffset="122799.6583">13008 6227 2075 0,'0'0'30'0,"0"0"31"0,0 0 40 0,0 0 25 0,0 0 39 16,0 0 17-16,0 0-3 0,26-116 14 0,-11 63-16 0,-7 38-16 0,0 0-34 0,3 1-27 0,-3 0-37 15,3 4-16 1,3 0 3-16,-4 1-14 0,4 2-23 0,-1 4-4 0,-2-1-16 0,1 1 5 0,1 6-4 0,1-1-1 15,-2 3-1 1,-3 2-5-16,2 2 13 0,-1 3-18 0,-1 0 7 16,-3 3-9-16,0 2 2 0,-4 0-3 0,-4 3-4 15,-1 1 9-15,-2 1-5 0,-4-3 9 0,3 0 4 0,-4 1 1 0,0-3 6 16,0 0-1-16,0-1 7 0,1-3 0 0,1-4-9 16,5 1 1-16,3-10 20 15,0 0 9-15,0 0 3 16,0 0-8-16,0 0 5 0,0 0-8 0,49 43-8 15,-49-43 13-15,201 56-26 32,-181-48-2-32,-5-1 3 0,-3 1 11 0,-4-1 0 15,-2 0 0-15,-2 3 5 0,-3-3 6 0,-4 2-2 0,0 1-3 0,-5-1 2 0,-4-1-4 16,-5 4 5-16,-1 0-6 16,-5 2-4-16,-1-1-1 0,-4 1-10 0,0-2-40 15,1 0-39-15,2-1-63 0,0 2-71 0,2-3-74 0,1 0-96 16,5-1-99-16</inkml:trace>
  <inkml:trace contextRef="#ctx0" brushRef="#br0" timeOffset="123130.7082">13794 6194 2318 0,'9'-3'41'0,"-1"3"26"0,-5 3 17 0,2-6 18 0,0 0 9 16,-5 3 2-16,6-2 9 0,2 2 2 0,0 0-41 16,4-2-22-16,3-1-19 15,4-1-15-15,0 1-4 0,3 3-8 0,3-3-6 16,0 2-22-16,0 0-33 0,-2 1-30 0,-1 1-24 0,-2 1-36 0,-3 3-40 0,-4-1-12 0,-3 3-4 16,-3 0 15-16,-6 4 39 0,-2-1 26 0,-4 3 24 0,-3-1 32 15,-5 0 42 1,-1 1 47-16,-5 1 27 0,0 1 38 0,0 0 33 0,-3-1 19 0,4 0 22 0,-2 1 25 0,3-5-4 15,2 1-22 1,4-3-26-16,0-3-27 0,7 0-35 0,-3-2-13 16,5-2-19-16,2 2-32 0,0-3 3 0,2 0-4 0,5 0-1 15,-3 0-9-15,10 0-24 0,2-3-56 0,6-1-69 16,2 3-68-16,4-5-73 0,7-1-93 0</inkml:trace>
  <inkml:trace contextRef="#ctx0" brushRef="#br0" timeOffset="123518.5503">14930 5896 2006 0,'3'-13'33'0,"-1"-1"32"0,-2 2 49 0,2-3 20 0,-2 1 35 0,-5 2 11 0,0 3 2 0,2 1 9 0,-5 3-40 31,2 2-28-31,-2-1-55 0,1 3-16 0,-2 2-38 16,1 3-14-16,-3 1 0 0,0 6-8 0,-2 3 5 0,1 5 1 16,-6 3-1-16,1 5-5 0,4 6 11 0,0 3 1 0,0 5-1 15,3 1 3-15,3 1 2 0,2 5-6 0,1-2 14 16,6 1 0-16,4 1-5 0,0-2 10 0,6-2 1 0,1-3 4 16,5 0 3-16,3-8 25 0,2-1-3 0,6-7 3 0,-2-3 7 15,6-6 13-15,0-4 14 0,0-5 8 0,0-7 21 16,2-2-10-16,-5-5 21 0,2-3 7 0,-5-3 10 0,-1-7-14 15,-5-3-16-15,-2-1-8 0,-5-3-23 0,-4-1-13 0,-4-1-24 16,-3 2-11-16,-6 0-19 0,-2 1-8 0,-3 4-7 0,-6 3-11 16,-2 1-2-1,-2 4-31-15,-6 4-23 0,-3 1-35 0,-3 8-33 0,-2 2-43 0,-6 4-53 0,-1 4-60 0,-7 3-75 16,0 5-39-16,-1 5-74 0,2 0-56 0</inkml:trace>
  <inkml:trace contextRef="#ctx0" brushRef="#br0" timeOffset="125727.8541">12386 8119 833 0,'0'0'19'0,"0"0"17"0,0 0 15 15,0 0 12-15,0 0 24 0,0 0 6 0,0 0 10 16,0 0 13-16,0 0 7 0,0 0-13 0,0 0-8 0,0 0-3 31,0 0-13-31,0 0 10 0,0 0 9 0,0 0-4 16,0 0-6-16,-4-12-4 0,4 12 0 0,0 0-3 0,0 0-7 15,0 0-9-15,0 0 7 0,0 0-15 0,8-67-13 0,-3 55 7 16,4-1 2-16,-2-3-6 0,2 0 23 0,5 1-8 0,-1-3-24 16,8 0 14-16,-4 0 1 0,5-1-7 0,0 2-7 15,2-1 8-15,0 1-24 0,0 2 0 0,-1 2 3 0,-1 1-11 16,-3 4-7-16,2 1 3 0,-1 1-9 0,-7 5-5 15,4 1-4-15,-4 0 0 0,0 2-4 16,1 5 9-16,-3 2 5 0,-2 2 1 0,1 3 8 0,-4 5-1 16,-2 3 6-16,-3 3 4 0,-1 4 0 0,-6 5-2 15,-1 2-2-15,-5 1 2 0,-3 3 1 0,0 1-9 16,-1 3-5-16,-1-2-1 0,-1-3 3 0,4-1 10 0,3-2 0 0,1-4-10 0,3-1 4 0,0-5 6 16,4-1-2-1,1-5 1-15,2-3-1 0,2-1-7 0,1-4 4 16,2-2 5-16,0-3 3 0,2-1 2 0,3-3 3 0,3-3-4 15,2-1-4-15,4-7-13 0,1 1-41 0,3-3-54 16,5-5-63-16,6-6-63 0,-1 2-69 0,0-4-82 0,0-3-75 16</inkml:trace>
  <inkml:trace contextRef="#ctx0" brushRef="#br0" timeOffset="128452.6714">13879 7860 1137 0,'-1'-4'18'0,"-1"-3"23"0,-1 4 18 15,1-2 33-15,1-1 34 0,-3 1 24 0,4-1 30 16,0 2 32-16,0-2 4 0,2 2-3 0,0 0-1 0,-1-1-14 16,3 3-24-16,-4-2-21 0,1 4-24 0,-1 0-30 15,0-2-28-15,0 2-17 0,0 2-21 0,0-2-22 0,2 0-7 0,-2 4-3 0,1 0-7 0,-1 3-7 16,5 3 14-16,1 3-2 0,-3 4 1 0,4 3 8 0,-1 5-2 16,1 3 4-16,0 2 8 0,0-1 3 0,-3 4-5 0,1-1 5 31,-2-1 7-31,2 4-1 0,-2-5 11 0,0 0-9 15,0-2 1-15,-3-1-2 0,4-3 0 0,-4-2 0 0,1-3-4 16,-1-3 6-16,2-3-11 0,-2-3-3 0,1-2 1 16,-1-3 35-16,0-1 19 0,0-2 21 0,-1-4 23 0,1 2 27 15,-3-2 32-15,3 0 8 0,-4-5-8 0,4 1-31 0,-3-4-20 16,-1-4-33-16,2-4-17 0,1-3-44 0,-1-8-25 0,2 0-8 16,-2-4 1-16,2-2 8 0,0-4-14 0,0 0 13 15,-3 0-6-15,3 2 5 0,0 0-8 16,-3 1-1-16,3 5 3 0,0 3-52 0,0 6-25 0,3 2-55 0,0 7-53 15,-1 0-55-15,1 5-57 16,-1 2-58-16,-2 5-79 0,-3 0-29 0,3 1-44 0</inkml:trace>
  <inkml:trace contextRef="#ctx0" brushRef="#br0" timeOffset="128755.2675">14451 8075 2661 0,'2'9'30'0,"20"-7"20"0,-22 2 16 0,0-1 9 0,8-3 7 16,-8 2 14 0,5-2 1-16,-2 0 6 0,3 0-33 0,4-2-21 0,1 2-18 0,6-3-7 0,2-1-13 0,5 3-47 15,4-3-54 1,-2 1-65-16,0-1-59 0,-5 4-68 0,-2 0-33 16,1 1-55-16</inkml:trace>
  <inkml:trace contextRef="#ctx0" brushRef="#br0" timeOffset="128869.9647">14676 8195 1837 0,'-27'16'48'0,"-3"1"46"0,1 0 45 15,1-1 33-15,1-3 37 0,4-1 17 0,2 0 33 16,7-3 17-16,0-3-48 0,14-6-48 0,0 0-34 0,0 0-27 16,0 0-35-16,0 0-20 0,0 0-29 0,0 0-105 15,0 0-52-15,34-12-68 0,-34 12-77 0,0 0-67 16,0 0-76-16</inkml:trace>
  <inkml:trace contextRef="#ctx0" brushRef="#br0" timeOffset="129238.2661">15265 8093 2178 0,'0'0'29'0,"0"0"43"0,0 0 50 0,0 0 42 15,0 0 15-15,0 0 39 0,-3-54 13 0,3 54 22 16,0 0-9-16,0 0-24 0,0 0-41 0,0 0-33 0,51-161-19 15,-37 143-31-15,1 2-16 0,0 3-20 0,1 0-25 0,1 2-11 16,2 5-15-16,-3 0-9 0,1 1 5 0,-1 4-10 16,3 2 0-16,-4 4-8 0,2 1 15 0,-4 0-12 0,1 4 4 15,-3 3 8-15,0 0-5 0,-5 7 6 0,-1-1-3 0,-4 4 5 16,-4 0-8-16,-5 3-1 0,-1 3 13 0,-2 3-11 16,-6 0 0-16,-1-1 6 0,-1 4 13 0,2-4-1 0,-4 1 4 15,4-1 8-15,3-3-4 0,-2-1 1 0,8-3 21 0,1-2-9 16,6-3-1-1,1-1 1-15,3-5 6 0,4-2-4 0,2 1-8 0,7-5 8 0,2-2-26 0,0-3 12 0,9-2-12 0,1-5-37 16,4 3-46-16,0-5-64 0,6-1-66 0,-5-4-76 16,3 3-88-1,-3 1-97-15,-3-1-108 0</inkml:trace>
  <inkml:trace contextRef="#ctx0" brushRef="#br0" timeOffset="129928.7371">13426 8320 1052 0,'0'0'16'0,"0"0"14"0,0 0 21 0,0 0 8 15,0 0 10-15,0 0 15 0,0 0 11 0,0 0 10 0,0 0-10 16,0 0-6-16,0 0-20 0,0 0-3 0,0 0 9 16,0 0 4-16,0 0-9 0,0 0 8 0,0 0 11 0,0 0 2 15,0 0 8-15,0 0 8 0,0 0-3 0,0 0-20 0,0 0 8 16,0 0-22-16,0 0-15 0,0 0-6 0,0 0-13 15,-12 10-11-15,12-10-9 0,0 0 4 16,-22 30-9 0,22-30 22-16,0 0-10 0,0 0-1 0,-28 64 2 0,28-55 12 15,0-1 5-15,0 0 2 0,3-4-7 0,-3-4 9 0,0 0 11 16,0 0 27-16,0 0 6 0,0 0-6 0,0 0-1 16,0 0-5-16,0 0-11 0,0 0-7 0,0 0-9 0,0 0-96 15,0 0-69-15,0 0-72 0,38-43-95 0,-38 43-108 16</inkml:trace>
  <inkml:trace contextRef="#ctx0" brushRef="#br0" timeOffset="133017.686">12458 9798 1580 0,'-1'-4'33'0,"-1"4"23"0,1-5 26 15,-1 3 29-15,0-1 32 0,-4-1 21 0,3-1 34 0,0-3 1 0,-5 1-11 0,6-3 1 16,-1 0-14-16,0 1-23 0,1-4-22 0,2 1-12 0,0 0-27 31,4-2 7-31,-1-1-6 0,4 1-25 0,1-1-6 0,2-2-11 16,2 3-9-16,4-1-4 0,3-1-9 0,1 3-6 15,0 2-22-15,3 1 5 0,1 2-7 0,-3 1 9 0,4 3-6 16,-3 4-1-16,3 1-5 0,-5 4 2 0,0 1 8 16,2 3-8-16,-4 4-4 0,-1 1 9 0,-6 5-4 0,-2 1 4 15,-2 3 8-15,-6 4-10 0,-4 0 3 0,-6 6 0 16,-4-1 6-16,-4 3-9 0,-4-2 1 0,-1 1 6 0,-5 0 2 16,0-1 18-16,1-3 15 0,1-1 9 0,0-5 12 0,2 0 11 15,2-3 3-15,4-3-4 0,1-2-4 0,3-5-17 0,4-2-17 16,3-1-4-16,2-6-8 15,4 2-7-15,0-4 2 0,4 0 3 0,2 2 0 0,8-2 16 0,2 0-1 0,6-2 0 16,5 1 1-16,5-2-8 0,2 1 1 0,7-4-7 0,0-1-1 16,-1 0-11-1,7-2 2-15,-7 1-3 0,1-1-6 0,-2-1 0 0,1 3 3 0,-5 1-7 0,0-3-4 0,-4 4-49 16,-4 1-47-16,-2 0-64 0,-6 0-71 0,-3 1-70 0,-2 3-89 16,-6 3-57-16,-3 0-71 0</inkml:trace>
  <inkml:trace contextRef="#ctx0" brushRef="#br0" timeOffset="135609.2955">1803 12138 347 0,'2'0'-24'0,"-2"-1"14"0,0-3 9 0,4 4 11 16,-2-2 3-16,-2 2 3 0,0 0 4 0,0 0 5 0,-2 0 40 16,2 0-11-16,0 0 0 0,-4 2-7 0,4-2 5 15,-2 1 9-15,-1-1-4 0,3 0 6 0,-2 0-15 0,1 0 0 0,1 0 2 0,0 0 7 0,0 0 3 16,0 0 3-16,0 0-3 0,0 0 2 0,0 0-6 0,0 0 22 16,0 0-2-16,0 0-3 0,0 0-14 0,0 0-9 0,0 0 5 15,0 0-10-15,0 0 12 0,0 0-9 0,-18-11-7 0,18 11-6 31,0 0 10-31,0 0 3 0,0 0 7 0,0 0-3 0,0 0-12 16,0 0-5-16,-22-11-4 0,22 11 1 0,0 0-2 0,0 0-4 16,0 0-10-16,0 0 4 0,0 0 7 0,0 0-8 0,-28-2 2 0,28 2 1 15,0 0-4-15,0 0 15 0,0 0 3 0,0 0 10 16,0 0 7-16,0 0 6 0,-81 95 0 0,73-65 9 0,2 1 7 16,-1 7-4-16,3 3 0 0,-1 1-6 0,4 4-7 15,1 1-1-15,3-1-1 0,-3 4-2 0,6-1-8 0,0 2-18 0,-1-1 3 16,0 2-4-16,3 0-8 15,-5 1-6-15,3-2 3 0,-3 1-8 0,-1-2 0 0,1-2-3 16,-1-2-2-16,1-4-8 0,0-2 11 0,-1-6-39 0,-2-34-44 0,0 0-46 0,0 0-41 16,0 0-48-16,0 0-63 0,0 0-58 0,0 0-74 0</inkml:trace>
  <inkml:trace contextRef="#ctx0" brushRef="#br0" timeOffset="135743.5836">1416 12937 1769 0,'-6'-7'14'0,"4"-1"21"0,-1 2 19 16,-2-1-2-16,5 1 7 0,0-1-1 0,2 4-1 0,1-3 0 0,2 0-11 16,7 0-25-16,1-3-13 0,6 0 2 0,4-2-12 0,7-1-5 15,5-1 10-15,5-1-3 0,1 2-6 0,5 0-7 0,-3 1-40 16,1 2-57-16,-5 1-53 0,1 3-58 0</inkml:trace>
  <inkml:trace contextRef="#ctx0" brushRef="#br0" timeOffset="153385.9946">3176 3682 447 0,'0'-1'17'0,"0"0"11"0,-1 1 13 0,-3 1 11 0,4-1 14 0,-2-1 6 0,0 1 12 15,2 2 11 1,-3-3-1-16,5 2 0 0,-4-2-13 0,2 2-6 0,-1-1-12 15,2 0-7-15,1 0-2 0,-2-1 2 0,1 2-11 16,-2-1-8-16,2 0 6 0,1 0-10 0,0-1 0 0,0 2-1 16,1-2-10-16,-1 1-11 0,1-1-7 0,4 0 3 0,-1 1-6 15,6-1 6-15,3-1-8 0,5 0 6 0,4 0-2 0,9 1 4 16,0-3 0-16,7 4 4 0,6-5 8 0,3 3 9 0,5-3 7 16,1 3-1-16,3-1 4 0,4-1-8 0,-2 1 3 0,-2 1-4 0,1-1-4 15,-2 3-15-15,0-3-2 0,-2 3-1 0,-1-1 15 16,-2 1 4-16,-1 0 4 15,-2-1-8-15,-3 1 5 0,-2 0-3 0,-1 0 2 0,-4 0 1 16,-1 0-15-16,-3-1-5 0,-4 2 2 0,1-1 8 0,-5 1 7 0,1-1 10 0,-4 0-3 16,-2 0-2-16,-1 1 4 0,-1-1 4 0,-4 0-11 0,-2 0 1 15,-1 0-12-15,-1-1 9 0,-2 1 1 0,-2-1 5 0,-3 1-2 32,0 0 3-32,-1-1 15 0,-1 0-4 0,-3 1-2 0,3 0-8 15,-6 0 3-15,3 0-9 0,0 0 0 0,0 0-14 0,0 0-1 16,0 0-2-16,0 1-5 0,-3-1-5 0,3 0-4 15,0 0 1-15,0 0 0 0,0 0 7 0,0 1-10 0,0-1 1 16,0-1 6-16,0 1-2 0,3 0-2 0,-3-1-6 0,0 1-19 16,0 0-9-16,0 0-17 0,0 0-34 0,0 0-8 0,0 0-38 15,0 0-15-15,0 0-30 0,0 0-17 0,0 0-32 16,0 0-9-16,0 0 2 0,0 0-26 0,0 0 59 0</inkml:trace>
  <inkml:trace contextRef="#ctx0" brushRef="#br0" timeOffset="160324.1818">2195 12426 1095 0,'0'0'35'0,"0"0"2"0,0 0 10 0,-28-4 10 15,28 4 21-15,0 0 20 0,0 0 2 0,0 0-1 0,0 0-1 16,0 0-9-16,0 0-3 0,-81 43 15 0,81-43-16 0,0 0-20 16,0 0 1-16,0 0 1 0,0 0-16 0,-65 186 2 0,62-149-5 15,3 1-29-15,3 4-8 16,0-4 2-16,5 2-1 0,2-3-9 0,4 1 6 0,2-5-16 0,3 0-48 0,-2 0-28 0,5-3-53 15,0-2-48-15,2-5-65 16,3-5-51-16</inkml:trace>
  <inkml:trace contextRef="#ctx0" brushRef="#br0" timeOffset="160730.9281">2372 12889 1536 0,'-5'-10'34'0,"2"1"12"0,-2-2 29 0,5 2 24 0,-3-3 28 15,-1 4 15-15,2 2 11 0,2-2 1 0,0 4-33 0,0-1-16 16,0 2-31-16,2 3-22 0,0 0-29 0,0 0-17 0,1 3-13 16,2 2 0-16,0-1-5 0,3 1 7 0,1 4 2 0,2 2-1 15,-1 0-1-15,1 1 5 0,0 3 6 0,0 2-6 0,-2 3 6 16,-1-2-3-16,-1 4 6 0,-1-2-1 0,0 1 1 0,-1-1-3 16,-3 1-1-16,-1-1 2 0,-1 0 6 0,0-2-4 0,0-3-5 15,-1 0-5-15,1-4 7 16,0-1-3-16,0-3 0 0,0-3 7 0,1-3-4 0,-1 2 2 15,2-6 5-15,-1 2 12 0,3-3-2 0,-1 0 1 0,-3 0 4 0,5-5-13 0,2-2-3 16,0-4 7-16,1-5-10 16,3-3-7-16,0-6-6 0,0-3 6 0,3-4-8 15,-3-2 9-15,2 1 0 0,-2 0-4 0,-5 3 19 0,1 1 27 0,-4 8 26 0,-3 1 16 0,0 7 38 0,-2 3 13 16,-1 6 19-16,0 4 14 0,1 1-15 0,-1 6-22 0,0-1-30 16,1 1-17-1,-1 1-38-15,1 2-17 0,-2-4-24 0,1 5-13 16,1 0 2-16,2 3-4 0,-3 4 4 0,1 3 3 0,2 6-2 15,2 3 7-15,0 0 4 0,1 3-3 0,0 4-4 0,3-3 8 0,2-1-50 16,3-4-44-16,1 2-34 0,1-4-53 0,5-3-73 16,-2 1-67-16,1 3-86 0,-1-6-65 0,1-1-39 0</inkml:trace>
  <inkml:trace contextRef="#ctx0" brushRef="#br0" timeOffset="160946.0123">2947 13020 1201 0,'0'6'2'16,"0"-3"0"-1,0 5 4-15,-1-7 5 0,4 2 42 0,-3 2 16 0,0 0 28 0,2 2-9 0,-1 1 4 0,3 1 34 16,3 0 7 0,-4 3 4-16,0 0-45 0,6 1 2 0,-8 2-28 15,-1-1 18-15,0 3 0 0,0 2-34 0,-3 0-9 0,-2 1-5 16,-1-1 1-16,-3 1-15 0,-3-1 1 0,3 0-16 15,-4-2-47-15,2-2-36 0,-3 1-41 0,3-3-48 0,3-3-57 0,-3-3-77 16</inkml:trace>
  <inkml:trace contextRef="#ctx0" brushRef="#br0" timeOffset="161365.4924">2993 12789 1949 0,'-2'-5'43'0,"0"5"4"0,-3 0 20 0,7-1 1 0,-6 1 3 0,4 1 8 0,-3-1-13 15,3 0 7-15,0 5-44 0,0-2-4 0,0 4-14 0,3 1-8 16,1 3 1-16,-1 1-8 0,4 3 12 0,0-1 0 0,-1 3 1 16,4 0-6-16,-1-2 0 0,2-1 5 0,-3-2-4 0,3 1 0 31,0-2 1-31,-3-3-4 0,3-3 1 0,-3 0 8 0,0-2-4 16,1-3 6-16,-2-1 2 0,-1-3 7 0,0-2 6 15,1-1-2-15,-3-3 22 0,3-4 4 0,-4-1 8 0,2-2 12 16,-2-1 19-16,0-3 3 0,-1 0 4 0,-2 0 5 0,-2-2-4 15,-1 5 17-15,1-2 1 0,-3 5-10 0,4 1-3 0,-4 2-5 16,3 4-7-16,-3-1-12 0,3 7-19 0,2 1-28 16,-2 1-8-16,1 2-6 0,1 3-18 0,0 6-7 0,1 0 0 15,1 4 4-15,4 5-7 0,0 4 8 16,1 4-1-16,2 4 6 0,2 1-6 0,0 5 13 0,1 0-12 16,1 3 2-16,2-2 11 0,1 1-5 0,0-1 0 15,1 1-6-15,0-2 6 0,2-4-11 0,-5 2 14 0,1-2-2 16,-1-2-6-16,-3-3-2 0,-5-3 6 0,-1 0-4 15,-3-2 6-15,-4-2 6 0,-1-4 4 0,-5-4 6 0,0 0 9 0,-5-2 6 0,-1-2-7 0,-3-3 0 16,-1-4-2-16,-2 0-7 0,-1-2-10 0,2-1-39 0,-6-4-43 16,3-1-59-16,-2-5-67 0,3-4-76 0,-2-3-103 0,1 1-86 15</inkml:trace>
  <inkml:trace contextRef="#ctx0" brushRef="#br0" timeOffset="161631.898">3181 12437 2470 0,'-5'-8'31'16,"-4"1"32"-16,3 4 35 0,-2-4 27 0,5 3 4 0,-4 0 8 15,3 1-3-15,1 3-1 0,-1 2-35 0,8 3-30 0,-1-1-35 16,6 3-25-16,-1 4-6 0,5 2-6 0,6 6 4 0,1 3-1 16,4 3 27-16,3 1 24 0,1 3 5 0,2 5 1 0,0-2 4 15,1 4-3-15,-1 0 6 0,-4 1-5 0,0 1-20 0,-3 1-19 16,-2 2 4-16,-2-2-1 0,-4 4 0 0,-5 1-2 0,-2-5 0 31,-6 4 9-31,-1-4-8 0,-4 4 1 0,-2-6-19 0,-3 0 11 0,-3-7-6 0,2 2-13 0,-1-3-35 0,-2-7-50 31,1-1-51-31,1-6-68 0,2-2-62 0,2-4-82 0,-2-1-106 16</inkml:trace>
  <inkml:trace contextRef="#ctx0" brushRef="#br0" timeOffset="161933.6287">3678 12722 2388 0,'3'-5'29'15,"-3"0"25"-15,3 2 17 0,-3 3 15 0,3-6 4 16,-3 0 4-16,0 4 0 0,8-2 1 0,0 1-29 0,5-2-29 0,7 1-17 0,2-2-9 0,5-1-3 16,3 0-10-1,5 3-43-15,-5 0-52 0,0 4-47 0,-2 0-55 0,-2 4-49 16,-7 0-50-16,-2 3-42 0,-2-2-9 0,-6 4 29 0,-5 2 43 0,0 0 49 0,-6 2 55 0,-1-2 54 0,-6 6 80 15,-3-1 69-15,0 0 66 0,-6 1 48 0,1 0 59 16,1-1 29 0,-1-3 50-16,1-1 41 0,-3-3-6 0,6-1-11 15,1-1-14-15,2-5-26 0,2 1-41 0,2-3-29 0,3 2-34 16,2-2-36-16,1-2-27 0,1 4-18 0,3-4-31 0,6 2-7 16,1 0-11-16,5-3 2 0,3 1-12 0,5-2-9 15,6-2-2-15,3 1-4 0,0 0-5 0,3-2-41 0,-3 1-38 16,-1 0-56-16,-2 1-64 0,-5 5-75 0,-4 0-94 15,-5 0-69-15</inkml:trace>
  <inkml:trace contextRef="#ctx0" brushRef="#br0" timeOffset="163755.1968">5116 12112 761 0,'-3'-2'11'0,"3"1"10"16,-5-3 15-16,2 2 30 0,-2-1 23 0,-1 0 12 0,-1 0 39 0,-2 0 14 0,3-1 1 0,-2 2 24 15,1-3-15-15,0 1-11 0,2 2-1 0,-1-1-3 0,1 0-26 32,0 3-3-32,2-2-7 0,-3 0-29 0,1 2 4 0,2 2-19 15,0 0-20-15,1-2-7 0,0 5-19 0,-1 2 3 0,0 5 25 16,1 6 8-16,1 3-1 0,1 8 0 0,-3 6-6 15,6 3 5-15,-2 5 3 0,4 3-11 0,2 0-29 16,-1 5-14-16,5-3 0 0,-2 1-2 0,3-1 7 0,0 0-6 0,-1-1 4 16,2-4-7-16,-1 1 1 0,0-6-34 0,-2-1-36 15,0 1-34-15,0-3-46 0,-4-4-48 0,2 1-32 0,-5-4-36 16,-3-4-42-16,0-4 11 0,0 0 7 0,-5-7 4 0,-1-3 31 16,-3-7 36-16,-1-3 18 0,-4-3 45 0,-1-3 52 15,-3-2 47-15,0-6 48 0,-4-1 54 0,0-5 50 0,0 3 49 0,1-4 32 16,2 1 34-16,0-2 15 0,0 2 16 0,5-1-6 15,-2 0 5-15,5 1-18 0,0 1-22 0,5 0-6 0,1 2-39 16,2 0-28 0,6 1-36-16,2 0-20 0,8-1-26 0,2 0-20 0,7 1-14 0,5-2-16 0,3 2-1 0,5-1 0 0,3 0-2 31,3 1-15-31,6 3-36 0,-2 0-38 0,2 1-57 0,-1 5-64 16,0 1-77-16,-2-2-85 0</inkml:trace>
  <inkml:trace contextRef="#ctx0" brushRef="#br0" timeOffset="164876.3636">5557 12230 1180 0,'0'0'46'0,"-1"-1"30"0,-1 1 20 16,0-1 46-16,-1 1 20 0,-2 0 26 0,2-2 20 0,-3 1 10 15,1 1-30-15,0 1-34 0,-3 1-10 0,2 0-40 0,-3 3-14 16,1 7-18-16,-2-1-2 0,-2 7 4 0,-1 3-11 0,2 4-1 15,3 3-9-15,0 2-4 0,2 2-1 0,3 5-11 0,1-2-13 16,5-1-18-16,2 3-3 0,3-1 12 0,3-2-9 16,0-1-1-16,5-3-3 15,0-1-1-15,1 0-23 0,4-5-32 0,-3-3-42 0,2 0-59 0,0-3-46 0,1-1-61 0,-2 0-67 16,-2-7-55-16</inkml:trace>
  <inkml:trace contextRef="#ctx0" brushRef="#br0" timeOffset="165218.5936">5753 12368 1927 0,'-8'-5'27'16,"4"0"24"-16,-3 1 22 0,5 0 21 0,-2 0 13 0,-4 0 8 16,5 1-7-16,1 3-4 0,1 0-26 0,-1 2-24 0,2-1-23 15,2 4-20-15,-1 3-14 0,1 3-9 16,1 2 8-16,3 4 4 0,0 1 0 0,1 7-2 0,1 1 4 0,1 1-2 0,-3-1 4 15,3 6-2-15,-1-3 0 0,-1 0 3 0,-2 0-2 0,3 0 3 16,-5-3 15-16,2-2 13 16,0 1-7-16,-1-6 24 0,-4-1-5 0,3-4-3 0,1-2 25 0,-6-2 23 0,2-3-1 15,0-3 25-15,-2-1 32 16,2-1 17-16,0-2 35 0,0 0 33 0,0 0-14 0,0-1-24 0,2-3-15 0,-2-3-37 0,2-7-32 16,-6 0-33-16,4-5-38 0,-3-6-28 0,-1-4-16 0,2 0 3 15,-3-5-3-15,2-3 1 0,0 0-7 0,-2-2-23 0,2-1-15 31,-2 1-26-31,-1-1-22 0,1 4-31 0,1 1-32 16,0 9-43-16,1 0-49 0,0 6-50 0,3 5-43 0,0 10-61 16,0 1-64-16</inkml:trace>
  <inkml:trace contextRef="#ctx0" brushRef="#br0" timeOffset="165562.529">6044 12596 782 0,'0'3'19'15,"0"3"14"-15,3-6 12 0,-3 3 12 0,0-3 22 0,-3 1 11 16,3 1-1-16,-2 0 46 0,1 2-3 0,-1-1-9 0,4 2 25 0,1 0-1 16,0 2-1-16,-1-2-10 0,4 4 4 0,0-2-41 15,2 1-16-15,-3 1 1 0,1 0-35 0,-1 0-7 0,1 1-14 16,2-1 22-16,-3 1-4 0,-2 0-2 0,0-1 0 0,1 3-7 16,0-2 2-16,-1-1-2 15,-3 3-13-15,0 0-13 0,-3-1-6 0,0 0-24 0,-2 1-38 0,2 0-31 0,-5-1-63 16,0 2-60-16,-3-3-64 15,3-4-93-15</inkml:trace>
  <inkml:trace contextRef="#ctx0" brushRef="#br0" timeOffset="165962.2253">6196 12279 1384 0,'6'-3'9'0,"-3"-1"-2"0,5-1 8 16,0 2 5-16,0-2 6 0,-5 3 15 0,8-2-2 15,-1 1 6-15,1 0-9 0,4 2 1 0,-2 2-4 0,1-1-8 16,-1 3-6-16,1 1-16 0,-3 2 9 0,-3 1-13 16,1 2 5-16,-4 1 5 0,-2 1-7 0,-1 0 0 15,-2 3 3-15,-3-1 8 0,-2 3-6 0,-4-3 5 16,1 3-7-16,-2-3 5 0,-2 2 7 0,2-2 6 0,-1-1-4 0,0-2-5 0,5-2-2 15,-1 3 0-15,1-5 1 0,-2 1-4 0,5-2-5 0,0 0-2 16,3-1 6-16,0-2-6 0,3 3 8 0,2-1 0 0,1-3 0 16,4 5-1-16,-1-1-5 0,5-1 3 0,-1 1 3 0,4 0 3 31,-1 2-6-31,3 0 10 0,-1 0 21 0,2 0 2 16,0 1 4-16,-2-1-7 0,-1 0 20 0,-1 1 5 0,-2 4 11 0,-1-4 11 15,-2-1-12-15,-5 2 12 0,-2-2 6 0,-1 3 2 16,-3-2-25-16,-2 1-4 0,-3 0-11 0,-1 1-15 0,-3 1-6 15,-2 1-22-15,-2 1-4 0,-4-1-7 0,-1 1-40 0,2 1-50 16,-2 0-60-16,-3-1-82 0,2-4-74 0</inkml:trace>
  <inkml:trace contextRef="#ctx0" brushRef="#br0" timeOffset="166235.2863">6327 12139 2086 0,'3'-8'33'0,"-3"0"11"0,0 5 17 0,0-3 17 0,3 1-2 16,-3 1 4-16,0 2-4 0,5 1 5 0,3 2-14 15,3 1-4-15,6 5 4 0,4-2-11 0,3 7-1 0,1 2 14 32,8 1 11-32,-3 3-1 0,6 4-13 0,-4 2-2 0,-1 4-13 15,-1 1-2-15,0 0 6 0,-1 2-23 0,-5 1 0 0,-2 4-2 16,-2 0-2-16,-5-1-4 0,0-1-5 0,-7 1-4 0,-3 2-6 15,-3-1 9-15,-4-1-10 0,-1-2 2 0,-7 1-2 0,-2-1-2 16,-1-4-6-16,-1 1-13 0,1-2-38 0,-4-6-34 16,4 1-61-16,0-5-71 0,0-1-59 0,1-5-77 0,0-1-83 15</inkml:trace>
  <inkml:trace contextRef="#ctx0" brushRef="#br0" timeOffset="166465.3653">7011 12275 2649 0,'7'-3'21'16,"-4"2"17"-16,0 1 0 0,1-1 7 0,-2-3-4 0,-4 9 17 0,0-1 41 16,8 1 13-16,-3 4-12 0,5 3-18 15,0 2 7-15,4 3-15 0,1 5 5 0,1-1-13 0,2 4-37 0,-2 1-11 16,-1 3-11-16,0 0 1 0,1 3-11 0,-6-1-18 15,4-2-43-15,-4 3-70 0,-3-1-78 0,0 1-70 0,0-6-67 16,-2 3-75-16</inkml:trace>
  <inkml:trace contextRef="#ctx0" brushRef="#br0" timeOffset="166598.6577">7063 12755 2097 0,'-7'-2'34'15,"-3"-2"40"-15,4 1 45 0,1-2 44 0,0 1 23 16,-1-3 35-16,0 3 22 0,2-5 6 0,3 4-36 0,1-2-39 15,1 2-48-15,4 0-44 0,6-2-20 0,0-1-40 0,4-1-22 0,5 2 0 0,4-2 0 0,3 1-6 16,3 1-46 0,-2-3-22-16,4 2-52 0,-1 4-57 0,-4-1-64 15,0 5-82-15,-3 0-77 0,-2 0-80 0</inkml:trace>
  <inkml:trace contextRef="#ctx0" brushRef="#br0" timeOffset="166951.3189">8080 12039 2224 0,'-8'-17'26'0,"0"5"39"15,-3 1 28-15,5 0 26 0,-4-1 30 0,-1 6 14 16,2 0 8 0,2 4-6-16,1 2-18 0,-2 2-43 0,5 3-20 15,-2 2-25-15,0 8-24 0,2 4 4 0,-2 6 12 16,2 6 8-16,0 6-3 0,0 7 5 0,3 5-9 0,4 2 1 0,1 3-7 16,3 2-19-16,2 1-21 0,4 0 3 0,-1-3-6 15,2 0 2-15,-2 0-1 0,3-4-51 0,-2-3-28 0,0-2-60 16,-1-2-66-16,-3-2-62 0,0-1-57 0,-1-7-76 15,-5-4-54-15</inkml:trace>
  <inkml:trace contextRef="#ctx0" brushRef="#br0" timeOffset="167073.3666">7815 12804 1724 0,'-12'-7'31'0,"4"1"44"0,2-1 35 0,4 0 28 16,-2-3 8-1,5 2-2-15,4-1 5 0,1 0 0 0,4-1-32 0,7 0-52 0,4-2-28 0,6 3-27 0,4 1-19 16,7-4-50-1,0 7-58-15,3 1-61 0,-1-1-65 0,2 1-63 16</inkml:trace>
  <inkml:trace contextRef="#ctx0" brushRef="#br0" timeOffset="168105.1307">8284 12601 1105 0,'25'12'39'0,"-25"-12"21"0,0 0 36 0,0 0 20 16,0 0 22-16,0 0 24 16,0 0 13-16,0 0 18 0,0 0-27 0,0 0-19 15,0 0-21-15,0 0-15 0,0 0-17 0,0 0-15 0,0 0-17 0,0 0-23 0,0 0-7 0,0 0-9 16,0 0-6 15,21 15-3-31,-21-15 6 0,0 0 0 0,0 0 7 0,57 59 0 16,-47-46 0-16,-2 2 7 0,0 0-8 0,-1 1 1 15,-4 0 6-15,3-1 2 0,-3 0 1 0,-1 2-1 0,-1 0-2 0,-2 0 0 16,-1-1-1-16,-1-1-8 0,-3-1-5 0,3-2-8 16,-2-2 5-16,0 1-1 0,-1-3-2 0,1-3 0 0,0 1-2 15,5-6 5-15,0 0 6 16,0 0-4-16,0 0-10 0,0 0 11 16,0 0-48-1,26-53 25-15,11-25-11 16,-29 60 10-16,0-1 2 15,-1 2 3-15,0-1 5 0,-2 2-8 0,0 0 4 0,-3 4 11 16,1-1 27-16,-1 4 16 0,-2-3 8 0,0 4 16 0,0 2 16 0,-2 0 11 0,2 1 3 0,-2 4-5 16,1-2-18-16,-1 3-13 0,2 0-9 0,-2 0-15 0,1 3-18 31,-2-2-15-31,1-1-4 0,-1 0-10 0,3 3-9 0,-3-1-2 0,3 1-3 0,0 4 5 0,-3 1 0 0,3 3 0 31,0 5 7-31,0 0 2 0,-2 5 3 0,2 1-5 0,2 1 5 16,-2 0-3-16,3 0 1 0,5-5 4 0,-2 2-9 15,7-3 2-15,-1 3 6 0,4-7 2 0,3 0-18 0,3-4-16 0,-1-1-30 16,7-4-61-16,-4-1-42 0,1-6-55 0,2 2-70 16,-6-3-76-16,1 0-49 0,0-5-71 0</inkml:trace>
  <inkml:trace contextRef="#ctx0" brushRef="#br0" timeOffset="169073.2018">8924 12091 906 0,'0'1'18'0,"3"-2"19"0,-3 1 18 0,2 0 20 0,-2-3 15 0,1 6 30 15,-1-3 16-15,0 0 22 0,2-3 10 0,-4 3 6 0,4 0 2 16,-4-1-11-16,2 1 3 0,-1 0-20 0,-1 0-12 16,-1 0-19-1,1 1-26-15,1-1-24 0,-4 4-24 0,3 0-8 16,-4 3 9-16,0 4 9 0,-1 4 4 0,-1 5 2 0,-1 3-7 16,1 6 4-16,-1 3 4 0,-1 5-3 0,4-2-24 0,4 6-18 15,-1-4-1-15,6 2-6 0,5 0 5 0,0-3-5 16,5 2-2-16,4-4-4 0,2-2-8 0,3 0-39 0,4-3-49 15,0-5-52-15,1-1-62 0,3 2-66 0,-3-4-72 0,3-6-78 16</inkml:trace>
  <inkml:trace contextRef="#ctx0" brushRef="#br0" timeOffset="169541.3955">9287 12280 1405 0,'0'0'26'0,"0"0"28"0,0 0 14 16,0 0 8-16,0 0 3 0,0 0 1 0,0 0-4 0,0 0-3 0,0 0-24 0,-14 2-18 15,14-2 11-15,0 0 4 0,0 0 8 0,0 0 8 16,0 0 8-16,0 0 11 0,0 0-1 0,-1 65-5 0,1 29-20 16,4-67 6-16,-1 0-1 0,2-1 7 0,-2 0 3 15,2-6 1-15,0-3 26 0,-2 3 12 0,2-7-8 0,-1 0-8 16,-2-4 5-16,-2-2 16 0,0-2 16 0,0 1 29 0,-2-4 10 15,2-2 20-15,-1 3 41 0,1-6 0 0,-2 3-9 32,1-2-28-32,-2-4-26 0,1-5-33 0,-1-4-36 0,-2-1-45 15,0-5-33-15,-1-5-11 0,-5-1-5 0,6-7-10 0,-3-1 4 16,2-2-5-16,-1 1-33 0,0-3-15 0,-1 2-32 16,3 0-28-16,2 4-37 0,-2 4-37 0,3 6-55 0,-2 3-48 15,4 5-29-15,0 8-61 0,0 1-53 0,0 5-68 0,0 1-22 16</inkml:trace>
  <inkml:trace contextRef="#ctx0" brushRef="#br0" timeOffset="169780.9389">9504 12575 1624 0,'5'5'4'0,"1"4"6"16,-6-2-2-16,6-7 41 0,-3 2 45 0,-1 1 22 0,-2 1 25 31,3 2 14-31,4 0 13 0,-1-1 10 0,2 6 17 16,-2-3-43-16,2 2-33 0,-3 3 3 0,1 2-22 0,0-2-12 15,-3 0-19-15,-1 4-15 0,-2 0-14 0,0-1-1 0,-2 4-7 16,-2-3-29-16,-4 3 1 0,2-2-6 0,-2-1-8 16,1-2-51-16,-5-1-54 0,4 1-80 0,-2-2-67 0,-2-4-103 15</inkml:trace>
  <inkml:trace contextRef="#ctx0" brushRef="#br0" timeOffset="170143.4532">9627 12289 2259 0,'7'-7'33'0,"0"0"25"0,-2-1 26 0,0 3 13 0,-2-3-1 0,0 1 3 0,1 3-1 15,0-1-4-15,4 2-32 0,0 3-21 0,3 0-21 31,2 0-18-31,-1 0-5 0,-2 2 6 0,4 3-2 0,-3 0 1 16,0 3 0-16,-3 1-6 0,0-1 0 0,-3 6 4 0,-2-1 9 16,-1 0-12-16,-4 3 3 0,1-2 0 0,-1 3 8 15,-1 0-7-15,-4 0 4 0,4 2-8 0,-2-2 1 0,0-3 5 16,1 4-3-16,-1-4 5 0,2-2-9 0,1 2 8 0,2-3-12 16,2-2 13-16,0 0 1 0,1-1-4 0,3 1 1 15,-1-2 2-15,1 1-4 0,4-1 1 0,-2 0 1 0,2-1-5 0,2 0 1 16,-4-1-2-16,2 3 9 15,-3-4 9-15,-1 4 23 0,-4-3 17 0,1-1 8 16,-3 2 12-16,0-1 1 0,-1-1 22 0,-3 0 6 0,1 0-5 16,0 2-13-16,-2-2-19 0,-1 3-6 0,-5 2-2 15,1-1-14-15,-1 0-10 0,-3 1-22 0,1-1-8 0,1 0-49 0,-1-3-27 0,3 4-54 0,1-4-70 16,1 2-71 0,2-2-87-16,-1-2-88 0</inkml:trace>
  <inkml:trace contextRef="#ctx0" brushRef="#br0" timeOffset="170428.0717">9692 12034 2566 0,'5'-8'31'0,"-1"0"20"0,-2 3 16 0,0 0 8 15,4 0 6-15,-6 1-5 0,3 2 3 0,0 3 32 0,7 1-28 16,1 3 2-16,3 3-10 0,5 5 5 0,3 0 12 15,1 4 13-15,3 5-4 0,4 0-24 0,0 4 7 0,0 1-18 16,-1 3 1-16,1 1-7 0,-2 2-3 0,2 0-1 0,0 2 3 16,-3 0-7-1,-2-2 5-15,-4 0-4 0,-2 1-5 0,-2 0-5 16,-4-2-13-16,-6 2-8 0,-4-2-1 0,-3-1 0 0,-5 0-12 0,0-1-2 0,-6-1 0 0,-3 0 1 0,-1-2-4 31,-5-2-1-31,0-1-8 0,0-2-50 0,0-2-48 0,0-3-56 16,0-2-74-16,3-1-66 0,1 0-88 0,2-3-76 0,4-7-97 15</inkml:trace>
  <inkml:trace contextRef="#ctx0" brushRef="#br0" timeOffset="170764.0213">10580 12143 2006 0,'3'-9'25'0,"-1"0"36"0,-2-2 43 0,0 0 35 0,-3 0 31 0,-3-1 37 0,1 3 29 16,0 2 27-16,2 2-18 0,1 0-11 0,-1 2-30 0,0 3-39 31,3 0-33-31,-3 0-37 0,1 4-33 0,-1 0-24 16,0 3-13-16,-2 3-8 0,-3 7-6 0,-1 4 8 0,-4 4 5 15,2 4 0-15,0 7 2 0,0 3 4 0,1 4 1 0,1 0-14 16,6 3 0-16,2-4-8 0,2 3 0 0,2-3 0 16,6 1-4-16,1-6-3 0,6 0-6 0,1-4-32 0,5-3-48 15,-1-5-45-15,1 0-53 0,5-4-64 0,-3-5-69 0,-1-3-70 16,1-2-70-16,-3-5-56 0</inkml:trace>
  <inkml:trace contextRef="#ctx0" brushRef="#br0" timeOffset="171217.667">10855 12508 2017 0,'2'-4'25'0,"-2"1"28"0,1-2 35 0,3-2 36 0,-3 1 16 15,-1-1 12-15,2-1 14 0,-1 2 24 0,3 2-25 16,1-3-22-16,1 2-40 0,1 2-37 0,3 1-14 0,0 0-17 15,2 2-11-15,-1 4-26 0,3-1 4 0,2 2-5 0,-2 4 3 16,-1 2 6-16,0 1 1 0,-1 2 9 0,-2 3-2 16,-2-1 2-16,0 1-4 0,-4 3 2 0,-2 0 6 0,-2-2-9 0,0 2-2 15,-2 0-4-15,-1-1 4 0,-2-3-8 0,-2 1 9 16,4-5-10-16,-4 3 0 16,4-5-7-16,0-1 7 0,1-3 3 0,-1 0-11 0,1-6 21 15,2 3-3-15,2-3 28 0,-2-3 10 0,3 3 13 0,-1 0 0 0,1-7-8 0,3 0 12 16,-1-4-16-16,6-3-5 0,0-2-24 0,4-4-15 15,0-1 1-15,1-5-12 0,2-2 11 0,-1-1-7 0,-3-2-3 16,0 0 10-16,-1 1 9 0,-3 1 21 0,-3 3 10 0,0 4 34 16,-3 3 18-16,-2 5 23 0,1 3 25 0,-6 3 13 0,1 4-4 31,1 0-22-31,-2 4-14 0,-1 0-24 0,1 3-36 16,0 1-26-16,0-1-17 0,3 1-26 0,-3 3 4 0,1 5-6 15,2 1 2-15,-3 6-4 0,3 1 19 0,0 2-3 0,3 4 3 16,-3 2 4-16,7 0-7 0,0 0 5 0,3-1-41 0,1-2-32 15,5-2-54-15,-2-3-34 0,3-4-70 0,1-3-53 0,-2-4-72 16,1 3-70-16,2-6-31 0,-2 1-41 0,1-5-32 16</inkml:trace>
  <inkml:trace contextRef="#ctx0" brushRef="#br0" timeOffset="171397.6296">11516 12513 2411 0,'0'0'60'0,"-1"-1"48"0,-1 1 49 0,2-3 22 0,0-1 29 0,-1 0 15 16,-1 4 8-1,-1-1 2-15,3-2-61 0,1 6-48 0,1-6-56 16,1 3-20-16,0 3-26 0,2-3-22 0,-1 0-25 0,6-3-50 16,1 2-47-16,3 0-60 0,-1 2-54 0,4 4-81 15,-1-2-70-15,2-6-93 0</inkml:trace>
  <inkml:trace contextRef="#ctx0" brushRef="#br0" timeOffset="171650.2957">11791 12150 2189 0,'0'-4'45'0,"-3"4"40"16,3-3 15-16,0 1 12 15,0 0 7-15,-3 2-5 0,1 0-3 0,1 0-3 0,1 4-21 0,0 4-19 0,1 1 10 0,-1 6-7 16,2 2 1-1,1 5 2-15,3 2 2 0,-3 5 15 0,2 1-9 16,-2 2-13-16,5 0-27 0,0 0 3 0,0 0-4 16,-2-2-3-16,2 2-2 0,0-3-10 0,3-3-16 0,-3-2-10 15,0 1 3-15,0-4-4 0,-2 0-4 0,1-3-2 16,-1-6 14-16,-3-1-35 0,2-2-42 0,-1-4-38 0,-2 0-56 16,0-1-70-16,-1-1-63 0,-1 0-70 0,0-4-128 0</inkml:trace>
  <inkml:trace contextRef="#ctx0" brushRef="#br0" timeOffset="171916.2288">11878 12130 2709 0,'4'-4'44'16,"-3"1"25"-1,2 1 29-15,0-3 18 0,0-1-1 0,-3 3-3 16,3 1 4-16,2 2-4 0,3 2-39 0,3 1-22 0,5 3-20 15,4 1-21-15,4 7-2 0,0-1 3 0,3 5 1 0,1 3 7 0,1 3-6 0,-2 0-10 0,-2 3-1 32,-2 2 5-32,-2 0-1 0,-2 0 1 0,1 0 3 0,-5 3-14 15,1-6 6-15,-7 2 6 0,-2-3-8 0,-3 2 4 0,-2-3-4 16,-4 1 6-16,-2-1-4 0,-6-2 4 0,-4 4-1 0,1-3-20 16,-6-2-36-16,-2 0-37 0,1 0-51 0,-2 0-69 15,1-1-53-15,-1-2-56 0,2-1-65 0,2-4-59 0</inkml:trace>
  <inkml:trace contextRef="#ctx0" brushRef="#br0" timeOffset="173290.5066">12762 12120 1373 0,'0'-3'21'0,"0"0"33"16,0-1 28-16,-2 1 20 0,1-2 38 0,-1 3 9 0,-1-2 24 15,1 2 1-15,2 1-17 0,-3 0-41 0,3 2-25 16,0 0-23-16,0 5 8 0,0 1 10 0,3 6-4 0,2 0 15 0,0 7 14 0,4 2 15 0,-1 4 1 16,2 3 10-16,2 5-46 0,-2-1-20 0,1 2-21 0,1 1-10 31,1-3-23-31,-5 4-1 0,5 0-9 0,-4-1-6 0,-2 0-2 16,0-1 2-16,-2-4-6 0,0 1-50 0,-2-4-39 0,0-1-64 15,-3-5-57-15,0 2-64 0,-3-7-60 0,3-3-58 16</inkml:trace>
  <inkml:trace contextRef="#ctx0" brushRef="#br0" timeOffset="173438.3763">12739 12612 1691 0,'-10'-11'40'0,"0"3"39"0,0-2 36 0,1-3 43 16,1 3 41-16,2 0 41 0,-1 0 14 0,4 0 4 0,-1 1-42 0,4 2-35 0,1 1-35 16,7-1-48-16,3 1-40 15,3-2-41-15,5 1-8 0,10 2-6 0,3-2 12 0,8 0-7 16,5 1-8-16,5-3-21 0,4 6-51 0,3-4-57 0,0 3-67 0,-3 1-77 0,-1 3-89 15</inkml:trace>
  <inkml:trace contextRef="#ctx0" brushRef="#br0" timeOffset="173941.9801">14058 11869 1169 0,'-7'-3'17'0,"1"-3"32"0,-3 1 13 16,2 1 37-16,-1-4 23 0,0 4 27 0,-1-2 24 0,1-2 27 15,2 0 12-15,-1 0-2 0,0-1 11 0,0 1-24 16,1 1-6-16,0 2-19 0,-4-2-3 0,4 5-15 0,-2-1-24 16,2 3-18-16,-1 0-29 0,-4 4-5 0,5 0-19 0,-4 7 11 15,1 4 1-15,1 4-10 0,-2 6 2 0,-3 5-12 16,3 7 5-16,2 3 4 16,1 6 7-16,3 1-19 0,4 3-20 0,2 1-2 15,7 2-10-15,-1 0 3 0,3-1 4 0,1 1-16 0,3-2-7 0,0 0 8 0,0-3-4 0,2-2-13 16,1-7-63-16,-1 1-57 0,0-7-65 0,-1-3-61 0,-2-2-84 15,-6-4-95 1,0-6-76-16</inkml:trace>
  <inkml:trace contextRef="#ctx0" brushRef="#br0" timeOffset="174106.7042">13664 12547 1983 0,'-16'-11'28'0,"4"1"23"0,2-3 22 0,7 1 21 0,3 0 10 16,2-5 3-16,4 5 1 0,7-2-4 0,6 2-25 0,4 0-21 15,7 0-25-15,5-1-16 0,5 4-11 0,7 1-3 16,2-4 2-16,3 6-7 0,2-1-52 0,-2 6-47 0,-3-3-46 16,0 4-59-16,-4-3-45 0</inkml:trace>
  <inkml:trace contextRef="#ctx0" brushRef="#br0" timeOffset="175462.1177">14309 12437 948 0,'0'0'19'15,"0"0"13"1,0 0 18-16,0 0 18 0,0 0 7 0,-13-11 3 15,13 11 11-15,0 0 31 0,0 0-18 0,0 0-5 16,0 0-18-16,0 0-7 0,0 0 7 0,-12-7 2 0,12 7-10 16,0 0-26-16,0 0 9 0,0 0-3 0,0 0 0 0,0 0-8 15,0 0 1-15,0 0-10 0,0 0 0 0,0 0-5 0,0 0-5 16,0 0 1-16,0 0 15 0,0 0 8 0,0 0-12 16,0 0 13-16,0 0 1 0,0 0 3 0,0 0-7 0,0 0 3 15,0 0-22-15,0 0-7 0,0 0-3 16,-8 17-6-16,8-17 13 0,0 0-8 15,0 0 2-15,-1 10 7 0,1-10 7 0,0 0 1 0,0 0 22 16,0 0 14-16,0 0-4 0,0 0 9 0,0 0-9 0,0 0 5 16,0 0 1-16,0 0-13 0,0 0-16 0,0 0-10 15,0 0-5 1,0 0-9-16,0 0 2 0,0 0-15 0,0 0-7 16,0 0-11 15,1-10 16 0,-1 10 4 0,0 0-7-15,0 0-10 15,0 0-7-31,0 0 1 31,0 0 11-31,0 0-19 0,0 0 1 16,0 0 17-16,5 53 9 16,-2-42-3-16,3-3-2 0,0 0 2 0,-2 2 8 15,2-1-12 1,2-2 0-16,0-2 8 0,-2 2 9 0,1-3-15 16,-3 0 9-16,2-2-3 0,-1-2 3 0,2 0 12 0,-3 0-1 0,4-2-6 0,0 0-4 0,-2-3 10 0,2 0-4 31,0-3 1-31,2-1-12 0,-2-3 4 0,-2 0-5 15,1-1 4-15,0 0-1 0,-1-4-3 0,-1 2-1 0,-2-2 1 0,-1 0 8 16,1 3-12-16,-1-2 15 0,-2 5 9 0,0 11-1 16,0 0 9-16,0 0-3 0,0 0 1 0,0 0-5 0,0 0 7 15,0 0-20 1,-41 113-18 0,37-84 4-16,1 0 6 0,2 4-2 15,2-1 2-15,2 2-4 16,1 0-1-16,2 1 3 0,1-1-9 0,0 1 8 0,1-1-8 0,3-2 1 0,0 1 3 15,0 0-7-15,1-4 10 0,-2 0-6 0,2-6 11 0,-4 1-8 16,-4-6 5 0,4-2-3-16,-7-3-4 0,3-6 2 0,-4 2 7 0,0-4 5 15,0-4-7-15,-2 0 18 0,0-1 16 0,-2-2 9 0,-1-3 4 0,-3 3 5 0,0-5-8 0,-3-2 2 0,-5-2 13 32,2-3-20-32,-6-1-14 0,-1-2 3 0,4 0-11 15,-2-4 5-15,-2 1-8 0,5-2-6 0,2 1-6 0,2 0 2 16,3-2-4-16,2 4-5 0,5-5-7 0,4 4-43 15,4 2-17-15,0-2-35 0,7 0-52 0,4 2-31 0,-1 2-57 16,6-1-55-16,2 5-47 0,0-2-15 0,1 2-35 16</inkml:trace>
  <inkml:trace contextRef="#ctx0" brushRef="#br0" timeOffset="175997.9904">14843 11855 1746 0,'0'0'26'0,"0"0"43"0,0 0 32 32,0 0 24-32,0 0 32 0,0 0 9 0,0 0-3 15,0 0 5-15,-28-12-22 0,28 12-13 0,0 0-14 0,0 0-13 16,0 0-22-16,0 0 10 0,0 0 9 0,0 0-4 0,-40 99-1 15,23-28-30-15,17-30-23 0,3 2-4 0,2-1-17 0,3 2-14 16,1-2-6-16,1-3-3 0,6 2 1 0,-2-1-4 16,3-6 5-16,-1-1-14 0,3-2-43 0,1-7-59 15,-2 0-53-15,-1-1-82 0,-4-2-67 0,1-6-83 0</inkml:trace>
  <inkml:trace contextRef="#ctx0" brushRef="#br0" timeOffset="176359.6709">15122 12121 2097 0,'-2'0'34'0,"0"1"-5"0,-1 0 11 0,5-2 5 0,-4 1 1 15,2 1-3-15,-3 1 0 0,3-1 7 0,0 4-4 16,3 3 12-16,-1 3 10 0,1 1-3 0,0 5 1 0,2 2 2 0,3 4-4 15,-2 3-3-15,4-1-35 16,-2 4-7-16,2-1-15 0,-1 1 1 0,0-2 10 0,0 0 40 0,3-1 6 16,-4-2-6-16,-1-3 14 0,1-3 9 0,-3-3 8 0,-2-2 24 15,0-2 1-15,-1-4-4 16,-2-4 34-16,0 2 41 0,-2-2 21 0,2-1 28 16,-3-3 16-16,3 0-21 0,0-4-15 0,0-3-33 0,-3-1-35 0,1-2-39 0,-1-5-32 0,-2-4-33 15,5-3-27-15,-6 0-12 0,2-8 5 0,-3 2-5 0,4-4-2 16,-2-5 2-16,0-2 4 0,2 1-9 0,-3-5-18 15,1 4-16 1,2 0-39-16,2-1-28 0,-1 7-45 0,4 1-58 0,1 7-68 0,-2 4-52 0,3 7-74 0,-3 7-64 0,1 2-54 31,2 5-30-31</inkml:trace>
  <inkml:trace contextRef="#ctx0" brushRef="#br0" timeOffset="176584.2283">15377 12451 1848 0,'4'9'1'0,"-3"-3"6"0,1 0 44 0,3-3 18 0,-2 0 39 0,0-1 18 0,0 2 12 16,4 1 6-16,0 2 13 0,3 1 5 0,-2 1-37 16,1-1-4-16,1 4-23 0,-4-2-17 0,2 2-20 0,-2 0-1 15,1 1-13-15,-4 0-10 0,-2-1-6 0,-1 5-11 0,-1-5-19 16,-2 5-1-1,-1-2 8-15,-5-1-6 0,1-2-32 0,0-2-38 0,-2 2-73 0,-2-2-65 0,3 0-70 0,-2-3-100 16</inkml:trace>
  <inkml:trace contextRef="#ctx0" brushRef="#br0" timeOffset="176950.1509">15670 12130 1881 0,'13'-9'50'0,"-5"-2"28"0,-2 3 34 0,2-1 27 0,1-1 13 0,-1 1 3 0,-3-1 2 16,2 2 4-16,3 0-52 0,-2 2-33 0,0 3-30 0,3-1-27 15,0 3-13-15,-1 0-5 0,-1 2-4 0,-3 0-4 0,3 1 4 16,-6 2 1-16,-2 0-3 0,3 2 5 0,-4-1-3 16,1 3 6-16,-4 1-1 0,1 1-2 0,-1 1 1 0,2 2 1 15,-3 0-4-15,-2-2-5 0,1 4 4 0,-1-1 3 0,3-2-2 16,0 1 10-16,1 0-10 0,2 0 11 0,0 0 13 0,5-2 21 15,1 4-2-15,3-3-5 0,0 2 8 0,0-3-8 32,3 2 7-32,0-3-5 0,2 2-13 0,-1 0-13 0,-4-1 1 15,0-1-2-15,1-1 0 0,-2 2-5 0,-1-3 9 0,0-3-7 16,-4 4 8-16,0-3 20 0,-3 0 4 0,-3-1 1 16,3 3-2-16,-5 2 6 0,-4 1-4 0,1 1 11 0,-1-1-13 0,-7 3-24 15,3-2-7-15,-1 3-1 0,-4-4-2 0,1 4-22 16,0-5-41-16,1 1-51 0,3-3-47 0,-1 5-59 0,-2-5-83 15,2 0-76-15</inkml:trace>
  <inkml:trace contextRef="#ctx0" brushRef="#br0" timeOffset="177234.9666">15817 11725 2904 0,'3'-13'21'0,"2"2"29"16,-2 3 31-16,-3-2 4 0,5 3 3 0,-8 3-3 15,3 1-1-15,0 3 1 0,3 3 8 0,1 5-4 0,5 1-25 16,3 6 5-16,6 2-8 0,5 4 8 0,4 5-6 16,3 3 2-16,5 3-20 0,0 5 4 0,0 1-5 0,1 1-12 15,2 2 11-15,-7 2-3 0,2-2 10 0,-3 1-13 0,-4-3-1 16,1-1-33-16,-2-1-5 0,-3-3 8 15,-6-1-5-15,-2-2 1 0,-2-2 2 0,-8 0 6 16,-1-2-10-16,-6-2 9 0,-3-2 1 0,-7 2-3 0,-1-4 0 0,-5 1-6 0,-5-2-35 16,-3-1-37-16,1-1-40 0,-3-2-57 0,-1 1-68 15,-2 0-76-15,1-1-75 0,-1 1-85 0</inkml:trace>
  <inkml:trace contextRef="#ctx0" brushRef="#br0" timeOffset="177705.822">16679 11772 2294 0,'-3'-4'26'0,"-1"1"24"16,3 0 30-16,1-1 16 0,-5 1 14 0,-2 2 2 0,4-2 0 15,-2 3 7-15,0 3-23 0,-3 4 9 0,1 0-20 16,-3 10 10-16,1 2-1 0,-2 3 6 0,-3 10-4 0,4 4-2 16,2 5 7-16,4 0-27 0,-4 9-22 0,8-2-22 0,4 3-12 15,3-1-9-15,2 0 6 0,1-3-5 0,4-1-12 16,2-1-5-16,1-4 6 15,5-4-36-15,-1-3-36 0,4-5-59 0,-1-3-84 0,-4-2-59 0,1-6-78 0,1-3-76 16</inkml:trace>
  <inkml:trace contextRef="#ctx0" brushRef="#br0" timeOffset="178390.3899">16884 12214 1471 0,'3'-3'15'0,"2"1"40"16,3 0 31-16,-7-1 22 0,3 0 17 0,-3 2 32 0,-1-2 25 0,2-2 21 16,-2 2 13-16,-2 3-16 0,2-4-13 0,-1 4-8 15,1-2 11-15,-4 2-23 0,4 0-20 0,-1 0-8 16,-1 0-19-16,0-1-16 0,1 1-17 0,1 1-14 0,0-1-26 16,0 0-15-16,0 0 2 0,0 0-12 0,0 2-5 0,1-4-13 0,-1 4-3 15,0-2 1-15,0 0-2 0,0 0 2 0,0 0-4 16,2 0-2-1,-2 0-6-15,2 0 15 0,-2 0-3 0,1 0-7 0,-1 0 3 16,0 0 6-16,0 0-11 0,0 0 4 0,0 0 3 0,0 0-11 0,-1 2 8 0,1 0 1 16,-2-2 2-1,0 0-2-15,2 0 4 0,-1 0 1 0,1 0-1 0,1 3-5 16,-2-3 5-16,1 3 1 0,1-1-12 0,1 2 8 0,0 0 1 0,-1 2-7 0,-1 4-2 0,4-2 3 16,-3 5 1-1,2-1-1-15,-1 1 6 0,1 3-1 0,-3-2-1 16,3 2-3-16,-1-1 10 0,1-2 7 0,1 0-15 0,1 1-1 15,-1-2 6-15,-1-2 1 0,3-3-4 0,-1 1 4 0,3-1-6 16,-4-3 3-16,1-1 7 0,0-3 5 0,1-3-11 16,5 1 4-16,-3-2 7 0,4-3-3 0,-2 0 3 0,1-4-7 15,4-3 0-15,0-2-5 0,0 0 10 0,1-2-5 0,-4-3-5 16,1 0 5-16,0 0 7 0,-4-2-3 0,0 2-2 16,-2 3 3-16,-1-3 2 0,-3 4-3 0,2 2 10 0,-4 3 3 15,-1 3-8-15,2 3 1 0,-2 2-2 0,-2 2-8 0,1 2-2 16,-2 2-3-16,3 2-7 0,-2 2-1 0,2 2-6 15,0 3 2-15,0 3 1 0,-3 6 8 0,3 2 8 0,3 5-3 16,-3 2-4-16,0 4 6 0,5 3-8 0,1 0 3 0,1 2 8 16,-1 2-6-16,6-1-11 0,0-1 7 0,1 3 1 0,4-4-14 31,-3 2 13-31,2-3-4 0,-5 1-11 0,1-1 8 0,0 0-4 16,-4-3 4-16,-4 1 0 0,2-1 8 0,-4-3-7 15,-2-2 2-15,0 0 4 0,-5-4-2 0,1-1 7 0,-6-5 5 16,2-1-7-16,-3-5 13 0,2-1 11 0,-1-5 6 0,-2 0 6 15,-1-4-3-15,-2 0 1 0,-2-4 8 0,0 0 15 0,3-1-20 16,-4-4 0-16,-1 0-7 0,2-3 3 0,2-3-5 16,3-3 6-16,3 1-26 0,-1-5-29 0,4-3-22 0,3-2-60 15,4-6-51-15,4-1-82 0,4 1-62 0,1-2-83 0,4-2-78 16,2-1-62-16</inkml:trace>
  <inkml:trace contextRef="#ctx0" brushRef="#br0" timeOffset="178539.6466">17490 12270 2029 0,'1'0'46'0,"2"-3"46"0,-1 0 35 15,1 1 19-15,1-3 39 0,-2-1 12 0,0 2 22 0,2 0 22 16,5 2-47-16,-5-4-37 0,9 4-38 0,0-2-13 16,2 1-49-16,1-1-13 0,5 3-16 0,-4-2-24 15,4-1-66-15,2 4-62 0,-5-1-76 0,2 1-77 0,-1 1-76 16</inkml:trace>
  <inkml:trace contextRef="#ctx0" brushRef="#br0" timeOffset="178896.614">17869 11996 1758 0,'6'-7'29'0,"0"2"37"0,4 0 21 0,1-2 37 0,-3-1 22 15,2 2 22-15,2-1 12 0,-1 0 24 0,3 1-12 0,1 1-39 16,2 1-16-16,-3 0-40 0,3 2-23 0,-4 1-29 0,4 2-5 31,-7 0-29-31,1 4-17 0,-2-4-6 0,-1 7-5 0,-3 0 10 16,-2-1-1-16,-3 4 7 0,0 0-9 0,-3 3 4 15,-3 0-1-15,-5 2 14 0,3 0-9 0,-3 3 4 16,0-2-9-16,-2 0 2 0,4 0-1 0,-1 0 6 0,2-1 0 16,2-3-8-16,0 2 9 0,2-3-7 0,4 2 14 0,4-2-6 15,-3 0 7-15,7 0-4 0,0 1-5 0,5-1 8 0,-4-1-3 16,8 1-1-16,-1-2-4 0,2 0 6 0,1-1-6 15,0-2-2-15,-1 3 9 0,-1-4-9 0,-2 0 2 0,-2-1-6 16,-5 1 6-16,1-1-4 0,-6-1 0 0,1-1-1 0,-8 1 5 16,4-1 1-16,-6 1 1 15,-2 4 1-15,-4-1-3 0,-2 1 2 0,-6 2 3 0,-3 1 1 0,-3 3-7 0,-2-2-42 16,0 0-43-16,-1-1-45 0,-1 3-65 0,6 0-72 16,0-2-83-16</inkml:trace>
  <inkml:trace contextRef="#ctx0" brushRef="#br0" timeOffset="179190.8909">18076 11680 2721 0,'8'-5'29'0,"-2"-1"20"0,-1 1 9 0,5-2 2 15,-6 0 6-15,2 4 4 0,2 3 5 0,4 3 31 0,3 2-21 16,5 4-20-16,3 6 2 0,5 5-5 0,2 3 3 0,4 5-6 16,3 2 5-16,-2 2-18 0,-2 4 7 0,2 3 0 15,-3-3-9-15,-2 1 14 0,-2 1-18 0,-1-1 12 0,-3 1-6 16,-2-1-4-16,0-1-13 0,-1 0-6 0,-5 0 2 0,-2 0-13 16,-3-1 5-1,-5 1-10-15,-1-3 4 0,-2 0-19 0,-7 1 1 16,-3-4 4-16,-3 2-6 0,-4-5 1 0,-2 1-7 0,-1-3-17 0,-7-1-67 0,0-2-53 0,-4-1-75 0,-4 2-70 15,2-4-97-15</inkml:trace>
  <inkml:trace contextRef="#ctx0" brushRef="#br0" timeOffset="180328.1182">19314 11848 1276 0,'-4'-7'28'0,"1"3"23"0,0-3 37 0,0 3 33 16,0-3 24-16,-1 2 36 0,-2 1 35 0,2-1 12 0,0 2-16 15,1 1-24-15,3 2-37 0,-1 0-40 0,1 1-24 0,-2 3-15 16,2 5-11-16,0 3-7 0,2 5-1 0,-1 7 17 0,2 4 2 16,1 7 16-16,-1 1 2 15,0 6-16-15,5 1-27 0,-2 0-6 0,-3 2-9 0,4-4-10 0,-3 1-3 0,2 0-16 16,-1-5 1-16,0-1-11 15,1-5-56-15,-2-2-59 0,2 0-66 0,-2-1-67 16,0-3-72-16,0-4-53 0</inkml:trace>
  <inkml:trace contextRef="#ctx0" brushRef="#br0" timeOffset="180487.6305">19204 12329 2063 0,'-14'-11'43'0,"1"1"36"0,0 2 53 16,4-5 45-16,-3 2 22 0,-4-1 38 0,8 3 9 0,2 1 8 15,1 4-43-15,2-2-35 0,3 4-58 0,3-3-40 0,6 1-32 16,4-1-26-16,8 0-23 0,2 0-40 0,12-2-31 16,5 0-53-16,5-1-44 0,8 1-68 0,2 1-68 0,2 2-77 15</inkml:trace>
  <inkml:trace contextRef="#ctx0" brushRef="#br0" timeOffset="180829.6653">20450 11633 1791 0,'-8'-7'19'15,"-1"3"41"-15,2-4 24 0,-1 3 35 0,-1 1 39 0,-4 0 18 0,4 3 27 16,-5-3 9-16,4 1-14 0,-2 3-31 0,0 2-17 16,-1 0-32-16,0 5-21 0,0 7 0 15,-1-2-17-15,1 9-2 0,-1 4 1 0,4 7 14 0,1 2-8 0,0 4 5 16,5 4-18-16,4 5-16 0,0 2-19 16,9 3 4-16,-1 0-10 0,2-1-25 0,6 1 3 0,-2-2-6 0,5-4-6 15,-3-1 0-15,1-3 6 0,4-3-12 0,-5-1-16 0,-1-7-44 16,0-1-45-16,-1-8-67 0,-5 2-66 0,-1-3-62 0,-3-1-61 15,-2-6-38-15,-3-6-26 0</inkml:trace>
  <inkml:trace contextRef="#ctx0" brushRef="#br0" timeOffset="180966.5529">20231 12443 1548 0,'-25'-13'31'0,"0"4"31"0,3-4 46 0,3 2 35 16,2-1 47-16,-2 2 53 0,4-1 19 0,3 2 18 0,6 1-18 15,4 0-20-15,2 2-53 0,3-1-30 0,6-1-47 0,6 0-53 16,4-1-23-16,6-3-15 0,10 2-21 0,4-5-34 15,6 4-21-15,7-1-39 0,3 1-32 0,2-1-48 0,1 3-57 16,-2 5-59-16,-4-1-42 0,0 1-43 16</inkml:trace>
  <inkml:trace contextRef="#ctx0" brushRef="#br0" timeOffset="181633.2852">20826 12172 1201 0,'0'0'32'0,"0"0"14"16,-1 0 38-16,1 0 3 0,0 0 23 0,0 0 32 15,0 0 8-15,0-1 19 0,0-2-14 0,0 3 10 0,1 0-24 0,-1-1 6 0,0 0-17 0,0 1-32 16,3-3-12-16,-3 3-13 0,0 0-21 0,0 3-23 16,0-2-15-1,0 3 26-15,0 0 12 0,2-1-6 0,0 4 12 16,1 0-6-16,-1 2 7 0,0 3 1 0,1 0 5 0,1 1-25 16,-4 3-17-16,0 1 9 0,-4 1-6 0,1-2 8 0,-3 4-3 15,1-3-8-15,-1 2 3 0,0-4-14 0,-5 2 2 0,4-1-1 16,-1-4 4-16,4-1-11 0,-3-4 4 0,3 0-2 15,1-3-8-15,3-3 12 0,0-1-2 0,0 0-2 0,1-1 0 16,2-3 2-16,0 1-2 0,0 1 4 0,4-3 1 0,-1-2-3 16,2-5-3-16,5-1-1 0,-1-4-2 0,6-2-1 15,-2-7-5-15,2 1 7 0,0-5 2 0,1-2 0 0,0 3 11 0,-3 0 11 16,-2 0 23-16,-3 7 35 0,-1 1 38 16,-6 3 18-16,-1 5 24 15,0 4 12-15,-6 3-11 0,1 2-9 0,-3 3-23 0,1 0-47 0,-2 2-32 0,3 0-23 0,0 2-23 16,-2-1-12-16,1 3-3 0,-1 3-3 0,1 3 1 0,-2 5 17 31,0 2-11-31,1 4 9 0,-3 3-12 0,7 1-5 0,-3 1 1 16,8-1-35-16,0 3-31 0,4-5-46 0,2-2-52 15,5-6-61-15,0 3-52 0,3-6-70 0,-2 0-71 0,3 1-39 16,2-3-36-16</inkml:trace>
  <inkml:trace contextRef="#ctx0" brushRef="#br0" timeOffset="183020.6541">21138 12175 1405 0,'6'-3'16'0,"0"-1"38"0,1-4 10 0,-3 3 25 0,3-1 37 0,-1-2 16 16,-3 0 12-16,0 1 21 0,0 1-6 0,1 0-28 15,0 2-5-15,0-1-29 0,-3 3-36 0,2 0-13 0,1 3-19 16,-2 0-22 0,3 3 0-16,2 1 8 0,-3 3-5 0,4 1 0 0,0 1 14 0,2 1 0 0,-1 1 4 0,0 2 5 15,-1-1 0-15,-3 5-5 0,0-3 3 0,-2 1 8 0,-3 1-11 16,4 0 3 0,-8 0-2-16,4-1-3 0,-3 0-10 0,-2-3-15 15,4 0-2-15,-6 1-7 0,2-4-2 0,0-1-2 16,1 2 7-16,-1-5-5 0,1 2 3 0,4-3-1 0,-4-1-2 15,1-2 10-15,3-1-7 0,0-1-3 0,0 0 2 16,0-1 3-16,0 1 3 0,0-2 8 0,3 2 0 0,1-2-2 16,-1-2 6-16,2-3-2 0,0-1 6 0,5-5-4 15,0-1-4-15,1-5-3 0,1 0-1 0,3-4-3 0,0-3-2 0,-2-3 1 16,3 0-5-16,-3-3 1 0,1 3 17 0,-5-1 15 0,3 2 24 16,-3 1 14-16,-3 3 29 0,1 7 16 0,-3 2 14 0,0 4 20 15,-3 3-13-15,-1 4-18 0,-1 1-26 0,1 1-17 16,-2 4-25-16,0-2-23 15,1 5-21-15,-1 2-10 0,1 1-3 0,-3 7 3 0,1 4 2 0,3 5-2 0,-3 2-4 0,1 6 2 32,-1-1 15-32,5 4-15 0,1-1-14 0,0-1 5 0,7-2 7 0,-1-3-12 0,5-3-30 0,3-3-24 0,0-4-53 15,1-3-39-15,0-4-20 0,1-2-70 0,-1-4-62 0,4 1-49 32,-5-2-21-32,0-4-28 0,2-4-10 0</inkml:trace>
  <inkml:trace contextRef="#ctx0" brushRef="#br0" timeOffset="183794.2656">20246 12772 1127 0,'-2'3'40'0,"-1"-3"34"0,2 2 35 0,-4-2 53 16,3-2 33-16,0 2 39 16,-2 0 28-16,4-3 42 0,0-1-49 0,4-1-30 0,5 0-24 0,2-3-28 0,9 1-7 0,10-2-24 15,12 0-2 1,11 0-14-16,9-3 17 0,11 1 7 0,7 1 3 0,7 0-25 15,2 1-18-15,-1 0-15 0,-1 1-27 0,-5 2-26 0,2 2-17 0,-7-3-3 0,-2 2-13 0,-1 5 4 16,-4-3-13 0,-6 1-2-16,-2 0-3 0,-5 2 5 0,-8 0 5 15,-2-1-10-15,-7 1 5 0,-8-1-11 0,-5 1 11 0,-5 0 0 16,-10 0-12-16,-1-3-25 0,-6 3-22 0,-2-1-9 16,-3 1-39-16,-3-3-1 0,3 2-42 0,-5-2-23 0,4 3-40 15,-3-1-23-15,-3 2-27 0,-3 3-35 0,-5 0-21 16,-1 3-56-16,-5-2-19 0</inkml:trace>
  <inkml:trace contextRef="#ctx0" brushRef="#br0" timeOffset="184191.2472">21101 12888 2166 0,'-5'1'44'0,"1"-2"28"15,0-3 37-15,4-1 46 0,0-3 23 0,0 1 22 0,0-4 19 0,2 1 13 0,3-3-37 0,-2 4-30 0,8-4-41 32,2 4-44-32,1-1-24 0,3-2-20 0,-1 3-21 0,6 0-10 15,0 3-8-15,2-1-2 0,-1 4 8 0,-3 1-1 16,0 2-1-16,-4 2-1 0,3 1 4 0,-6 4-8 0,1 0 3 16,-4 4 2-16,-6 2-6 0,1 0 7 0,-5 4-4 0,-5 3 0 15,-3 3-1-15,-6 1 0 0,-3 0 3 0,-4 5 5 16,-2 0 32-16,-1-1 7 0,-5-2 20 0,2 0 3 15,1-1 20-15,0-2 14 0,6-2-1 0,1-4 3 16,3-3-21-16,5-2-10 0,4-2-12 0,0 0 9 0,5-6 7 0,1 4 0 16,7-2 9-16,-2-1 4 0,9 1-1 15,1-5 2-15,9 2-13 0,5-3-11 0,5-3-19 0,5-1-14 0,5-3-12 0,1 1-6 16,2-3-4-16,-2-1-11 0,0 0 6 0,-4 1 5 16,1-1-5-16,-6 0-8 15,-4-1-41-15,-1 4-34 0,-4-1-42 0,-6 4-32 0,-2-4-57 0,-5 5-65 0,-4-2-83 0,-1 4-62 16,-7 2-47-16,-1-1-58 0</inkml:trace>
  <inkml:trace contextRef="#ctx0" brushRef="#br0" timeOffset="185278.4028">22083 11672 1064 0,'0'0'25'0,"0"0"30"0,0 0 16 0,0 0 37 16,0 0 7-1,0 0 30-15,0 0 22 0,0 0 11 0,0 0-6 16,0 0-14-16,0 0 4 0,0 0-28 0,0 0 1 0,0 0-28 15,0 0-9-15,0 0-17 0,0 0-6 0,0 0-7 16,0 0 7-16,-32 8 4 0,32-8-3 0,0 0 15 0,0 0-6 16,-90 107 5-16,73-73-6 0,1 5-13 0,3 2-24 15,4 1-14-15,1 2-1 0,5-2-15 0,3 2-9 0,3-3-3 16,5 0-3-16,1 0-2 0,7-4-41 16,1-4-22-16,5 1-46 0,2-6-83 0,0-2-56 0,5 0-85 0,1-6-85 0</inkml:trace>
  <inkml:trace contextRef="#ctx0" brushRef="#br0" timeOffset="185629.3893">22388 11909 2017 0,'-9'-4'30'0,"2"0"22"0,1 0 27 16,2 0 24-16,0 0 23 0,-2 2 4 0,2-2-10 0,1 4 1 15,0 0-33-15,3 1-17 0,0 2-33 0,0 4-16 16,0 3-28-16,0 4-1 0,0 5 14 0,2 4 0 0,-1 4 3 16,2 2-6-16,-3 2 2 0,5 1-4 0,0-1-2 0,-1 0 8 15,0-1 10-15,-1-3 4 0,0-1 8 0,0-3 1 16,1-4 5-16,-3 1 6 0,1-5 16 0,-2-1 4 0,1-4-3 0,-1-3 32 16,-1-2 13-16,-1-3 50 0,1 1 22 0,1-4 33 15,0 1 42-15,0-2-17 0,0 2-5 0,-4-6-38 16,4-2-16-16,0-5-59 0,-1-2-11 0,-1-3-49 0,-1-4-48 15,1-5 1-15,1-2-8 16,1-4 3-16,-4-2-2 0,4-1 5 0,0-2-7 0,0 1-5 0,-3-1-10 0,3 0-32 16,7 1-22-16,-7 7-48 0,3 0-41 0,2 7-42 0,-4 2-55 31,4 6-70-31,-2 5-66 0,2 6-58 0,-8 3-37 0,6 2-22 16</inkml:trace>
  <inkml:trace contextRef="#ctx0" brushRef="#br0" timeOffset="185865.601">22655 12198 1647 0,'-1'7'25'0,"1"-1"12"0,0-1-3 0,3-5-2 16,-3 2 24-16,0 2 31 0,0 0 17 0,1 3 26 0,4-2-16 15,-2 7-2-15,2-2 25 16,0 2 3-16,-1 3-14 0,1 1-39 0,3-1-8 0,-2 1-33 0,-3 1-2 0,2 0-8 15,-2-2-27-15,1-1-1 0,-3 1-10 0,-1 2 14 0,-1-3-12 16,-4-2 7 0,2 1-14-16,-4-1-34 0,1-1-36 0,-3-1-57 0,1 3-55 0,-2-1-66 0,1-5-72 0</inkml:trace>
  <inkml:trace contextRef="#ctx0" brushRef="#br0" timeOffset="186216.2023">22872 11964 1647 0,'11'-9'36'0,"-2"1"10"0,3-1 37 15,1 1 12-15,-1 2 14 0,0-2 13 16,-2 1-7-16,-1 3 3 0,5 0-37 0,-4 0-9 0,0 2-41 0,-3 1-11 16,-4 0-15-16,2 2-12 0,-3 1 8 0,-1 3-1 0,-1-1-3 15,-1 3-1-15,-1-1 5 0,0 5 1 0,2-2-2 0,-3 3 3 16,0 2-6-16,-2-2 3 0,-1 5 3 0,1 0-1 0,1-1-2 15,0 0 2-15,1 1 5 0,3 0-4 0,3 0 0 16,1 0 3-16,0-2-7 0,5 1 2 0,1-2 4 0,2 2-5 31,0-2 4-31,-3 1 20 0,3-1 3 0,0-2-6 0,-4-1 10 16,0 2 20-16,0-3 9 0,-4 1 4 0,0-2 0 16,-4 0 3-16,0 1 13 0,-4-4 3 0,0 6 4 0,-1-7-20 15,1 5-12-15,-6-3-2 0,2 1-3 0,-3 2-20 0,1-1-9 16,-1 0-8-16,-3-1-5 0,1 2 6 0,-2 0-4 15,2-1-15-15,-3 1-44 0,4-2-54 0,-4 3-60 0,3-1-66 0,-1 0-73 16,1 0-79-16</inkml:trace>
  <inkml:trace contextRef="#ctx0" brushRef="#br0" timeOffset="186482.6246">23004 11664 2542 0,'5'-2'22'15,"2"-2"16"-15,-3 0 7 0,9 0-2 0,-9 4 18 0,6-3 15 16,-1 6 14-16,3 1 15 0,4 4-19 0,1 1-11 16,5 6 3-16,0 3 5 0,7 3-11 0,-2 5-12 0,4 2 1 15,-2 3 2-15,1 2-1 0,0 4 1 0,-4 1-11 0,1-1 11 16,-2 4-9-16,-3-2-5 0,-6 0-9 0,0 1-22 15,-6 1-5-15,-5 0 4 0,-4-2-4 0,-2-2-11 0,-6 3 0 16,-7-1 1-16,0-3-3 0,-5-1 3 0,-4-2-16 0,0-4-53 16,-1-4-48-16,1 1-59 0,-1-3-67 0,3-2-74 15,-1-4-78-15</inkml:trace>
  <inkml:trace contextRef="#ctx0" brushRef="#br0" timeOffset="186783.3356">23896 11657 2353 0,'2'-16'38'15,"-4"4"28"-15,-1 1 27 0,-1-3 20 0,-2 5 22 0,0 3 6 16,-3 1 5-16,-1 4-2 0,0 2-27 0,-4 4-23 0,5 6 2 15,-9 1-14-15,2 6-14 0,-2 7-1 0,0 7 1 16,-1 3 5-16,4 6-15 0,0 4-5 0,1 2-35 0,5 4 0 16,4 2-9-16,3-2-1 0,4 1-3 0,3-4-7 15,4 0 9-15,7-5 1 16,1-1 1-16,4-5-1 0,2-2-6 0,6-5-22 16,1-7-45-16,0-1-40 0,0-7-49 0,2-3-67 0,-4 0-67 0,0-8-83 0,2-4-78 0</inkml:trace>
  <inkml:trace contextRef="#ctx0" brushRef="#br0" timeOffset="187502.3112">24063 12039 1417 0,'0'0'20'0,"0"0"41"0,0 0 34 0,0 0 34 16,0 0 31-16,0 0 36 0,0 0 11 0,0 0 20 0,0 0-6 15,0 0-29-15,0 0-31 16,0 0-37-16,0 0-29 0,0 0-37 0,0 0-11 16,0 0-23-16,0 11-32 0,30 69 13 31,-25-61-2-31,-2 0 0 0,1 2 4 0,-3 3-1 16,-2-2-3-16,-3-2-4 0,1 1 2 0,1-1 3 15,-2-1-1-15,-4-2 3 0,3-2-3 0,0-3 7 0,1-3 4 0,4-9 9 0,0 0-6 0,0 0 3 31,0 0 14-31,0 0 18 0,0 0-2 0,0 0 11 0,0 0 8 16,0 0-12-16,0 0-8 0,0 0 5 0,0 0-21 0,0 0-18 16,56-139-8-1,-39 108-3-15,0 0-6 0,-3-2 4 0,2 3-6 16,-5 1 9-16,1 5 29 0,-4 1 25 0,0 5 34 0,-3 1 23 0,-1 7 15 16,-4 10 30-16,0 0 7 0,0 0-8 0,0 0-24 15,0 0-29-15,0 0-32 0,0 0-33 0,0 0-22 0,0 0-18 16,0 0-24-1,-34 67 20-15,29-42 11 0,2 3 8 0,2 2-12 0,1 0 1 16,0 2-3-16,3-3-1 0,3 0-25 0,2-3-28 0,5-4-48 16,-4-1-44-16,8-4-46 0,0-5-49 0,0 0-66 0,3-4-67 15,-1 1-37-15,0-4-42 0,5-4-23 0,-3-2-16 0</inkml:trace>
  <inkml:trace contextRef="#ctx0" brushRef="#br0" timeOffset="187742.7653">24490 12112 2120 0,'-2'2'52'15,"-1"1"43"-15,2-3 26 0,1 0 46 0,0-1 6 16,0-1 3-16,-5 2 12 0,10-2 1 0,-5 2-60 0,0-2-37 15,4 2-24-15,4 0-48 0,4-1-11 0,0-1 6 0,4 0-14 16,1 1-10-16,4-1-11 0,0 1-51 0,1-3-52 16,0 4-54-1,-5 0-75-15,0-1-68 0,0-3-78 0</inkml:trace>
  <inkml:trace contextRef="#ctx0" brushRef="#br0" timeOffset="187971.6576">24836 11676 1802 0,'0'-4'26'0,"-1"4"42"0,1-1 17 0,1-1 15 0,-1 2 4 15,-3 2 2-15,2-1-2 0,1 2-2 0,0 1-10 16,0 1-11-16,0 4 0 0,0 6 6 0,1 3 9 0,2 6 1 16,1 5-1-16,-3 2 20 15,2 5-3-15,3 3-30 0,-1 0-8 0,2 1-22 0,-3-3-14 16,1 1 0-16,3-1 6 0,-3-1-21 0,1-2-11 0,-3-5 9 0,4 0-14 0,-4-4-3 15,0-3 3 1,1-2-18-16,0-5-63 0,0-2-47 0,0-4-68 0,-3 1-53 16,2-3-51-16,-3-3-68 0,4-5-98 0</inkml:trace>
  <inkml:trace contextRef="#ctx0" brushRef="#br0" timeOffset="188188.7916">24900 11630 1373 0,'0'-13'25'0,"0"1"38"0,0 7 29 0,5-2 13 16,-4 3 8-16,3 4 2 0,1 0 29 0,2 3 11 0,1 0-11 16,6 3-27-16,2 2-21 0,4 5-8 0,4 2 3 0,2 5 1 15,0 2-24-15,3 4-9 0,1 4-4 0,-3 3-5 16,-4 3-2-16,1-1 3 0,-3 2-10 0,-3 1-2 0,1 0-3 16,-4-1 3-16,-3-1-9 0,-2-2-8 0,-6 0-9 0,0-2-5 15,-4-2-5-15,-4 0 8 16,-4-4-3-16,-2-2-49 0,-2-1-41 0,-4-2-56 15,1 0-60-15,-6-3-90 0,2-2-80 0</inkml:trace>
  <inkml:trace contextRef="#ctx0" brushRef="#br0" timeOffset="188488.5602">25121 11514 1769 0,'8'-9'18'0,"0"4"13"0,0-2 18 0,4-1-3 16,-1 3 5-16,-3 3-3 0,3-1 2 16,-1 3-1-16,3 3-11 0,4 4-5 0,-2 0-18 0,1 6 21 15,3 2-1-15,0 2 24 0,-1 1 1 0,-1 2 16 0,0 2 16 0,-1-2 10 16,-2-2 32-16,-2 1 1 0,-2-2 7 16,2-5 24-16,-7-2 16 0,4-2 42 0,-6-1 22 15,0-3 38-15,0-2-24 0,-1-4-14 0,0-2-9 0,2-4-42 0,4-5-24 0,3-3-53 0,2-5-49 16,4-3-50-1,3-2-7-15,-2-2-6 0,4-1-8 0,-1-2-14 0,1-1-12 0,-2 3-41 0,1 0-27 0,-3 3-41 16,0 1-53-16,-2 1-49 0,0 3-33 0,-3 5-50 16,-2 3-48-1,-3 5-52-15,-4 4-37 0,0-2-46 0</inkml:trace>
  <inkml:trace contextRef="#ctx0" brushRef="#br0" timeOffset="189549.6664">25902 11729 537 0,'-3'-7'15'16,"3"0"21"-1,0-3 11-15,-4 4 23 0,3-4 28 0,-4 4 18 0,2 2 42 0,-1 1 10 0,3-1 28 0,-3 0-5 0,0 0 14 31,3 4-3-31,-1-2-12 0,2 0-2 0,0 0-28 16,-1 1-16-16,2 1-42 0,-1 1-22 0,0 1-27 0,0 2-17 16,0 4-16-16,2 1 18 0,-2 7-6 0,1 4 14 0,-1 7-2 15,0 4 20-15,4 4-1 0,-2 6 0 0,1 1 0 16,-3 2-30-16,4 0-11 0,-3 2-5 0,3 0 2 0,-3-2-15 0,1-1 3 16,-1 2 1-16,-1-4-16 0,7-5-60 0,-4-1-48 15,0-2-62-15,2-3-74 0,-2-1-57 0,2-6-66 16</inkml:trace>
  <inkml:trace contextRef="#ctx0" brushRef="#br0" timeOffset="189693.7652">25688 12226 1848 0,'-8'-13'19'0,"0"-2"40"0,1 2 25 0,7-1 32 0,-7-2 24 0,3 7 6 31,4-6-4-31,3 6 1 0,2-3-22 0,7 3-34 0,4 0-21 16,4-3-42-16,10 3-30 0,9 0 0 0,3-2-5 15,6 5 10-15,5-4-52 0,2 5-52 0,1 3-76 0,-4 0-54 16,3 1-76-16</inkml:trace>
  <inkml:trace contextRef="#ctx0" brushRef="#br0" timeOffset="190044.9644">26769 11601 1438 0,'-4'-6'26'0,"-1"0"25"31,-4-1 30-31,1 0 32 0,1 0 41 0,-2-1 28 0,-2-1 24 16,-1 4 22-16,2 2-7 0,2-3-22 0,-2 4-34 15,5 0-34-15,-2 0-35 0,0 4-31 0,4 2-22 0,-3 5-13 16,-1 0-14-16,1 11-3 0,2 1 8 0,-3 4 1 16,1 8-4-16,1 5 1 0,2 0 0 0,3 8-11 0,4 0-4 15,0 4 0-15,4 0 3 0,0 0 3 0,2 0-1 0,3 2-1 16,1-3 2-16,-2-1 3 0,0-3-3 0,2-3-44 16,-2-4-49-16,-2 0-54 0,-3-4-57 15,-2 1-51-15,-2-5-52 0,-3-3-51 0,0-7-46 0,-7-3-10 16,-2-2 43-16</inkml:trace>
  <inkml:trace contextRef="#ctx0" brushRef="#br0" timeOffset="190161.8026">26539 12374 1116 0,'-11'-19'33'0,"2"3"33"0,4-2 31 0,0 1 33 15,2-1 18-15,1 4 11 0,2-3 8 0,3 3 1 0,4-3-35 0,3 2-30 0,3 1-34 0,4-3-34 16,7 1-17-16,2 1-11 0,5 1-6 0,5 2-1 0,4 0-1 31,1 0-14-31,3 3-45 0,1 1-44 0,0 4-51 16,0 1-63-16,-6 1-80 0</inkml:trace>
  <inkml:trace contextRef="#ctx0" brushRef="#br0" timeOffset="191014.6356">26984 12178 1201 0,'0'0'27'0,"0"-3"17"16,4 0 34-16,-4-1 10 0,0 2 14 0,0-4 14 16,0 6 8-16,1-5 2 0,-1 3-25 0,3-1-25 0,1 0-27 15,2 3-8-15,-2 0-18 0,4 0-13 0,-1 3-8 0,-1 0 4 16,5-1 0-16,-1 3 23 0,-4 1 9 0,1 0 19 16,0 1 4-16,-4 3 4 15,0-1 7-15,2 2-5 0,-5 1-3 0,2 2-4 16,-4-2-15-16,1 1-30 0,-3 2 14 0,1-1-8 0,-3 1 2 0,-2-1-6 0,2 0 3 0,-1-1-14 15,1-3 3-15,-1 1 8 0,3-3-14 0,-1-2 4 0,2-3-9 16,2 0 10-16,-3-2-2 0,4-1-3 0,0 0 3 0,4-1-4 16,-4 0 4-16,1-1 1 0,2-1 1 0,1-1-6 0,1 2 1 31,0-4 4-31,3-4-1 0,-3-1 4 0,3-4-6 16,3 0-2-16,-1-3-2 0,-1-5 0 0,2 1 0 0,-1-2 12 15,-1 2 13-15,2-1 27 0,-4 0 16 0,1 4 32 0,-4 1 26 0,1 2 15 16,-1 3 30-16,-4 2-4 0,4 4-9 0,-4 2-17 15,0 3-10-15,-4-1-42 0,4 3-23 0,0 0-9 16,-1 3-31-16,1-1-16 0,-3 3-8 0,6 2-9 0,-3 2-3 16,1 2 11-16,3 6-1 0,-4 2-7 0,5 0 2 15,-1 6 9-15,1-2 4 0,3-1-47 16,0 2-42-16,1-2-59 0,-1-2-68 0,5-3-73 16,-4 3-62-16,1-3-87 0,2-5-86 0</inkml:trace>
  <inkml:trace contextRef="#ctx0" brushRef="#br0" timeOffset="192202.1743">27368 12122 1802 0,'-1'-5'7'0,"1"4"43"0,0-3 17 0,1-1 24 0,1 2 15 16,-1 1 0-16,-1 2-2 0,0-2 2 0,0 3-10 0,4-1-46 15,-4 0-10-15,0 2-31 0,0 0-15 0,1 3-2 16,1-1 4-16,0 2 2 0,-1 0-5 15,1 2 8-15,-1 4 4 0,3-3 10 0,-4 2 0 0,1-1 4 0,-1 1 1 16,-1 0-8-16,1-1 15 0,-4 0-5 0,3 0-11 0,-1-3 0 16,-1 1 2-16,1-1 2 0,1-3-4 15,1 0 0-15,0 0-5 0,-4-2 0 0,4-2 6 0,0 0 1 0,0 0-6 16,0 0-9-16,0 0 8 0,4 0 1 0,-4-2-3 0,0 2-1 16,0-2 2-16,0 2-7 0,0-1 4 0,1 1 2 0,-1-1-1 15,0 1-3-15,2 0-1 0,0-1 2 0,-2 1-5 0,0 0 7 16,0 0-5-16,-2 0 4 0,2 0-5 0,0 0 4 15,-2 0 5 1,2 0-1-16,0 0-1 0,0 1-5 0,0-1 1 16,0 0-2-16,0 0 5 0,0-1-7 0,0 2 2 0,0-1-4 15,0-1 2-15,0 1 7 0,0 0-2 0,0 0-8 32,0 0 16-1,0 0-14 0,0 0 24-31,0 0-21 16,0 0 0-1,0 0-21 17,0 0 17-17,0 0 25 1,0 0-35 15,0 0 32-15,0 0-7-1,0 0 12 1,0 0 4-16,0 0 17 0,0 0-3 0,0 0 1 16,0 0 6-16,0 0 4 0,0 0-10 0,0 0-10 0,0 0-8 15,-15-51-11 1,12 43-9-16,3-1-9 0,-4 3 12 0,1-2-3 0,0 0-13 0,0-1 17 0,-2 2 5 15,2-1 3-15,-3 2 2 0,3 0 5 0,3 6 6 16,0 0-5-16,0 0 14 0,0 0-13 0,0 0 2 16,0 0-6-16,0 0-36 15,0 0-1-15,0 0-5 16,-7 56 33 0,9-42-10-16,1-1 3 0,-1 2 4 0,1-1-7 0,0 1-4 0,3-1 1 15,-1-2 3-15,-2 0-8 0,3 0 13 0,-1-2 1 16,3-3-6-16,-4 1 9 0,3-2-5 0,-1-4 8 0,-1 3-7 31,3-4 3-31,-3-1-12 0,-1 0 6 0,1-5 9 0,2 2-8 16,1-3-1-16,1-2-5 0,-3 0 6 0,4-4-5 15,1-2 7-15,-2-1 1 0,1 1-9 0,1-5 1 0,-3 2 4 16,-2-1 0-16,1-1 1 0,-3 1 3 0,4-2 6 16,-5 3 22-16,-1 3 15 0,-1-1 9 0,3 6-2 15,-4 1-1-15,1 0-1 0,-2 7-7 0,-1 0 0 0,2 1-42 0,0 1-2 16,-2 0-11-16,2 4-4 0,0 2 6 0,-1 2-4 0,-1 4 12 15,0 2-11-15,-1 5 13 0,0 3-6 0,-1 6 2 16,1 0 7-16,-1 5-1 0,1 1-2 0,3 1-6 0,0 3 5 16,3-1 2-16,1 4-5 15,0-2 10-15,7 1-12 0,-1-1 2 0,2-2 2 0,1 0 0 0,1-1-2 0,4-3-2 0,0-1 4 16,-2-4-11-16,-2 1 13 0,-1-3-4 0,3-4 0 16,-8-5-7-16,-2-1 9 0,1-5-4 0,-6-2 2 0,1-6 0 31,-2 1-2-31,-2-2-1 0,1-3 8 0,-3-1 2 0,0-2-4 15,-4-1 0-15,-1 1 5 0,-6-3-1 0,0-2-2 16,-6-4 3-16,-1 4-11 0,-4-5 3 0,1-3 0 0,-2 4 33 16,2-2-2-16,1-1 4 0,0-2 14 0,4 0 10 15,1 3 7-15,2-3 3 0,4 2-1 0,5-1-31 0,-1 2-1 16,4-3 0-16,3 1-19 0,5 0-8 0,4 1-9 0,3-4 0 0,8-1-4 16,7-1 3-16,2 1-6 0,10-2 0 0,-1-2 5 15,6 2-30-15,1 1-18 0,5 0-12 0,-6 1-24 0,2 0-34 16,-4 3-32-16,-2 0-48 0,-1 3-54 0,-7 3-36 0,0 3-28 15,-7 0-43-15,1 2-15 0,-4-1-17 0</inkml:trace>
  <inkml:trace contextRef="#ctx0" brushRef="#br0" timeOffset="193171.7842">27923 11651 793 0,'-1'-5'25'0,"-4"-1"26"0,2-1 21 16,-3 0 27-16,3 3 36 0,-4-1 35 0,1 0 15 0,1-1 32 15,-1 5-5-15,3 0-11 0,-4-2-17 0,6 3-27 16,-3 0-37-16,3 3-37 0,-2-2-14 0,-1 6-15 0,-2 4-13 16,-2 3 12-16,0 6 9 0,-1 2-2 0,-4 9 4 0,4 2 6 15,-3 4 1-15,3 3-19 0,3 0-4 0,3 0-26 16,1-2-14-16,4 0-3 0,3-1 0 0,3-2 3 0,6-3-10 16,-2 0 2-16,6-5-41 15,4-3-39-15,-2-2-54 0,4-2-56 0,0-3-65 16,2-4-80-16,0-5-76 0</inkml:trace>
  <inkml:trace contextRef="#ctx0" brushRef="#br0" timeOffset="193474.3004">28157 11758 1960 0,'-7'-2'40'0,"2"1"18"15,-2 1 9-15,6-1-8 0,-3 1 6 0,0 0-1 0,-1 1-5 16,4 3 13-16,-2 2-42 0,3 5-13 0,0 2-8 0,-4 3 10 15,4 5-8-15,0 2 2 0,0 4 9 0,0 2-11 16,4-1-6-16,-1-1 4 0,-2 2-4 0,5-5-1 0,1 0 4 16,-3-5-1-16,1 0 1 0,2-3-2 0,-1-5 13 0,-2-3 22 15,-4-1 26-15,4-3 38 16,-3-2 30-16,-2-2 30 0,-1 0 31 0,0 0 29 16,2-1 17-16,0-4-20 0,-3 2-22 0,3-6-49 0,-1 0-19 15,-1-4-28-15,-1-2-44 0,0-3-25 0,2-4-24 0,-4-1-8 0,1-1-3 0,0-2 16 16,0 0-18-16,1-6 1 0,-3 1-1 0,5-2 5 0,-2-3-1 15,3 4 0-15,0-3-39 0,0 4-27 0,0 0-36 0,3 4-55 32,-2 4-42-32,4 5-63 0,-4 5-77 0,-1 2-82 0,3 7-56 15,1 3-44-15</inkml:trace>
  <inkml:trace contextRef="#ctx0" brushRef="#br0" timeOffset="193730.2586">28301 12046 1032 0,'0'5'22'0,"4"-1"10"0,-4 0 5 0,0-1 10 16,5-1 2-16,-5 0 54 0,0 5 41 0,4-1 13 0,-3 0 14 0,2 3-11 0,2 2 15 0,2 1 8 15,-2 0 9 1,0 2-44-16,0-2-33 0,2 4 13 0,-1-2-30 0,-3-1 1 0,5 2-20 0,-5-2-17 0,0 2-14 31,0-5-9-31,2 3-9 0,-3-2-20 0,-2 0-3 0,0-1 1 16,0-1-1-16,-2-1-56 0,-1 1-52 0,1 1-55 15,-2-1-76-15,-1 4-69 0,-3-9-111 0</inkml:trace>
  <inkml:trace contextRef="#ctx0" brushRef="#br0" timeOffset="194091.6115">28495 11742 1592 0,'13'-12'27'0,"3"3"22"15,-3 0 27-15,4-2 13 0,-4 3 8 0,-4 1 4 0,5 0-2 16,1 4 11-16,-1-1-34 0,-1 4-22 0,2 0-24 0,-4 0-13 16,-1 4-10-16,1-1-3 0,-3 4-1 0,-7 0-4 15,3 1 5-15,-4 1 4 0,-4 3-10 0,1 1 5 0,-2 2 3 31,1 0 3-31,-6 3-3 0,4-4-3 0,-4 3-5 0,0 2-5 16,2-3 5-16,0 0 1 0,1-1-4 0,1-1-2 16,1-2 7-16,2 0 4 0,3 0-2 0,0 2 4 0,3-3 0 15,3 4 1-15,1-2 1 0,1 0 2 0,1 1-1 0,5-2-13 16,-2 1 8-16,2-1 2 0,-2 0-3 0,2 0-4 16,-2-3 1-16,-3 3-3 0,-1-3 3 0,0 0 6 0,-7-2 3 15,3 2 14-15,-3-4 13 0,-2 3 16 0,-4-1-3 0,-3 0 5 16,2 0-4-16,-4 1 3 0,1-1-6 0,-9 3-9 0,4-3-20 15,-3 2-7-15,-2 1-3 0,3 0-46 0,0-2-44 16,-1 0-61-16,0 2-77 0,2-2-84 0</inkml:trace>
  <inkml:trace contextRef="#ctx0" brushRef="#br0" timeOffset="194377.8984">28622 11489 2306 0,'2'-6'13'0,"2"1"18"0,0 0 6 0,4 0-6 0,-4 0 7 16,1 5 21-16,1 1 10 0,5 3 4 0,5 3-11 0,0 5 1 16,8 2-2-16,-1 5 9 0,7 3-9 0,0 3 9 0,0 4-2 15,-1 1-2-15,1 6 11 0,0-1-21 0,-3 1 3 16,-1 2 11-16,-3 0 21 0,1-1-28 0,-6 0-13 0,-2-2 7 15,-3 0-10-15,-5-1 0 0,-3-3 0 16,-4-1-17-16,-2 0-20 0,-6-3-4 0,-5-1 4 16,1-2-4-16,-4 1-4 0,-4-4 0 0,1 0 1 0,-3 0-1 0,0-5-54 0,-2 0-54 0,7-2-45 15,-6 1-71 1,0-1-82-16,4-2-67 0,1-3-86 0</inkml:trace>
  <inkml:trace contextRef="#ctx0" brushRef="#br0" timeOffset="194760.4026">29401 11525 1297 0,'-4'-3'17'16,"1"2"35"-16,-1-2 24 0,4 2 39 0,-3 2 15 16,0-1 32-16,0 0 11 0,-1 2 7 0,1-1-5 0,-3 0-21 0,1 3-22 0,-3 3-10 0,-1 3 9 0,-4 2-23 15,1 5 9 1,-2 3 12-16,-1 6-1 0,2 2-7 0,-1 2-3 15,3 6-18-15,2 2-23 0,3 1-4 0,1 1-25 16,3 2-15-16,2 0-19 0,3 0 3 0,1 0-2 0,2-2-13 0,3-1 6 16,2-1-5-16,5-5 9 0,-2 0-5 15,5-6-20-15,0-4-54 0,2 0-52 0,1-6-53 0,-1-3-73 0,-3 1-85 16,4-9-61-16,-1-1-78 0</inkml:trace>
  <inkml:trace contextRef="#ctx0" brushRef="#br0" timeOffset="195195.2329">29529 11946 1881 0,'-5'0'41'0,"4"-3"25"0,-4 3 30 0,4-5 23 0,2 2 18 0,-1 1 8 0,0-1 6 0,0 2 0 31,0-2-45-31,0 2-24 0,5 2-38 0,-4-1-18 0,4 4-19 15,2-1-7-15,-1 2-6 0,5 3 3 0,-2 1-1 16,3 0 0-16,-2 3 11 0,2 3-7 0,-4-1 3 0,1 2 0 16,-6-2 0-16,0 2-5 0,-3 1 10 0,-1 0-2 0,-3 0 3 15,-1-3 4-15,1-1-1 0,-1 1-1 0,1-6 6 0,-1 1 5 16,0-2 9-16,2-2 6 0,-1-2 2 0,4-2 2 0,-4 1 7 16,4-4 15-16,0 2 9 15,0 0 5-15,4-1-9 0,0-2-6 0,-4-1-7 0,5-1-5 0,-1-3-9 0,1-4-13 16,7-1-15-16,-2-3-8 0,3-5-9 0,3-1 4 0,0-3-8 15,-1-2 5-15,1 1-2 0,0 3 3 0,-3-1 1 0,-4 3 29 16,-3 4 29 0,-1 2 17-16,-3 2 38 0,-2 5 14 0,-2 3 14 0,1 1 1 15,-3 1-6-15,3 3-29 0,-4 0-28 0,2 2-20 0,0 1-37 0,1-1-17 0,1 3-6 0,-2 3-10 16,1 3 6-16,-1 4 3 0,0 3 3 0,-1 5-4 0,3 2 11 31,-1 6 2-31,2 0-7 0,2-1 0 0,1-1-36 16,3-2-35-16,1-1-57 0,7-4-49 0,-5-3-66 0,4-1-70 0,0-2-75 15,-4-2-67-15,7-3-42 0,-3-4-46 0</inkml:trace>
  <inkml:trace contextRef="#ctx0" brushRef="#br0" timeOffset="195344.8484">29919 12028 1702 0,'4'-2'28'15,"-3"-2"38"-15,4-1 11 0,2-2 33 0,-4 0 14 0,0 1 4 0,3-3-4 16,0 1 3-1,2 1-26-15,4 1-42 0,-2 1-11 0,2 2-32 0,2-1-11 0,-2 4-11 0,1 0-49 0,1 0-60 16,1 4-46 0,0-1-56-16,-2 1-68 0</inkml:trace>
  <inkml:trace contextRef="#ctx0" brushRef="#br0" timeOffset="195613.6266">30211 11680 1746 0,'-4'-4'32'0,"4"3"34"15,-1-6 42-15,6 3 38 0,-9-2 33 0,3 3 22 0,-2 0 9 16,1 1 10-16,0 2-30 0,1-3-39 0,-2 6-46 0,-1-3-37 16,4 0-35-16,0 2-20 15,0 3-13-15,4 2-8 0,-4 1 0 0,3 4 4 0,-3 4 6 0,3 1 3 0,-1 5 5 0,1 1 1 16,2 4 19-16,-4-2 8 0,4 4-5 0,-1-1 1 0,3 1 2 15,-1-3-7 1,1 3-2-16,-2 0 1 0,0-3-15 0,3 1-5 0,-3-1-5 0,2-2 5 0,-2-2 1 0,0-2 0 0,0-3-57 16,3-3-58-16,-4 1-71 0,2-1-80 0,-3-5-76 0,1-1-85 31</inkml:trace>
  <inkml:trace contextRef="#ctx0" brushRef="#br0" timeOffset="195864.4583">30237 11467 2236 0,'0'-5'29'0,"-3"3"27"0,3-2 6 15,7 3-1-15,-7 0-2 16,0 3 6-16,0-2-7 0,3 7-4 0,4 1-18 0,1 1-8 16,4 7 1-16,2 2-3 0,3 5 4 0,4 4-6 0,1 4 5 15,-1 3 8-15,1 1-11 0,0 2-20 0,-1 1-5 16,-3 3 4-16,3-3-2 0,-5-1 0 0,-1-3 3 0,0-1-1 0,-3-2-2 0,-1-1 1 0,-4-3 2 15,-1-2 2-15,-3-1 0 0,-3-3-1 0,-4 2 4 0,-3-4-5 16,-1 0 7 0,-2 0 1-16,-7-4-6 0,3 2-7 0,-5-1-31 0,0 0-46 0,-2 2-59 0,-1-1-69 0,0-1-73 0,3-2-78 31</inkml:trace>
  <inkml:trace contextRef="#ctx0" brushRef="#br0" timeOffset="196166.789">30848 11614 1735 0,'-5'-6'7'0,"-2"2"29"0,3-3 27 15,4 3 36-15,-5-2 20 0,-3 4-2 0,2 1 2 0,3 1 0 16,-4 0 12-16,1 5-15 0,-2 1 6 0,0 3-34 0,-3 5-3 31,-1 7 2-31,0 2 4 0,-2 4 2 0,5 5-15 0,-3 1-17 16,3 4-33-16,5 2-1 0,0 2-17 0,4 1-1 0,0 0-1 16,4 1-2-16,0-2-4 0,5-1 4 0,1-2-4 0,1-2-52 15,2-4-55-15,0-1-90 0,0 0-87 0,2-3-96 16</inkml:trace>
  <inkml:trace contextRef="#ctx0" brushRef="#br0" timeOffset="196934.678">30943 11976 417 0,'0'0'23'0,"0"0"18"15,0 0 21-15,0 0 19 0,0 0 24 0,0 0 13 0,0 0 12 0,0 0 27 16,0 0-11-16,0 0-6 0,0 0 8 0,0 0-9 0,0 0-6 16,0 0 2-16,0 0 2 0,0 0-20 0,-13-9-7 0,13 9-10 15,0 0-26-15,0 0-14 0,0 0-19 0,0 0-14 16,0 0-4-16,0 0-23 0,0 0 28 16,0 0 3-16,0 0-1 15,0 0 2-15,0 0-5 0,0 0 2 0,-7 36 6 16,2 12-5-16,9-35-24 0,-3 1-4 0,2-1 4 0,1-1-2 15,1-1 6-15,-1 0-4 0,3-2-3 0,0 0 8 16,-2-1 1-16,3-1 3 0,-1-5 6 0,0 1 13 0,0 1 3 16,1-3 3-16,-2-1-4 0,5-1-3 0,-2-6-8 0,1 2 6 15,2-1-6-15,3-4-9 0,-1-3-2 0,2 1-1 0,-2-2 6 16,0-3-4-16,2 0 11 0,-3 1-11 0,-4-1 0 0,2-3-9 16,-3 4 3-16,2-5 1 0,-5 5-5 0,2-2 1 15,-4 2 13-15,2 4 10 0,-3-1 5 0,-2 13 0 16,0 0-5-16,0 0-3 0,0 0 0 0,0 0-6 15,0 0-47-15,0 0 4 0,0 0 7 0,-7 42 16 16,4-21 5-16,0 3 3 0,-3 1-6 0,4 4-1 16,-1 2 1-16,3 1 0 0,0 2-2 0,3 2 4 0,-1 0 0 15,5 0-4-15,-2-1 4 0,2 1 0 0,1-3-3 0,1 1 3 16,-4-3-3 0,3 2 2-16,-3-3-4 0,1-1 4 0,0 0-1 0,-1-2-2 0,-4 0 0 0,3-5 1 0,-3 4-1 0,-1-6-3 15,0 0 5-15,-1-3-6 0,-3-4 1 0,0 3 3 0,2-7-1 31,-4 0-4-31,0-3 3 0,1-2 7 0,-2-2 2 0,-2 2 2 16,1-3 1-16,-3-1 1 0,-3-1 2 0,-1-3 10 0,-3 2 8 16,0-3-8-16,-2-2 0 0,-1-2 14 0,0-1 11 0,-1-3 21 15,2 1 5-15,2 1 0 0,3-4-5 0,0 1 0 16,3-4-2-16,2 0-11 0,5-2-14 0,2 2-23 0,2-3-9 0,4-3-7 16,2 2-6-16,4-3 1 0,5 0-30 0,6 2-32 15,5-6-31-15,2 5-42 0,6-3-52 0,0 3-59 0,0 2-74 0,5 4-73 16,-3-1-55-16</inkml:trace>
  <inkml:trace contextRef="#ctx0" brushRef="#br0" timeOffset="197101.9464">31510 12012 1881 0,'-5'1'45'31,"2"-1"44"-31,3-3 36 0,3 3 46 0,-5-5 22 0,2 5 10 15,-1-2 18-15,2-1 3 0,1 2-44 0,1 0-47 0,0 1-38 16,1-2-46-16,1-1-21 0,-1 3-11 0,7 0-26 0,-1-2-44 16,-1 2-42-16,5 0-47 0,-2 0-56 0,0 2-80 0,1 3-65 15,-1-4-71-15</inkml:trace>
  <inkml:trace contextRef="#ctx0" brushRef="#br0" timeOffset="197454.9446">31695 11847 917 0,'0'0'22'0,"0"0"17"16,0 0 17-16,0 0 27 0,0 0 18 0,35-55 18 0,-35 55 23 0,31-34 15 0,-18 27-17 0,-4 1 1 16,1 0-11-16,-1 2-14 0,2-1-4 0,1 2-13 0,0 1-26 15,-1-1-3-15,1 3-8 0,0-1-24 0,-3 1-2 16,4 0-16-16,-5 1-16 0,-2-1-2 0,2 15-2 31,1 9-2-15,-12-17-2-16,-3 1 1 0,1 1 3 0,-1 3 4 0,0-4-10 15,-5 5 9-15,4-2-4 0,-1 1 2 0,2 1 4 0,-1-1-5 16,2-1-3-16,3 1 4 0,0 0-1 0,1 3 0 16,2-2 3-16,3-1 5 0,0 2-4 0,2-2 5 0,1 2 0 0,2 1-3 15,2-3 3-15,-1 1 2 0,-1 0 7 0,2-1-9 0,-1-2 10 16,-2 0-3-16,-2-1-1 0,2-1 5 0,-3-3-5 0,-5-5 7 16,0 0 2-16,0 0 7 0,0 0-11 0,0 0 4 0,0 0 2 15,0 0-3-15,0 0 11 16,0 0-12-16,-27 38-2 0,27-38 19 0,-87 42-79 15,68-35-54-15,3-2-51 0,-4 4-71 16,0-3-63-16,3-4-82 0</inkml:trace>
  <inkml:trace contextRef="#ctx0" brushRef="#br0" timeOffset="197720.6732">31766 11435 1669 0,'9'-8'18'16,"-1"2"41"-16,-1 1 28 0,3-6 29 0,0 9 29 0,-2-4 19 16,4 5 13-16,1 1 23 0,3 2-11 0,-3 4-32 0,1 0-16 15,7 9-9-15,1-1-8 0,1 7-13 0,3 4-13 0,1 0-13 16,1 7 3-16,2 1 5 0,-1 1 3 0,1 4-11 0,-4-1-17 0,3 1-4 16,-6 3 9-16,1-3-6 0,-3 0-6 0,-1-1-8 15,-4-1-15-15,2-2-9 0,-7-1 0 0,0-2 4 0,-3-2-12 0,-5-2-4 16,0-1-6-1,-5-1-6-15,1-1 4 0,-7-2-4 0,-5 0 0 0,-1 0-5 0,-6 0-5 0,-1-1-38 0,-6 0-44 0,-3-3-64 16,-3 3-62-16,-3 3-85 0,-4 1-84 0,-3-1-96 0,-1 1-92 16</inkml:trace>
  <inkml:trace contextRef="#ctx0" brushRef="#br0" timeOffset="198757.5206">23653 13551 1746 0,'-4'-1'14'0,"1"0"14"16,-2-2 3-16,4 2 13 0,-6-2 7 0,3 3 1 15,1 0 4-15,-4 3-2 0,7-2-10 0,-3 2 7 16,1 2 19-16,-1 5-6 0,2 4 5 0,-3 4-1 0,-1 3 2 16,0 8-2-16,-2 0-3 0,-1 10-27 0,2-3-17 15,-3 5-4-15,2-3-13 0,1-1-2 0,-1 2-2 16,0-3 6-16,0 1-4 0,3-3 7 0,-1-3-68 0,0 1-49 0,-3-2-53 16,4-6-71-16,2-1-58 0</inkml:trace>
  <inkml:trace contextRef="#ctx0" brushRef="#br0" timeOffset="198928.9398">23311 14008 2353 0,'-10'-11'32'0,"1"1"23"0,1-2 36 0,2 5 44 0,4-3 14 0,-4 0 21 15,-2 3 24-15,8-1-6 0,0 1-34 0,3 1-21 16,8-2-44-16,4 4-37 0,7-6-13 0,9 3-25 0,7-4-20 16,11 2 4-16,5 0 0 0,7-2-35 0,4 4-46 0,3 0-63 15,-3 4-71-15,-2 2-83 0,-2 2-81 0,-8 1-85 0</inkml:trace>
  <inkml:trace contextRef="#ctx0" brushRef="#br0" timeOffset="200073.1871">25081 13522 447 0,'0'0'26'0,"0"0"3"0,0 0 4 0,0-17 19 15,0 17 5-15,0 0 14 0,0 0 9 0,0 0 4 16,0 0 3-16,0 0 0 15,0 0 4-15,0 0-10 0,0 0 7 0,0 0 4 0,0 0 4 0,0 0-13 0,0 0-20 0,0 0-2 16,0 0-3-16,-9-14 11 0,9 14-6 0,0 0-7 16,0 0-6-1,0 0-5-15,0 0 15 0,0 0-5 0,0 0-5 0,-11-15-21 0,11 15 6 0,0 0 0 0,0 0-6 0,0 0 3 16,0 0-2-16,0 0-1 0,0 0 10 0,-18-17 0 16,18 17-9-1,0 0-4-15,0 0-1 0,0 0 11 0,0 0-3 16,0 0-3-16,0 0-9 0,-22-9-2 0,22 9-3 15,0 0 8-15,-28-2-20 16,28 2 30 0,0 0-5-16,0 0-2 0,0 0 7 0,0 0 6 0,0 0 24 15,-122 156 13-15,111-122-6 0,5 3-7 0,-4-1-2 0,6 1 1 0,4-1 2 16,0 2-9-16,0-1-19 0,3 0-13 0,4-1-6 0,0-1-7 16,-1-1-3-16,4 2-2 0,1-3-6 0,-2 1 0 0,-1-4 5 15,5-1-5-15,-4-4 0 0,3-1 5 0,-3 1 2 16,0-7-17-16,1-3-55 15,-3-1-63-15,1-2-79 0,-4-4-66 0,-1 1-77 0,-1-6-72 16</inkml:trace>
  <inkml:trace contextRef="#ctx0" brushRef="#br0" timeOffset="200245.9245">24699 13948 2063 0,'3'-2'7'0,"0"2"1"16,0-3 1-16,4-1-5 0,-4-1 0 0,3 3 2 0,7-3-3 0,1 4-1 0,10-6-7 16,6 0 0-16,5 4-1 0,9-2 7 0,2-2-5 15,4 1-20-15,0 1-50 0,1-1-48 0,-2 1-71 0,2-1-54 16</inkml:trace>
  <inkml:trace contextRef="#ctx0" brushRef="#br0" timeOffset="201201.826">25165 13946 649 0,'0'0'20'0,"0"0"8"0,0 0 20 0,0 0 9 0,0 0 6 15,0 0 8 1,0 0 5-16,0 0 2 0,0 0-25 0,0 0-9 16,0 0-18-16,0 0 19 0,0 0 29 0,0 0 4 0,0 0 6 15,0 0-7-15,0 0 8 0,0 0-2 0,0 0 20 0,0 0-21 16,0 0-33-16,-27 133-15 0,27-118-8 0,4-2 8 16,-3-2 0-16,7-2 2 0,-4 0-16 0,3-3-4 15,-1-1 3-15,1-1 1 0,0-3-1 0,1 1-1 0,0-4-2 0,2 0-3 16,1-2 12-16,-2-2 7 0,3-1-7 0,-2-6 4 0,2 5 2 15,-2-5-4-15,2-2 16 0,-6 1 11 0,0-2-15 16,4-2-9-16,-6 1 14 0,0 0 4 0,-1 2 8 0,0-2 9 0,-1 2-5 16,-1 4 7-16,-1 1 16 0,0 3 0 0,-1 2-16 15,1 2-2-15,-2 0-11 0,2 3-14 0,0 0-11 0,-2 1-20 16,2 1-20-16,0-1 0 16,0 5 6-16,2 0-1 0,1 3-8 0,1 5 11 0,-1 3-2 0,4 3 5 0,0 4 3 15,-1 5 0 1,2 1-3-16,1 3 0 0,2 4 10 0,-1-2-4 0,1 2-1 15,2 3-4-15,-1-2 3 0,1 0-3 0,-5-1 5 16,3 0-9-16,-2-4-1 0,-2 1-4 0,-1-3 8 0,-6-2-5 16,0-1 7-16,-1-3-4 0,-6-1-4 0,-2-2 6 15,-4-2 4-15,-3-4 4 0,-3-1-9 0,2-3 10 0,-7 0-6 16,0-4 10-16,3-2 0 0,-2-3 4 0,-2-3-3 0,1-2-2 16,1-1 7-16,1-2-10 0,-1-5 2 0,4 0-6 0,2-2 2 15,1-2-7-15,3-5-15 0,2-2-32 0,7-1-24 0,2-5-29 16,5 1-43-16,4-3-51 0,7-1-46 0,-1 1-48 15,7 0-29-15,3 0-28 0</inkml:trace>
  <inkml:trace contextRef="#ctx0" brushRef="#br0" timeOffset="201754.2509">25602 13968 1438 0,'0'-3'10'0,"-2"-1"42"0,2 1 17 32,0 0 32-32,-2-1 24 0,1 3 22 0,-2-1 15 0,1 0 3 15,-1 2-8-15,1 0-42 0,0 0-13 0,2 0-33 0,-3 0-25 16,3 0-26-16,0 2-14 0,0 1-1 0,-1 1-3 16,-1-1-3-16,0 5 2 0,1 1 1 0,-2 3 3 0,2 1 1 0,1 1 1 15,-4 2-4-15,4-1 3 0,0 2 5 0,4-4-6 0,-3 2-3 16,5-5 7-16,0 1-1 0,-1-2-3 0,2-4 5 15,-1 0 3-15,3-1-5 0,-4-4 0 0,3 0 7 0,-3 0-5 16,4-4 3-16,-4-1 1 0,3 0-3 0,-2-4-6 0,3-3 3 16,0 0-3-16,-1-4 0 15,0 0 2-15,1-1-1 0,-3-2 1 0,1 1-7 0,-3 1 15 0,1 0-4 0,0 1 17 16,-2 2-1-16,-2 3 20 0,-1 2 5 0,0 3 2 0,0 0 9 16,0 1-17-16,-1 5-2 0,1 0-19 0,0 3-4 0,0-3-30 15,0 5-2 1,0 2-1-16,0 4-3 0,0 1 6 0,0 5 1 0,0 6 12 0,0 1-4 0,1 6 8 0,1 3 4 15,0 2-7 1,-1 2-1-16,6 2 2 0,-4 1 4 0,3-1-4 0,3 2-1 16,3-2 1-16,-3 0-5 0,4-3 4 0,0 0 8 15,0-3-4-15,-3 0-6 0,0-2-1 0,-1-2-3 0,-4-3-2 16,-2-3 4-16,-1 0-4 0,-4-5-1 0,-1-3 2 0,-4-1 6 16,-2-1 3-16,-4-5 12 0,-1 0 4 0,-2-3 1 0,-4 0 13 15,1-2 2-15,-5 0 26 0,0-3 9 0,1-6 3 16,1 1-5-16,1 0-7 0,-1-7 2 0,2 3 3 0,0-6-4 15,6 2-34-15,-2-4-5 0,10-1-8 16,-5-2-2-16,6-2-3 0,5-2-9 0,7-2-5 16,3-1-8-16,6 0-5 0,6-2-31 0,5-2-25 0,3 0-26 0,4-1-35 0,4 2-44 0,-2 2-54 15,2 3-43 1,-2 1-53-16,-4 3-35 0,-1-1-37 0</inkml:trace>
  <inkml:trace contextRef="#ctx0" brushRef="#br0" timeOffset="210414.2313">24814 14636 854 0,'-4'-3'7'0,"0"3"22"0,3-1 0 15,-2-2-4-15,-2 0 11 0,0 3 23 0,-3 0 14 0,4-1 10 0,-3 1 13 16,2-2-1-16,0 0 9 0,1 2 25 0,-1 0 6 0,1-1-9 16,0 0 11-16,3 0 0 0,-2-1 7 0,-1 2 3 0,-1-1 0 15,2-1-8-15,-3 2 9 0,3 0 3 0,2 0-18 16,-3-1 13-16,3 1-5 0,-3-1-17 16,8 1-7-16,-4 0-13 0,1-2-26 0,3 1-17 0,5-3-7 0,5 0-24 0,11 1-22 15,10-4 19-15,11 0 8 16,11-1 12-16,17-2-3 0,10-1 2 0,4 0-2 15,10 2 1-15,-1 0 1 0,-2 0-22 0,1 1-11 0,-7 4-13 0,-2 0 0 0,-7 1 0 0,-4 1 2 0,0 2 0 32,-7 0-2-32,-4 0-4 0,-5 0 4 0,-3 2 4 0,-8-2 3 15,-4 0-4-15,-11 0-5 0,0 0 2 0,-11 0-1 0,-1-2 9 16,-7 2-47-16,-5 0-15 0,-2-1-18 0,-3-1-38 16,-5 2-20-16,0-2-45 0,0 0-43 0,-3 2-56 0,-3 0-13 15,-5 2-36-15,1 1-36 0,-4-1-21 0,-7 3-33 16</inkml:trace>
  <inkml:trace contextRef="#ctx0" brushRef="#br0" timeOffset="210815.1735">25512 14962 1536 0,'-13'0'41'0,"1"-1"21"0,0-5 34 0,2-4 33 15,2 6 33-15,-4-4 33 0,2 2 36 0,1-5 16 0,1 2-31 32,3 0-4-32,4-2-14 0,1 2-25 0,0-2-35 0,5 1-30 15,2-2-34-15,-2 4-23 0,5-2-12 0,1 2-11 16,3 1-28-16,0 0-7 0,3 2 4 0,4 3 1 0,-2 2-4 16,1 2 6-16,2 0 1 0,-1 5-7 0,-2 1 6 0,-3 4-2 15,0 0 2-15,-5 4-5 0,1 0 0 0,-4 6 3 0,-4-1-1 16,-8 1 6-16,3 5 1 0,-7-1 1 15,-1 1-2-15,-3 0 4 0,-2-1 11 0,-3-2-2 0,0 3 9 0,2-4 16 0,0-5 11 16,-2 1 5-16,8-3-1 0,-5-3-1 0,4-4-6 0,4 0-1 16,-2-2-10-16,5-3-19 0,0 0-2 0,3-3-3 0,0 2 0 15,3-1 2-15,0-2-1 0,5 0-1 0,-2 3 3 0,5-2 7 16,7 0-12-16,-1-1-1 0,9 0-1 0,2-2-7 0,2-1 1 16,3-4 3-16,5-3-5 0,0 2-15 0,1-2-34 15,-2-1-36-15,-4-3-41 16,0 3-61-16,1-2-54 0,-6 5-67 0,-4-1-67 15,-1 1-59-15,-2 3-27 0</inkml:trace>
  <inkml:trace contextRef="#ctx0" brushRef="#br0" timeOffset="211969.9679">26232 13666 1116 0,'-8'-3'20'0,"2"3"14"16,-5-2 13-16,4 1 34 0,-1-1 16 0,0 4 7 0,-2 0 20 0,-2 4 14 16,4-1-9-16,-6 1-5 0,5 4 11 0,-4 5-32 0,1 2 1 15,0 8 0-15,-2 1-15 16,1 9-7-16,1 0-5 0,3 6-6 0,2 2-30 0,2 2-1 0,5 0-12 0,2 1-12 15,3-1 0-15,4-2-7 0,4 2-4 0,1-3-1 0,5-1 11 16,0-3-8-16,6 0-38 0,2-4-42 0,2-3-61 0,-1-4-56 16,2-5-57-16,2-5-70 0</inkml:trace>
  <inkml:trace contextRef="#ctx0" brushRef="#br0" timeOffset="212286.8594">26484 13871 1859 0,'-10'0'5'0,"3"0"2"0,1 3 3 0,4-3-6 0,-5 1 25 15,1 4 0-15,1 1 18 0,-2 4 6 0,2 5-8 0,2 0 7 16,-3 7 16-16,5 3 4 0,-2 4-18 0,3 2-2 0,0 3-16 16,3-1-13-16,0 1 3 0,1-2-3 0,3 2-22 0,-4-5 10 15,3-3-10-15,1-2 2 0,0-3 9 0,-2-2 7 16,1-5 10-16,-1-4 25 0,-1-3 23 0,-1-2 36 0,-2-1 48 15,-1-2 24-15,-1-2 33 16,-1-2 30-16,2 1 13 0,-1-3-31 0,-1-5-18 0,2 1-44 0,-2-5-42 0,1-3-33 0,-1-3-40 16,0-4-32-1,-2-4-19-15,0-3 0 0,1-1 1 0,-1-5 3 16,-1 2-13-16,4-5-20 0,-4-1-20 0,-2-2-30 0,2 1-31 0,2 4-48 0,1-1-46 0,0 6-50 0,2 4-55 31,0 8-34-31,0 5-64 0,4 5-34 0,-1 6-39 0</inkml:trace>
  <inkml:trace contextRef="#ctx0" brushRef="#br0" timeOffset="212570.7165">26711 14098 1481 0,'-2'1'33'0,"1"0"17"0,-1-2 22 0,2-2 27 16,0-2 9-16,-2 5 14 0,-1-1 10 0,3-2 1 15,0 0-33-15,0 3-16 16,0 0-23-16,0 0-29 0,2 0-9 0,-2-1-19 16,1 2-7-16,-1-1-1 0,0 3-4 0,2 0-2 0,-2-2-2 15,3 4 3-15,-1 4 4 0,1-2 2 0,-1 1-3 16,3 5 40-16,1-1 25 0,0 2-1 0,0-2 5 0,-2 4 3 16,2-1-5-16,-1-1 4 0,1 1-5 0,-3 0-31 15,0 0-26-15,0-1 3 0,1 2-1 0,-3-3-2 0,1-1-5 16,-1 1 7-16,-1 0 0 0,0-2 1 0,-1 0 2 0,-1 0-1 15,1-3-25-15,-3 0-46 0,3 0-40 0,-4-3-54 0,2 2-67 16,-2-2-77-16</inkml:trace>
  <inkml:trace contextRef="#ctx0" brushRef="#br0" timeOffset="212957.274">26872 13766 1758 0,'5'-1'9'0,"3"1"-6"16,-7 0 13-16,6 1-7 0,-6-1 0 0,1 4 5 0,4-3 15 31,1 3 2-31,5 0-14 0,-1 3 10 0,3 0-13 0,2 1 9 16,0 2 5-16,0 1-10 0,-2 4-8 0,-4-2 2 0,-2 0-1 0,-3 0 1 15,0 3 2-15,-3 1-5 0,-2-1-1 0,-3-2 4 16,-1 2-8-16,-3-1 3 0,1-1-1 0,-4-2 0 15,4 0-5-15,-4-4 0 0,2 2-3 0,5-4 2 0,-3 0 0 16,1-2-5-16,4 0 8 0,-1-3-3 0,2 2 6 0,0-3 1 16,2 2-1-16,-1 1-3 0,4 1 2 15,1-1 3-15,2 2-4 0,5 2 5 0,-4 1-5 0,7 0 2 0,1-2-1 0,0 3 3 16,1-3-1-16,3 1-9 0,-4 0 5 0,1 1-6 0,-2-4 2 16,-2 5 1-16,-3-1 0 15,0 0-2-15,-5 0 4 0,0 2 11 0,-6-3 6 0,4 1 14 0,-4 5 4 0,-4-4 6 0,-2 1-5 16,-5 2 6-16,2-1-4 0,-8 2-10 0,0 1-7 15,-3 0-11 1,-1-1 1-16,-3 2-21 0,-2-1-22 0,2-2-60 0,2 2-48 16,0-2-56-16,1-4-74 0</inkml:trace>
  <inkml:trace contextRef="#ctx0" brushRef="#br0" timeOffset="213256.6358">27031 13586 2155 0,'4'-3'13'0,"-1"2"0"15,-1-1-8-15,-1 0 1 0,-1 2-3 0,-1 2 4 0,2 3 46 0,2 3 0 16,7 2-6-16,2 4 14 0,3 5 33 16,4 3 0-16,0 4-3 15,5 4-1-15,-2 2-38 0,0 1-4 0,0 6 35 16,-2-3-5-16,1 0-30 0,-3 0 2 0,0-1 9 0,-3-1-4 0,0 1-8 0,-2-3 20 0,-4 0-37 0,-2-1-7 15,-1 0 7-15,-4-1 2 0,-1-4-6 0,-4 3 3 0,-2-3 11 16,0-1-19-16,-5-1-2 0,0 1 2 0,-1-4-3 31,0 0 0-31,-2-1-1 0,4-3-26 0,-4-3-49 0,4-1-36 16,-4-2-64-16,4-1-61 0,-3-2-64 0,0 2-62 0,1-3-65 16</inkml:trace>
  <inkml:trace contextRef="#ctx0" brushRef="#br0" timeOffset="214227.8783">27659 13709 886 0,'0'0'38'16,"0"0"26"-16,0 0 29 0,0 0 28 0,7-22 9 0,-7 22 28 15,0 0 18-15,0 0 0 0,0 0-40 0,0 0-22 16,0 0-26-16,0 0-1 0,0 0-10 0,0 0-11 0,0 0-6 16,0 0 4-16,0 0 27 0,0 0-1 0,0 0-1 0,0 0-28 15,-63 147 2-15,36-59-14 0,24-48-14 0,-1-1 1 31,4 2-27-31,4-1-6 0,0-2 5 0,6 1 1 0,1-3 0 16,4 0-2-16,1-4 2 0,5 1-4 0,1-8-8 0,2 2-33 16,3-5-53-16,0-3-41 0,-2-4-71 0,2-2-50 0,-1-5-63 15,4-5-71-15</inkml:trace>
  <inkml:trace contextRef="#ctx0" brushRef="#br0" timeOffset="229122.093">27900 14012 397 0,'-12'-8'7'16,"12"8"19"-16,0 0 10 15,0 0 16-15,0 0 6 0,0 0 15 0,0 0 9 0,0 0 10 0,0 0 5 0,0 0-7 0,0 0 4 16,0 0-8-16,0 0 18 0,0 0-6 0,0 0 2 16,0 0 8-1,0 0 5-15,0 0 0 0,0 0-12 0,0 0 14 0,0 0-10 16,0 0 2-16,0 0-2 0,0 0-4 0,0 0-3 15,0 0 1-15,0 0 4 0,0 0-1 0,0 0-5 0,0 0-2 16,0 0-4-16,0 0-9 0,0 0-17 0,0 0-3 16,0 0-2-16,0 0-27 0,0 0-8 0,0 0-5 0,0 0-1 15,-14-4-9-15,14 4-26 16,-3 19 6 0,20 82 29-16,-13-80-14 0,4 0 0 15,0-1 1-15,-1-2-2 0,1-3 0 0,4-3-2 0,-2 0-1 16,0-5 3-16,-2 2 0 0,3-3-2 0,-3-4 3 15,0 2 9-15,-2-4-4 0,2-4 4 0,-2 1 1 0,1-2 6 16,-1-4-5-16,0-3 3 0,4 0-6 0,-2-5 4 0,0 0 7 16,0-5 2-16,-2 1-1 0,-2-4-2 0,0 1 3 15,-4 0-1-15,0-1-2 0,-4 2-4 0,4 1 1 0,-4 3-2 16,0 1 7-16,-2 4 4 0,3 1-1 0,-2 4 4 0,4 2-2 16,-2 4-2-16,-1 0-9 0,3 3-8 0,-1 1-7 0,1-1-11 15,1 2 2-15,1 1-8 0,1 4 6 0,-1 5-3 0,3 5 7 31,-4 4 4-31,4 4 1 0,1 9 0 0,2 3-2 16,0 4 1-16,0 0-1 0,1 2 2 0,0 1-4 0,6 1-1 16,-5-1 5-16,4-2-6 0,-2-1 6 0,0-3-1 0,1 0 3 15,0-3-6-15,-4-1 7 0,-1-5-7 0,0-1 2 0,-4-4 2 16,-1-4-3-16,-2 1 7 0,-4-5-6 0,1-3 7 16,-2-2-2-16,-2-1 5 0,0-3 2 0,-1-2 10 0,0 0 10 15,-6-5-3-15,5 1 10 0,-4-2 5 0,0 1 12 0,1-4 11 16,-2 0-3-16,1-1 1 0,0-2-11 0,1-1-3 0,2-2-3 15,2-1-15-15,0-6-8 16,4 3-18-16,0-3 4 0,4-3-20 0,2-5-21 0,3-3-25 0,3-1-53 0,4-2-47 16,3-6-58-16,7-1-58 0,-2 0-76 0,3-2-68 0,2 1-46 15,3-2-50 1</inkml:trace>
  <inkml:trace contextRef="#ctx0" brushRef="#br0" timeOffset="229313.1167">28330 14091 2685 0,'-5'0'48'0,"2"0"47"15,-1 0 59-15,4-1 26 0,0-1 39 0,-4 2 16 0,0-4 24 16,4 3-4-16,2 0-42 0,1-2-48 0,-1 3-59 0,3-2-26 16,-4 2-36-16,4-1-21 0,2 1-22 0,2 1 6 15,0-2-3-15,4 1-1 0,4 0-1 0,4-1-2 0,-4 1-40 16,9-3-58-16,-4 3-71 0,0-1-73 0,-5 2-91 0,0 3-88 15,-4-3-83-15</inkml:trace>
  <inkml:trace contextRef="#ctx0" brushRef="#br0" timeOffset="229678.9058">28576 13908 1813 0,'0'0'54'0,"0"0"41"0,0 0 37 16,0 0 31-16,0 0 35 0,0 0 22 0,9-44 27 0,-9 44 7 15,0 0-55-15,0 0-37 0,0 0-34 0,0 0-29 0,0 0-32 16,0 0-25-16,37-56-27 0,-37 56 3 0,52-15-16 16,-46 16-1-16,2 33 3 47,-39 67 11-32,26-89-15-15,0-3 3 0,0-1-5 0,1 0 4 0,2-1 1 0,4 3-8 16,0-2 10-16,2 1-10 15,1 0 12-15,3 1-9 0,0 1 6 0,6 0-4 0,-5-2 0 16,5 3 1-16,1-3-4 0,4 2 11 0,-7-2-16 0,6 0 10 0,-2-1-4 0,-1 1 3 0,0-1-1 16,-6 0-1-16,4-4 7 0,-7 4 23 0,1-3 16 0,-4-1 14 0,-2 1 10 31,-1-5 1-31,0 0 18 0,0 0 15 0,0 0-4 16,0 0-27-16,0 0-4 0,0 0-12 0,0 0-15 0,0 0-4 15,0 0-14-15,0 0-39 0,0 0-46 0,0 0-53 0,-133 68-63 16,133-68-69-16,-80 36-79 0,64-29-93 15,2-2-93-15</inkml:trace>
  <inkml:trace contextRef="#ctx0" brushRef="#br0" timeOffset="229980.0042">28695 13636 2904 0,'3'-9'21'15,"1"3"33"-15,-4 5 12 0,7-7 12 0,-7 3 2 0,0 2 13 16,3 3 23-16,0 0-2 16,7 4-14-16,4-3-20 0,2 6-14 0,4 1-12 0,5 0 3 0,2 6-11 0,2 0-22 15,1 1 6 1,0 7 5-16,0 2 8 0,-4-2 1 0,0 5 5 16,0-1 10-16,-3 0-3 0,-5 3 3 0,-1-1 4 0,-6-2 4 15,2 2-15-15,-7 0 0 0,0-2-9 0,-6 1-8 0,-3 0 3 16,-3-2 1-16,-2 0-11 0,-5 2-20 0,-1-3-4 0,-6 3-2 15,-1-1 8-15,-1-4-8 0,0 5-4 0,-4-4-43 0,0-3-56 16,5 1-57-16,-4-3-67 0,1-1-69 0,2-1-81 0,1 0-104 16,2-5-104-16</inkml:trace>
  <inkml:trace contextRef="#ctx0" brushRef="#br0" timeOffset="230348.2093">28925 13510 2283 0,'4'-22'47'0,"-3"0"35"16,2-1 23-16,11-1 30 0,-10 0 17 0,-1 4 12 0,3 0 3 15,1 8 3-15,-2 1-50 0,0 1-33 0,5 5-27 0,0 3-16 16,0-1-17-16,3 7-12 0,3 1 3 0,-2 3 1 15,7 4 9-15,-2 2 11 0,3 2 5 16,-2 0 4-16,0 5 24 0,-2 1 21 0,-5-2 5 0,3 1 8 0,-6-1 15 0,-4 1 14 16,0-6 25-16,-5 0 5 15,3-3 12-15,-4-2-11 0,-4-3 40 0,1-2 6 0,-1-2 13 16,2-3-9-16,1 0-4 0,-2 0-9 0,-1-1-17 0,4 1 0 0,0-3-45 0,0 2-16 16,4-2-35-16,-4-4-14 0,9-1-26 0,-1-6-21 0,6-1-8 15,5-4-17 1,4-5-12-16,2-1-19 0,5 2-21 0,1-4-45 0,2 2-46 0,0 4-35 0,-3 1-76 0,-4 3-52 0,-1 0-66 15,0 5-74-15,1 1-74 0,-6 4-58 0,-2 7-59 16,0 0-59 0</inkml:trace>
  <inkml:trace contextRef="#ctx0" brushRef="#br0" timeOffset="231886.3311">3641 14982 268 0,'8'-7'-32'0,"-3"3"28"0</inkml:trace>
  <inkml:trace contextRef="#ctx0" brushRef="#br0" timeOffset="232822.9225">3651 15049 497 0,'0'-2'35'0,"0"2"25"0,-2-1 23 0,1 1 31 15,-2 0 13-15,-1-1 35 0,1 1 20 0,0 1 42 0,-2-2-21 16,-1 2 8-16,5-1-9 0,-6 1-10 0,2-1 5 0,2 0-11 31,-2 0 7-31,-2 0-28 0,4 0 11 0,-1 2-10 0,-1-4-4 16,4 4-5-16,1-2-1 0,0 0-3 0,0-2-18 0,1 1-7 16,3 1-18-16,-3-1-20 0,4 1-16 0,-3-3-4 15,5 2-16-15,0 1-24 0,2 0-16 0,7 1-2 0,0-1-1 16,8 0-8-16,2 0 6 0,3 4-6 0,4-4-20 0,0-1-35 15,-3-2-57-15,0 3-69 0,-3 0-87 0,-2 0-87 0,-7 3-71 16,-1 1-100-16</inkml:trace>
  <inkml:trace contextRef="#ctx0" brushRef="#br0" timeOffset="233007.7233">3641 15336 2625 0,'-18'9'54'0,"1"-3"50"0,2 0 29 15,5-6 39-15,4 2 35 0,-3 1 29 0,4-3 29 0,0 0 9 0,5 0-45 31,2-3-47-31,3 2-29 0,2-3-43 0,-2 2-29 0,4-2-32 16,5-2-26-16,6 1-12 0,0-2-6 0,7 0-2 0,3-1 3 16,0 0 1-16,5 0-4 0,-2 0-3 0,-3 2-21 0,-2 0-23 15,-1 2-51-15,-6-1-42 0,0 1-58 0,-3 0-60 16,-5 4-75-16,-2 0-56 0,-3 3-65 0,-2-3-43 0</inkml:trace>
  <inkml:trace contextRef="#ctx0" brushRef="#br1" timeOffset="237823.5749">4343 14774 1127 0,'-3'-1'22'0,"3"-3"21"0,-2 1 8 16,-1 3 16-16,2 0 22 0,-3 3 13 0,1-1 5 0,-1 0 5 15,4-1-15 1,-2 0-15-16,4 3-1 0,-4-4-8 0,1 0-21 0,1 1-11 0,-2 2-3 0,0-3 20 0,2 5 5 0,-1 1 27 16,-1 0 18-1,2 6 0-15,-3 3 6 0,1 6 31 0,2 1 0 0,-3 3-19 16,1 0-4-16,2 5-31 0,0-3-19 0,2 0-4 0,0 1-3 16,-1-2-38-16,1 2 6 0,1 1-4 0,-3 0-12 0,2-3 5 15,-1 4 0-15,-1-1-15 0,2-1 0 0,0-2 4 0,-2-1-11 16,3-4-39-16,1-2-43 0,-1-2-45 0,2-3-53 15,-2-2-64-15,-1 0-67 0,1-7-65 0,4-1-66 16</inkml:trace>
  <inkml:trace contextRef="#ctx0" brushRef="#br1" timeOffset="238266.9014">4430 14984 649 0,'3'-2'20'0,"-1"-1"16"0,-2-1 16 0,1 3 17 16,-1-2 23-16,-1 5 17 0,-2-8 13 0,3 6 22 0,-2-2-11 16,4-1 4-16,-1 0 11 0,-2-2-4 0,5 1-5 0,-2-1 8 15,1 4 2-15,-1-5-5 0,-2 1 5 0,2 1-12 0,-2 2-13 16,1-1 1-16,-1 0-10 0,3 1-20 0,-2-2-13 0,4 1-13 15,-2-2-14-15,4 2-7 0,-1-2-16 0,3 1-15 0,-2-1-1 16,4 1-6-16,-3 1-2 0,3 3-10 0,0-3 4 0,0 6-4 16,0-3 7-16,-1 1 1 0,2 2-7 0,-2 2 4 0,1 1-8 15,-2 0 13-15,-1 5 2 0,-3 2 12 0,0 0 7 0,0 5 7 16,-5 5 5 0,-2-2 13-16,-1 3 14 0,-5 1 7 0,0 2 7 0,-3-2 7 15,3 3 7-15,-5-6 0 0,-1 3 6 0,1-4 2 0,1-2-4 0,2-2-8 0,-1-3-6 0,2 1-10 0,3-5-24 16,-1-3-4-16,2-2-13 0,4-1-12 0,-1 0-3 0,0 0 5 31,4-4-12-31,0 0-2 0,1 0 1 0,5-3 3 0,-2 3 6 16,8-1-8-16,1 0 1 0,5 1-8 0,2-3-1 0,4-1-5 15,1 0 13-15,1-2-28 0,2-2-17 0,2 0-32 0,-1-3-44 16,1-1-46-16,-4 1-58 0,3 0-75 0,-3-1-90 0,-5 3-68 16,1 1-70-16</inkml:trace>
  <inkml:trace contextRef="#ctx0" brushRef="#br1" timeOffset="238525.6291">5112 14826 2201 0,'-5'-9'48'15,"2"0"51"-15,-2 1 26 0,3-4 44 0,-3 7 34 0,0 4 31 0,0-2 14 16,0-1 11-16,3 2-51 0,0 2-46 0,2 0-33 31,-1 1-47-31,2-1-27 0,1 1-38 0,0 3-10 0,-2 0-12 16,1 5 17-16,4 2 12 0,1 7 13 0,0 2 3 0,3 6-2 15,0 5 10-15,2 3-6 0,-1 1 3 0,2 5-17 16,-1-2-18-16,-3 0-9 0,2 0 5 0,-1-2-44 0,2-2-47 16,-1 0-50-16,-1-2-68 0,2-3-65 0,-3 0-75 0,-2-2-82 0,-1 0-92 15</inkml:trace>
  <inkml:trace contextRef="#ctx0" brushRef="#br1" timeOffset="238709.0626">4947 15219 3263 0,'-16'-8'41'0,"5"1"50"0,0 1 31 0,8 0 30 16,-5-3 10-16,3 5 1 0,0 0 1 0,5-1-2 0,7 3-40 16,4-4-51-16,3-2-30 0,8 0-29 0,3-4-6 0,7 1-10 15,6-1 6-15,3-1-2 0,5-2 3 0,0 3 1 0,-2 0-25 31,-1 3-42-31,-1 4-64 0,-7-3-47 0,-2 4-67 0,-4 2-67 16,-7-1-72-16,-1 6-63 0,-6-2-44 0</inkml:trace>
  <inkml:trace contextRef="#ctx0" brushRef="#br1" timeOffset="241869.7551">5869 14788 527 0,'3'-1'16'0,"1"0"20"0,-8 1 3 0,4-3 22 16,4 3 11-16,-8 0 11 0,2 0 11 0,2 3 17 15,-5-3-10-15,4 1-12 0,1-2-2 0,0 2-10 0,-2-1 13 16,2 1-1-16,0-1-5 0,-3 0-2 0,6 0 15 0,-3 0 1 16,0 3 3-16,0-6 13 0,0 3-14 0,0 0 4 0,0-1-1 15,0 0-7-15,0 1-10 0,0 0 1 0,-3 0-1 0,3 1-18 16,-3-1-2-16,1 1-3 0,-1-1-3 0,1 4-4 0,-5-1-16 16,5-1 1-16,-6 1-7 0,2 2 2 0,-4 2-4 15,-1 1-4-15,0 1-1 0,-3 3 3 16,3 1 15-16,-5 3-5 0,2 5 5 0,-1 0 7 0,0 3 12 0,2 1 2 0,1 1 5 0,2 0-4 15,0 3-7 1,6-1 6-16,-1 2 0 0,5-5-8 0,2 4-16 0,1-1-3 0,5-1-5 16,-2 1 1-16,4 0-3 0,4-2-8 0,0-1-2 0,5-1-8 0,-1-3-1 0,5-3-4 0,-1-6-3 15,3 2-1-15,2-7 2 0,-4 0-2 0,0-6-3 16,1-1 3-16,-4 0 6 0,0-3 2 0,-3-2 10 0,-4-1 20 16,-3-2 13-1,0 0 12-15,-4-2 16 0,-1 0 10 0,-2-2 7 0,-4-1 5 16,-1-1-11-16,-1-2-25 0,-5 2-4 0,-2-1-9 15,0 2-16-15,-2 1-6 0,-3-1-16 0,2 3-14 0,-4 1 8 16,2 5-9-16,1-2-10 0,0 3-37 0,0-1-28 0,1 4-36 0,0 0-50 16,-1 3-39-16,1 1-51 0,1 2-58 15,2 2-61-15,-1 3-31 0,0 3-30 0,0 0-35 0,5 1-16 0</inkml:trace>
  <inkml:trace contextRef="#ctx0" brushRef="#br1" timeOffset="242438.9865">6246 14708 1492 0,'-3'-4'36'0,"0"1"24"15,3-3 33-15,-3 4 21 0,-2 0 30 0,2 1 26 0,-3-2 23 16,-1 0 13-16,2 2-24 0,-1 1-3 0,0-1-20 0,1 2-19 16,-1 0-27-16,-1 5-29 0,1-2-9 15,-2 3 13-15,2 4-4 0,-5 4 1 0,2 3-13 0,-1 6 25 0,2 2-2 0,0 6 14 16,0 3-6-16,5 3-15 0,3 3-14 0,0-3-24 0,5 3 2 16,1 2-26-16,3-2 1 15,3 0-8-15,3-3-10 0,1-2-11 0,5-2 4 0,1-1-19 16,0-6-33-16,5-3-47 0,-2 1-42 0,2-7-73 0,1 0-60 0,-1-4-59 0,-2-1-59 0,-2-4-62 0,-3-2-44 15</inkml:trace>
  <inkml:trace contextRef="#ctx0" brushRef="#br1" timeOffset="242840.7923">6419 15100 1471 0,'-2'-9'38'0,"1"1"26"0,2-1 38 0,1 4 20 0,-2-1 23 16,2 1 18-16,-2 5 8 0,0-1 1 0,2 1-39 0,0-3-31 15,1 3-33-15,0-4 3 0,2 6-17 0,1 0-2 0,5-2 5 16,-3 3 6-16,5-3 3 0,-1 4 7 0,0 1 17 0,-1-1-25 16,1 1-1-16,-2 2-12 0,0-2 14 0,-3 3 9 0,1 1 2 15,-3-1 7-15,1 2-12 0,0 0 9 0,-4 2 8 0,1-2 1 16,-1 4-22-16,-1-1-15 16,-1 1 0-16,2-1-7 0,-2 0-6 0,-2 2-8 0,1-1-13 0,-1-2-3 0,0-1-8 0,1-2 0 15,1 0-8 1,-2-5 5-16,2 1 1 0,0-1-6 0,0-4 6 0,2 0-7 15,1-2 5-15,-1 0-3 0,-1-2-2 0,2 2-7 0,1-1-1 0,-1-3-10 0,2-4-19 0,-2 0 13 0,4-7-14 32,-3-2 9-32,2-6 3 0,-1 3-3 0,1-7 7 0,-1 1 10 15,-2-2 11-15,0 4 13 0,-1-1 36 0,-2 5 33 16,-2 2 33-16,0 4 31 0,1 5 15 0,-3 0 37 0,0 4 4 16,1 6-2-16,-2 0-22 0,4 1-30 0,-4 5-33 0,2-5-30 15,-1 4-23-15,4 0-46 0,-1 0 1 0,1-1-16 0,1 1-4 16,1 2-8-16,3 5 1 0,1 2 5 0,2 0 6 0,1 4-21 15,4 4-26-15,0 3-36 0,1-2-66 0,2 3-50 0,-2-4-74 16,2-2-76-16,1-1-94 16,-4 2-43-16,-2-6-70 0,2 1-45 0</inkml:trace>
  <inkml:trace contextRef="#ctx0" brushRef="#br1" timeOffset="243025.3206">6861 15082 2697 0,'0'-3'47'16,"0"2"48"-16,-3-3 20 0,6 1 38 0,-3 2 13 0,-3 1 2 16,3-1 6-16,3-2-8 0,-3 2-49 0,3-1-38 0,4 0-27 15,0-1-40-15,1-1-5 0,0 2-9 0,6-1-1 0,-1-1 8 16,4 0 1-16,-2 0-35 0,4 1-47 0,-5 1-62 16,2-1-76-16,-7 2-76 0,4 1-82 0,-4 0-80 0</inkml:trace>
  <inkml:trace contextRef="#ctx0" brushRef="#br1" timeOffset="243223.8346">7065 14815 2733 0,'0'0'47'0,"-2"1"50"0,2-1 9 0,0 0 26 0,0 1 12 0,-3 2-1 0,0 0-3 0,3-1 6 16,0 2-39-1,3 1-15-15,0 2 22 0,2 1-22 0,3 1-12 0,2 6 6 16,1-1 2-16,-2 6-7 0,5-2-8 0,-1 5-32 15,0 0-29-15,1 0-7 0,-5 3 2 0,2-1-1 0,-3-1-22 16,0 0-47-16,-1-2-52 0,-2 0-49 0,0-1-69 0,0-4-64 16,-3 3-82-16,-2-4-68 0,0-1-77 0</inkml:trace>
  <inkml:trace contextRef="#ctx0" brushRef="#br1" timeOffset="243475.7842">7139 14633 2806 0,'-3'-14'44'0,"-2"4"44"16,1 5 15-16,2-4 27 0,0 4-6 0,-1 2 2 0,3 3 1 16,0-1-1-16,3 2-44 15,4 2-20-15,4 1-16 0,3 2-10 0,4 2 1 16,2 2 6-16,7 5 20 0,1 0-2 0,2 4 6 0,0 5-3 16,0 0 9-16,0 3 6 0,2 4 5 0,1 1 3 15,-3 0 0-15,-3 1 6 0,0 1-6 0,0 0-9 0,-8 3 0 0,1-4-13 0,-5 1 3 0,-1 1-12 0,-6 0-22 16,-2-1 3-16,-2-1-3 0,-6 0-3 0,-3 0-18 0,0 1-10 31,-3-2-1-31,-6-1-5 0,1 0-50 0,-4-1-46 0,1-4-64 16,-1 0-72-16,-2-1-85 0,-2-1-80 0,1-1-88 0,-2-5-89 15</inkml:trace>
  <inkml:trace contextRef="#ctx0" brushRef="#br1" timeOffset="243877.143">7819 14780 3276 0,'-4'-1'43'0,"2"1"32"0,0 0 18 15,4-5 1-15,-4 5 3 0,-1 3-3 0,0-1 5 0,6 1 0 16,-3 1-45-16,3 1 26 0,2 4-11 15,1 3 5-15,5 3 4 0,2 4 4 0,3 5-3 0,1 4-1 0,2 3 3 0,1 2-55 16,-2 4-9-16,1 0-4 16,-2 1-3-16,-1 0-1 0,-2-4-4 0,1 3-48 15,-4-4-34-15,1-1-62 0,-2-3-60 0,-4-2-60 0,5 2-79 16,-8-5-67-16,0-2-64 0,-3-1-30 0</inkml:trace>
  <inkml:trace contextRef="#ctx0" brushRef="#br1" timeOffset="244044.514">7887 15316 2709 0,'-7'-5'35'0,"6"1"37"0,-2-7 28 16,6 6 18-16,-3 0 21 0,0-2 17 0,1 0 11 15,4 0 8-15,3-3-30 0,5 0-30 0,8 1-22 0,-1-1-22 0,7-1-23 16,1 0-14-16,2 2-12 0,3-3-6 0,-1 4-2 0,0 3-7 16,-1 0-9-16,-2 1 0 0,-4 1 4 15,-1-1-30-15,-2 3-48 0,-3-1-50 0,-5 2-36 16,-1-1-74-16,-5 2-49 0,-2 1-65 0,-3-1-63 0,-1 3-44 0</inkml:trace>
  <inkml:trace contextRef="#ctx0" brushRef="#br1" timeOffset="245850.5583">8413 14938 710 0,'0'0'41'15,"-8"-19"-2"-15,8 19 14 0,0 0 30 0,0 0 23 16,0 0 6-1,0 0 21-15,0 0 9 0,0 0 2 0,-15-15 25 16,15 15 2-16,0 0-2 0,0 0 2 0,0 0 21 0,0 0-5 16,0 0 6-16,0 0-3 0,-23-17-16 0,23 17 9 0,0 0-16 15,0 0-13-15,0 0-17 0,0 0-17 0,0 0-19 16,0 0-11-16,-14-9-19 0,14 9-32 0,0 0-5 0,0 0-11 16,17-8-17-16,-17 8 11 15,137-16-15-15,-110 14-2 16,1-2 3-16,-1 1-3 0,0-1 1 0,-4 3 6 0,1-2-9 15,-5 0-1-15,-2 2 11 16,-2-3-13-16,-4 4 11 0,0-3 0 0,-3 2-1 0,-3 0-6 0,-2 0 3 0,-2-1 4 0,-1 2-7 16,0 0 14-1,0 0 11-15,0 0 7 0,-4 0 16 0,2 2 14 0,0-1 9 0,-1 0 7 0,1 0 2 0,1 0-2 16,-2 1-15-16,-2 1-9 16,3-1-18-16,-2 1-8 0,2 1-15 0,-1-1-12 15,2 3 6-15,-1 5-4 0,-1-2-10 0,1 11 7 16,2-1 4-16,-2 9-3 0,1 1 2 0,1 5 3 0,-2 2-3 15,2 2 6-15,2 0-5 0,-1 4 1 0,1-5-2 0,1 1-35 16,-1 0-27-16,3-1-66 0,-2-4-58 0,0 0-65 0,1-3-57 16,-2-4-85-16,0 0-68 0,-1-3-44 0,-2-4-49 0</inkml:trace>
  <inkml:trace contextRef="#ctx0" brushRef="#br1" timeOffset="246001.3942">8546 15352 2189 0,'-9'-5'53'0,"2"-1"27"0,4 2 34 15,1 0 26-15,1-1 23 0,-4 0 7 0,3 2-12 0,2-1 6 0,4 0-54 0,-1-1-24 0,7-2-37 16,3-2-24-16,2 0-25 0,2-1-6 0,2 0 11 16,5-2-5-16,4 3 1 0,1 0-1 0,4-3-36 0,-3 7-39 15,3-2-59-15,2 1-55 0,-5 2-61 0,0 1-75 0,-3 0-72 0</inkml:trace>
  <inkml:trace contextRef="#ctx0" brushRef="#br1" timeOffset="246737.2722">9244 14626 1592 0,'-4'0'43'0,"1"-1"40"0,1-4 43 16,2 1 32-16,-4 4 38 16,0 0 44-16,-2 0 15 0,-1 0 38 0,0 0-29 0,4 2-29 0,-2 0-39 0,0 1-25 15,2 0-28-15,-2 4-30 16,3 0-10-16,-3 3-16 0,0 9-7 0,0 2 8 0,2 4-3 0,-1 8-1 0,3 1-21 0,1 8-4 15,1 1-1-15,4 2-21 16,2 1-10-16,-1-1-22 0,8-1 1 0,-3 0-5 0,5-3 1 0,0-3-52 0,1-1-54 0,2-6-61 16,3-2-61-16,-3-2-62 0,2-5-88 0,-4-1-85 0,0-4-79 15</inkml:trace>
  <inkml:trace contextRef="#ctx0" brushRef="#br1" timeOffset="247182.8241">9420 15075 2364 0,'-3'-4'46'0,"0"2"36"0,1-1 26 0,2 2 32 16,-3-2 7-16,2 4 4 0,-3-2-1 0,3 4-1 0,1-2-48 15,0-1-44-15,1 3-24 0,1-1-26 0,1 6-9 0,0 0-2 16,4 5-1-16,0 4 0 16,3 0 2-16,-2 3 8 0,0 1 0 0,3 2-2 0,-2-2 0 15,4-2 0-15,-2 0 5 0,0-4-3 0,0-1 1 0,0-5 1 16,-1 0-4-16,4-2 0 0,-6-5 0 0,0 1-1 15,3-3-7-15,-5-1 10 0,4-6-5 0,-2 1 5 0,2-5 0 16,-1-1-9-16,0-2 4 0,0-6 5 0,1 1 3 0,0-3-11 0,0 1 6 0,-5-1-4 0,0 1-1 16,-2 1 20-16,0 3 19 0,-1 1 12 0,0 6 2 0,-2-1 20 15,0 3-5-15,0 4 10 0,-2 0-5 0,2 4-13 0,0 0-28 32,-2 2-14-32,2 0-6 0,0 3-13 0,0 5 5 0,2 0-12 15,0 6 8-15,1 4-1 0,0 6 4 0,5 3 4 0,-4 9 2 16,4-1 0-16,-1 9-4 0,0 0 2 0,1 0-3 0,2 6 1 15,1 0-1-15,0 0 0 0,0 0 1 0,2-2 2 0,-2 0 0 16,2-3-3-16,-3-1 3 0,0-2 1 0,-2-6 4 0,1 0-10 16,-4-6 5-16,0-6 11 0,-5-2 11 0,-2-5 17 0,-1-4 25 15,0-6 11-15,1-1 16 0,-5-4 21 0,2-1 4 0,-3-3-14 16,1-3-5-16,-3-1-11 16,-1-4-30-16,-2 1-16 0,-5-4-38 0,-2-5-36 0,2-5-49 0,-4-3-38 0,2-6-58 0,1-2-55 15,-2-6-67-15,7-4-57 0,0 0-62 0,3-4-60 16,4-3-42-16</inkml:trace>
  <inkml:trace contextRef="#ctx0" brushRef="#br1" timeOffset="247305.8471">9829 15158 2376 0,'4'-1'47'0,"1"-2"52"16,-4 3 26-16,2-1 18 0,1-1 17 0,-4 4 13 0,1-5 12 15,3 2 0-15,1-2-43 0,2 1-55 0,2-1-24 0,5 0-18 16,-1 1-18-16,6-1-9 0,-1 2-18 0,2-4-73 0,4 3-75 15,-5-1-90-15,0 3-101 0,1-1-119 0</inkml:trace>
  <inkml:trace contextRef="#ctx0" brushRef="#br1" timeOffset="247673.5739">10158 14887 1769 0,'3'-9'21'0,"1"1"11"0,0 1 32 0,1-1 9 0,2 1 17 0,-3 0 14 0,4 0 1 0,0-1-1 15,2 3-11-15,-1-1-6 0,2 0-29 0,2 2-9 0,1 2-10 16,0-1-19-16,0 1-2 0,-1 1 3 0,-2 1-14 0,0 1-3 31,-3 1-3-31,0 1-3 0,-5 2 1 0,0-4 4 0,0 5 6 16,-3 0 4-16,0-1 13 0,0 3 5 0,-3-1 4 0,0 4 0 16,3 0-4-16,-2 1-1 0,-2 0-4 0,4 3-3 15,-2 2-9-15,2 0-1 0,0-1-12 0,5-1 15 0,-2 2-7 0,0 1 3 16,4-2 1-16,-1 0-6 0,2 0 3 0,4-3-4 0,-2 2 5 15,4-2-11-15,-1 0 9 0,2 0-4 0,-2-3-2 0,2-1 3 16,-1 1 0-16,-1-2 18 0,0-1 12 0,-3 0 0 0,-5-5 17 16,1 3 11-16,-1 1 29 0,-5-4 12 0,0 2 12 15,-2-1 19-15,-1-3 2 0,-3 1 9 0,4 0-25 0,-6 2-8 16,2-1-31-16,-6 1-10 0,-1 1-12 0,-3-1-47 0,2 2-41 16,-5-1-40-16,1 0-53 15,1 1-57-15,1-3-52 0,0 3-89 0,-1-4-77 16,1 2-94-16</inkml:trace>
  <inkml:trace contextRef="#ctx0" brushRef="#br1" timeOffset="247942.4061">10204 14580 2506 0,'5'-10'42'0,"0"5"30"0,-1-2 14 0,3 0 29 15,2 2 18-15,1 4 16 0,2 0 26 0,6 2 20 0,4 3-28 0,6 1-9 16,4 3 6-16,1 2-17 0,4 5-11 0,0-1-1 0,5 6-13 16,-3 3-1-16,2 2-13 0,-1 2-3 0,-1 2 4 0,0 4-5 15,-2 0 8-15,-1 0-7 0,-2 0-6 0,-3 2-9 0,-2 0 0 16,-4-3-14-16,-2 0-16 16,-5 2-11-16,-1-2-10 0,-5-1-5 0,-2 1-1 15,-5-3-7-15,-3 1 5 0,-4-1-8 0,-3 1-15 0,-9 1 9 0,1-1-13 0,-7-1-25 0,-5 0-49 0,-2 0-52 31,0 0-59-31,-3-3-74 0,0 2-78 0,0-3-101 0,-3 1-70 16,1-1-96-16,2 0-64 0</inkml:trace>
  <inkml:trace contextRef="#ctx0" brushRef="#br1" timeOffset="248710.5245">11233 14800 1233 0,'0'0'43'0,"0"0"41"16,0 0 34-16,0 0 47 0,0 0 30 0,19-14 36 16,-19 14 18-16,0 0 36 15,0 0-42-15,0 0-32 0,0 0-31 0,0 0-40 0,0 0-25 16,0 0-40-16,0 0 26 0,0 0 10 0,0 0 9 0,0 0 4 0,0 0 7 0,0 0-10 0,0 0-3 16,45 83 9-1,-45-83-47-15,0 0-44 0,0 0-4 0,56 159-18 0,-48-122-13 16,1-2 5-16,0 3 9 0,0-1-13 0,-2-3 1 15,3 0-52-15,-5-2-40 0,0-5-62 0,3 0-61 0,-3-2-78 0,-1-3-89 16,-1-3-72-16,-3-2-65 0</inkml:trace>
  <inkml:trace contextRef="#ctx0" brushRef="#br1" timeOffset="248877.9608">11243 15245 2411 0,'-10'-5'37'0,"4"-2"46"0,-1 3 22 0,7-4 36 16,-5 3 3-16,3 0 8 0,0-2 14 0,4 3 3 0,5-4-27 15,1 3-43-15,7-1-18 16,7 0-32-16,3-1 0 0,0 0-5 0,9 0-18 16,-3-1-3-16,4 3-8 0,0 1-7 0,-2 1-1 0,0 1-5 0,-3 2-45 0,2 0-49 0,-2 0-43 0,-5 1-69 15,-3 3-69-15,-6-1-84 0,0 1-76 0</inkml:trace>
  <inkml:trace contextRef="#ctx0" brushRef="#br1" timeOffset="251922.3492">12157 14746 917 0,'0'0'24'0,"0"0"7"16,0 0 22-16,0 0 23 0,0 0 9 0,35-38 32 16,-35 38 12-16,0 0 13 0,0 0-11 0,0 0 9 0,0 0-10 15,0 0-19-15,0 0 3 0,2-24-17 0,-2 24-5 0,0 0 5 16,0 0-3-16,0 0 4 0,0 0-15 0,0 0 6 0,0 0-10 15,-7-15-10 1,7 15-14-16,0 0-17 0,0 0-8 0,0 0-6 16,-53-2-20-16,39 10-6 0,-2 4 19 0,0 0 20 0,0 5-6 0,-1 3 12 0,3 2-1 0,-2 2 12 31,3 2 5-31,1 0 11 0,7 2-12 0,0 1-3 0,2 3 6 16,6-3-5-16,2 1 1 0,3-1-11 0,3 0-2 0,0 0-11 15,3-3-9-15,1-1-6 0,3-5-8 0,0 1-10 0,2-7 4 16,1 1 1-16,0-3-9 0,-1-3 9 0,2-4 4 0,-1-1-11 15,-4-3 7-15,4-1 2 0,-5-2 3 0,1-2-4 16,-4-3 6-16,1-3-4 0,-5-1 16 0,3-1 20 16,-5-1 15-16,-2-3 16 0,-4 2-4 0,1-3 4 0,-7 2 13 15,-2-3-10-15,-3-2-12 0,0 4-12 0,-5-2-19 0,0 3-16 0,-2 1-3 16,0-1-6-16,-1 6-12 0,-2 1 1 0,4 3-34 0,-1 1-44 16,1 0-25-16,2 2-52 0,1 3-52 0,2 0-65 0,0 3-76 15,1-1-58-15,4 6-61 0,3 0-36 0</inkml:trace>
  <inkml:trace contextRef="#ctx0" brushRef="#br1" timeOffset="252224.0831">11818 15398 2843 0,'-13'0'38'0,"-1"2"46"16,2-2 36-16,5-5 35 0,1 5 30 0,-2-4 16 16,3 3 15-16,5-1-1 0,2 1-38 0,1 0-49 0,3 1-28 15,5 0-39-15,5-3-30 16,6 3-13-16,5 0-15 0,8-3 4 0,6 3-3 15,3-1 4-15,8-2-4 0,4 0-3 0,-2 0 1 0,1 2-2 0,0-2-3 0,-4 3-3 0,-5-1-42 16,-2-2-45 0,-6 2-52-16,-5-1-59 0,-3 2-68 0,-3 0-73 0,-8 0-68 15,-2 2-93-15,-1-2-4 0</inkml:trace>
  <inkml:trace contextRef="#ctx0" brushRef="#br1" timeOffset="252723.8985">12175 15691 1011 0,'0'-2'33'0,"0"1"31"15,0 2 49-15,0-2 27 0,0-1 29 0,-1 2 36 0,1 0 39 32,-2 0 10-32,2-3-26 0,0 0-17 0,2-3-33 0,-2 1-10 15,1-2-24-15,-1-1-30 0,5-4-37 0,0 3-1 16,2-1 2-16,2-1-9 0,0 2-8 0,3-3-17 16,3 5 3-16,1 0 2 0,1 0-10 0,2 2-11 0,0 1-5 15,2 2-10-15,-1 2-5 0,-2 3 4 0,1 1-14 0,-1 0-1 0,-5 5 6 16,0 0 8-16,-1 2-2 0,-4 3 5 0,-1 2 5 15,-4 3-4-15,-3-1 8 0,-3 7-8 0,-4-1 8 0,-2 2 7 0,-7 1 13 16,0 2 16-16,-3 1 16 0,-3-1 12 0,1-2 13 16,-2 1 10-16,-1-2 5 0,2-1 4 15,3-1-1-15,-1-2-15 0,3-1-19 0,0-5-16 0,6 0-11 16,2-4-6-16,1 1-11 0,5-5-15 0,1 0-3 0,2-3-5 0,5-2 1 0,1 3 6 16,3-3-5-16,4 1-1 0,6 0 3 0,0-2-3 0,5-2-11 15,4 0 8-15,-1-3-11 0,5-1 1 0,0-2-1 0,-1-3 3 16,-1 2-1-16,0-3-4 0,0 0 7 0,-3 0-5 0,0-2 9 15,-6 3-6-15,1 0 1 0,-4 1-30 0,-1 1-37 16,-3 0-28 0,-2 1-64-16,-4 2-51 0,0 1-80 0,-2 1-65 0,-1-1-77 15,-5 3-59-15,0 3-65 0,0-3-47 0</inkml:trace>
  <inkml:trace contextRef="#ctx0" brushRef="#br1" timeOffset="254349.0412">12954 14752 659 0,'5'-2'17'0,"-3"-2"29"0,-2 0 16 0,0 4 22 16,-2-2 19-16,2 2 30 0,-3-3 11 0,1 6 31 16,-1-3 8-16,3-3-10 0,0 6 0 0,0-6-2 0,0 3 3 15,-3 0-16-15,3 3-4 0,-3-3-19 0,2 1-19 0,-3 2-19 16,1 1-8-16,0 0 7 0,0 3-3 0,-2 7 13 0,0 1 5 16,-2 5 5-16,0 5-1 0,-1 4 10 0,3 1 3 0,-1 6-28 15,0-2-17-15,4 3-28 0,2 1-10 0,2-1-18 16,1 1-3-16,6 0-9 0,-2-1-10 15,4 1-1-15,5-2-4 0,1-3-36 0,2-2-22 0,3-2-44 16,2 0-45-16,0-4-46 0,3-6-59 0,-4-1-54 16,2-2-51-16,-1-4-27 0,-1-2-45 0</inkml:trace>
  <inkml:trace contextRef="#ctx0" brushRef="#br1" timeOffset="254797.8065">13264 15138 1702 0,'0'-5'36'0,"-1"1"32"0,-1 2 39 0,5-2 26 15,-3 4 24-15,0 0 7 0,0-1 9 0,0 0 2 0,2 1-40 16,-2 0-35-16,2 1-31 0,-2 0-31 0,1 1-19 0,2-2 10 16,2 4-4-16,3 0 5 0,-2 1-3 0,2 2 7 0,0-2 5 15,3 3 10-15,-1 2-3 16,-4 1-17-16,2 0-4 0,-2 1-6 0,-3 2 11 15,0-1 17-15,-1 3-2 0,1-3-3 0,-1 4 2 0,-2-5 4 0,0 5 6 0,0-5-5 0,0 3-5 0,-2-2-21 16,2-3-7-16,-1 2-5 0,-1-2 3 0,2-3-11 16,0 0-5-16,0-2 9 0,-2-2-7 0,2-1 5 0,2-2-7 15,-2 0 9 1,0-2-9-16,2 2 7 0,-1-3-2 0,1-1-3 0,1 1 12 16,4-2-7-16,-5-5 0 0,6-1-5 0,-3-4 5 15,3-3-2-15,1-3 0 0,1-4-1 0,-2-1-7 0,-2-2 7 16,2 1 6-16,-5 0 26 0,0 2 30 0,-1 2 28 0,-4 3 24 15,4 1 48-15,-5 6 27 0,-1 3 32 0,1 2-1 0,-1 1 5 16,-1 4-15-16,4 2-31 0,-4 1-23 0,1 1-43 0,1 1-24 16,3-1-41-16,-3 1-2 0,1 0-27 0,2 3-19 0,2 1-8 15,1 0 6-15,0 9-5 0,4-1-5 0,1 3 6 0,1 7 14 16,2 3-18-16,2 0 0 16,3 3-32-16,-2-2-34 0,0-2-35 0,2-1-75 0,1 0-64 15,1-4-95-15,-1-2-54 0,0-5-89 0,-4 3-29 0,1-5-58 0,-1 1-30 0</inkml:trace>
  <inkml:trace contextRef="#ctx0" brushRef="#br1" timeOffset="254964.9155">13678 15216 2006 0,'-1'-7'37'0,"-2"2"42"0,6-4 35 16,-2 4 22-16,-1-2 28 0,0 2 20 0,3-3 29 0,-3 3 7 0,5-2-31 15,-1 3-38-15,0-1-35 0,3 0-22 0,3-2-33 0,-3 3-17 16,4 0-31-16,2 0-8 0,-4 1-2 0,4 1-5 15,1-1 2-15,1 1 2 0,-2 2 1 0,0 0-42 0,1 0-39 16,-1 2-42-16,-3-2-80 0,0 3-50 16,-6-1-68-16,2 1-71 0,-1-1-72 0</inkml:trace>
  <inkml:trace contextRef="#ctx0" brushRef="#br1" timeOffset="255299.1031">13927 14878 906 0,'-4'-1'35'0,"4"-1"36"0,-3 0 41 16,0 4 35-16,2-2 27 0,2-2 33 0,-2 4 29 15,-1 0 29-15,4-2-1 0,-2 0-19 0,4 0-13 16,-4 0-8-16,3 1-14 0,-3 0-25 0,4-2-11 0,-4 1-13 15,0 0-32-15,0 0-6 0,0 1-28 0,0-1-31 0,0 1-14 16,-4 2-4-16,4 0 31 16,0 2 0-16,4 3 25 0,-1 0-5 0,0 6-2 0,3 1 9 0,1 2 4 0,0 4-2 0,3 0-50 15,-4 3-15-15,5-1-30 0,-4 4 2 0,-1-3 0 16,2 3-1-16,-1-2-10 16,-2 0 4-16,-1 0-4 0,0 0-1 0,1 0 5 0,-3-3-12 0,3 2-37 0,-2-7-41 0,0 0-24 15,6-1-62-15,-4-3-54 0,2-5-72 0,-3 1-72 0,-2-3-78 16,-4-3-37-16,4 0-59 0</inkml:trace>
  <inkml:trace contextRef="#ctx0" brushRef="#br1" timeOffset="255566.9401">14038 14748 2482 0,'1'-11'48'0,"-1"4"29"0,0 2 38 0,0-3 8 0,4 7-1 15,-2 1-1-15,1 0 10 0,2 1 21 0,2 2-20 0,5 2-26 16,1 3-38-16,5 1 7 0,0 3 9 0,7 0 6 0,1 8 4 16,0-1-9-16,1 3-23 15,-3 5 1-15,0-1 8 0,-1 1-15 0,1 3 5 16,-5-1 1-16,-1 1-6 0,-1 1-11 0,-4-1-5 0,-4-1-4 16,-2 0-8-16,-5 2 2 0,0 2-7 0,-4-3-9 15,-2 2-5-15,-4 0-4 0,-2 2-7 0,-2-4-14 0,-1 2-31 0,3-3-60 0,-3-1-66 0,0-3-72 0,-6-1-72 0,3-4-103 31,0 0-76-31</inkml:trace>
  <inkml:trace contextRef="#ctx0" brushRef="#br1" timeOffset="255861.4038">14168 14648 2189 0,'-3'-22'42'16,"3"4"28"-16,0 4 22 0,7-2 18 0,-6 3 5 0,4 5 7 15,1 0 9-15,-1 2 14 0,6 4-40 0,-3 2-14 16,8 4-18-16,-2 5-5 16,3 2 18-16,4 3 0 0,-1 5-2 0,4 3-18 0,0 3 30 0,-2 3 5 0,-1-2 18 0,-1 4-3 0,-6-5 3 31,2 0 0-31,-6-2 17 0,-1-2 28 0,-2-7-11 0,-3 3 0 0,-4-4 19 0,3-5-9 0,-1 1 1 0,-1-6 12 16,-1 1 3-16,2-3-7 0,-2-1-7 0,2-1-2 15,-1-3-20-15,-2 3-7 0,-1-6-31 0,0 1-23 0,2-5-30 16,-1-3-11-1,2-5-15-15,3-5-36 0,0-4-43 0,3-4-39 16,2-5-36-16,-4 0-28 0,5-1-50 0,-6 0-60 0,4 1-62 16,-2 1-41-16,2 7-69 0,-4 2-27 0,-4 8-45 15,0 6-53-15,0 4-35 0</inkml:trace>
  <inkml:trace contextRef="#ctx0" brushRef="#br1" timeOffset="257056.6648">14747 14824 558 0,'-2'-4'20'16,"5"1"1"-16,-4 1 14 0,1-1 12 0,1 0 5 0,-2 2 13 16,1-2 8-16,-2-2 17 15,4 2-7-15,-4-2 27 0,2 4 10 0,2-3 7 16,-2-1 29-16,1 2 7 0,1-1 26 0,1 3 4 0,-3 0 9 0,4 1-7 0,-4-2 6 0,0 2-12 0,0 4-21 15,0-2-9-15,0 1-15 0,-4-1-18 0,4-1-19 16,0 2-29-16,0-1-28 0,0 4 64 0,0 0 3 0,5 3 1 16,0 5-15-16,4 3 2 0,-1 1 7 0,2 7 11 0,2 4-1 31,4 0-72-31,-2 1-13 0,-3 1-7 0,2 1-9 16,-2 0-5-16,-1 2-8 0,-1-5-2 0,-1 0 4 0,0 3-6 15,0-6-18-15,-3 3-61 0,4-4-39 0,-6-1-63 0,3-2-88 16,-4-1-73-16,-2-1-85 0,-5-1-61 0,2-4-72 15</inkml:trace>
  <inkml:trace contextRef="#ctx0" brushRef="#br1" timeOffset="257224.096">14595 15290 2213 0,'-6'-3'41'0,"1"2"30"0,5-3 12 16,3 1 14-16,2-1 12 0,1 2 16 0,2-4 13 0,8 1 0 15,0-7-29-15,4 3-30 0,7 1-10 0,2-5-16 0,5 5-15 16,1 0-13-16,5-1-14 0,1 4 8 0,-2-2-21 0,0 5 1 15,-1-4-3-15,-2 6-27 0,-3-5-45 0,-2 5-44 0,-7 0-69 32,-3 3-71-32,-4-1-58 0,-2-2-58 0</inkml:trace>
  <inkml:trace contextRef="#ctx0" brushRef="#br1" timeOffset="258962.767">15287 15065 927 0,'-5'-4'19'15,"0"0"19"-15,1-4 20 0,-2 0 15 0,1 1 34 0,0-2 9 16,-1 0 22-16,3-3 21 0,0 3-12 0,1-4-8 0,4 2-7 16,0-2-3-16,1 0-34 0,0-3 2 0,5 0-13 15,-2 2-12-15,2-1 3 0,4 1-4 0,-2 2-7 0,3-2-7 16,1 3 4-16,0 1-6 0,3-1-3 0,-2 7-14 0,2-4-9 16,-1 3-5-16,1 2-4 0,-2 3-11 0,-1 2 0 0,-1 1-4 15,-3 2-4-15,0 1 12 0,-2 5 3 0,1 2 5 0,-6 1 1 16,-1 7 14-16,-4-1 4 0,-1 8-1 0,-4 1 0 15,-3 2 22-15,-3 2 5 0,-1 1 4 0,-4 1 6 0,-2-1-3 16,1 0-5-16,0-4 22 16,0 3 2-16,2-5-20 0,4 1-4 0,2-4-8 0,2-2-3 15,2-3-3-15,1 1-4 0,4-4-12 0,1-1-3 0,2 0 7 0,1-4 4 0,1-1-6 0,4 0-6 16,3-3 4 0,-2 1 6-16,5-5-11 0,4 0-4 0,0-1-9 15,6-3-12-15,1-2 8 0,3 0 2 0,3-4-6 0,-4 0-5 16,4-2 3-16,0 0 5 0,-3 0-8 0,-1-2 0 0,-1 1-4 15,-1 1-1-15,-4 1-25 0,-4 2-32 0,-2-1-55 0,-3 5-48 16,-2-2-60-16,-5 2-53 0,1-1-94 0,-5 5-63 0,0-2-60 16,0 1-52-16</inkml:trace>
  <inkml:trace contextRef="#ctx0" brushRef="#br1" timeOffset="259597.0642">15928 14684 1825 0,'-5'-8'42'0,"1"-1"34"0,-3 0 40 0,7-1 31 16,-8 4 44-16,-2 1 19 0,1 1 38 0,4 4 21 0,-3 0-26 15,2-1-22-15,-2 2-36 0,5-1-32 0,0 4-41 16,0 0 11-16,0 2-34 0,-1 5 7 0,-2 6-1 0,-2 6 9 16,4 4 19-16,-3 10 4 0,2 3 7 0,0 6-33 0,2 4-3 15,3 0-30-15,7 1-18 0,-1-1-19 0,2-1-26 0,4-2-3 16,3-2-9-16,2-3 5 0,2-2-7 0,3 0-28 0,0-4-38 15,2-1-43-15,0-6-57 0,-2-4-60 0,3-1-65 0,-3-4-72 16,-4-2-68-16,-1-5-26 0,-1-4-42 0,-2 0-31 0</inkml:trace>
  <inkml:trace contextRef="#ctx0" brushRef="#br1" timeOffset="259998.4964">16097 15158 1791 0,'-2'-8'34'0,"2"-1"34"0,2 2 38 0,-2 5 32 0,3-3 11 16,-6 3 13-16,3 0 2 0,0 2 2 0,3 0-38 0,-3 0-38 0,5 2-10 16,-2 0-15-16,3 0-5 0,2 2-16 0,5 1 5 0,-4 2 13 15,4 1 12-15,1 0 1 0,-1 1-21 0,-1 3-12 16,-2 1 9-16,0-1 5 0,-2 1-7 0,-3 0-13 0,0-1-16 0,-3 4 19 16,1-2-1-16,-3-2-2 0,2 2-11 0,-5-2-7 15,1 0 11-15,0 0-8 0,-1-1 9 0,1-2-15 0,1-4-5 16,-3 2-1-1,2-5-3-15,2 2 8 0,-2-3-9 0,4-1 2 0,0-1 1 0,0-3-3 0,1 3 4 0,-1 0-13 0,3-3 1 32,0-3-2-32,1-1-2 0,6-5-6 0,-2-1-2 0,1-5-10 15,3-2 1-15,1-4 9 0,-1 0 3 0,-1-4-8 0,1 0 2 16,-8-2 13-16,4-1 1 0,-4 3 18 0,0 0 36 16,-3 4 33-16,0 4 24 0,-3 3 51 0,2 5 14 0,-2 6 27 15,-3 3 12-15,0 3-8 0,1 2-43 0,-1 0-26 0,-1 3-30 16,2 0-49-16,-3 3-6 0,3-6-34 0,2 6-21 0,0-1 6 15,0 6 4-15,5 3-10 0,0 3 3 0,1 2 4 0,0 5-6 16,2 1 3-16,2 3 4 0,2-2-2 0,-2 2-11 0,1-1-52 16,5-3-44-16,-3 0-57 0,4-1-56 0,-1-7-71 15,1 4-55-15,0-6-81 0,-4 2-53 0,0-6-22 0,-1 0-17 0</inkml:trace>
  <inkml:trace contextRef="#ctx0" brushRef="#br1" timeOffset="260182.5937">16642 15163 3151 0,'-3'0'62'0,"-2"-1"40"0,4 0 49 0,2 1 16 0,-2-3 21 16,-1 3 2-16,2 0 3 0,0-1-1 0,2-2-57 0,4 3-41 0,-1 0-53 15,4-1-15-15,1-2-21 0,4-1 6 0,3 3-13 0,5-3-36 16,-1-1-72-16,1 1-64 0,5-1-82 0,-3 1-73 15,-3 1-93-15,-3-2-81 0</inkml:trace>
  <inkml:trace contextRef="#ctx0" brushRef="#br1" timeOffset="260366.7366">16928 14887 2006 0,'-3'-10'58'0,"-1"2"43"0,0-3 63 0,1 3 31 0,0 2 43 0,0 3 28 15,0 2 22-15,-1 1 9 0,3 0-62 0,1 1-43 0,0-1-64 16,1 0-31-16,-1 3-34 0,4 3 9 0,-1 2-24 0,3 7-8 31,-3 2 8-31,6 5 1 0,0 4 8 0,-1 2-5 16,0 2-1-16,-1 5-44 0,1-1 3 0,-3-4-3 0,1 4-8 15,2-5-43-15,-2 0-63 0,2 0-55 0,-3-4-82 0,2-1-65 0,-3 1-96 16,-1-4-78-16</inkml:trace>
  <inkml:trace contextRef="#ctx0" brushRef="#br1" timeOffset="260620.6688">17004 14691 2770 0,'-5'-12'41'0,"1"6"35"0,0 2 16 0,4-3 6 15,0 3 5-15,-3 4-6 0,3 4-1 0,3 0 38 0,2 1-31 16,3 3-33-16,9 4-12 0,-4 5 15 0,8 4-4 16,1 1 10-16,3 6 12 0,2 1-21 0,0 3-6 0,1-2 30 15,1 7-4 1,-2-3-14-16,-2 0 10 0,0 2 6 0,-4-1-7 15,-1-2-11-15,-4 0 7 0,-2 1-30 0,-6-1-4 0,-3-3-5 0,-2 1-13 16,-6-2 1-16,-2-2-12 0,-3 2-1 0,0-3-19 16,-4-2-32-16,1-1-42 0,-3-4-66 0,-2-1-64 0,2-2-104 15,-2-1-96-15,-1 0-105 0,0-4-98 0</inkml:trace>
  <inkml:trace contextRef="#ctx0" brushRef="#br1" timeOffset="260868.4451">17602 14684 3138 0,'0'-17'53'0,"-4"3"49"16,4 1 39-16,-3 2 30 0,10 0 33 0,-11 6 13 15,0 0 16-15,-1 1 13 0,2 4-48 0,3 0-58 0,0 0-37 16,-2 4-32-16,1 1-16 0,-2 7 1 0,3 3-14 15,0 7-11-15,0 6-13 0,0 4 15 0,0 8-4 0,1 3 3 16,2 6-14-16,-1-1-21 0,1 3 5 0,5-1-10 0,-3 1 18 16,-1-2-12-16,4-1 4 0,3-2-51 0,-3-2-56 0,5-3-61 15,1-4-72-15,-3-4-67 0,2-2-105 0,-2-6-80 0,2 0-94 16</inkml:trace>
  <inkml:trace contextRef="#ctx0" brushRef="#br1" timeOffset="261336.5776">17865 15095 2052 0,'-4'-4'28'0,"4"-1"29"0,0-3 25 0,4 1 29 31,-8 5 16-31,3-1 20 0,1 3 18 0,-2 0 1 0,0 0-31 0,2 0-23 0,0 0-33 0,0 0-25 0,2 3-14 31,-2-2-26-31,0 3-6 0,2 1 8 0,-1 2 3 0,3 1-2 16,0 4 20-16,-3-1 2 0,4 4-2 0,1-3 7 0,1 1-11 15,-1-4-4-15,2 0-5 0,-2 2 2 0,4-2-10 0,-4-4 6 16,5-1-3-16,-3 1-2 0,0-2 9 0,4-3-8 0,-2-1 5 16,4-3-9-16,-1-3 1 0,1-3-11 15,4-5-1-15,0 1 3 0,0-3-4 0,2-4-7 0,-2 1 4 16,-1-4 5-16,0 2 1 0,-2-2 2 0,-4 2 30 16,2 2 13-16,-5 2 14 0,-2 3 18 0,-3-2 12 0,1 9 8 15,-2-1 2-15,-2 5-3 0,0 3-28 0,0 2-24 0,-3 0-21 0,-1 3-9 16,0 4-11-16,1 4-8 0,-2 5-5 0,1 3-5 0,-3 6 1 15,0 7 9-15,2 5 7 16,0 3-5-16,0 4-6 0,3 2-8 0,-1 2 8 0,2-2 11 16,4 4-10-16,-2 1 5 0,6-5-6 0,-1 5-1 0,3-1-2 0,1-4 9 0,1 2-8 0,-2-3-2 15,1 0 6-15,-2-5-5 0,-1-2-2 0,-1-6 6 0,-5-4-3 16,-1-1 6-16,-1-6 0 0,-5-3 0 0,-1-5 9 0,1-5 10 31,-4-1 6-31,-1-1 12 0,-1-5 7 0,-2 1-11 0,-4-6 3 16,-1 3 1-16,1-5-4 0,-2-1-13 0,0 0-11 0,0-5-34 15,0-4-43-15,1-1-51 0,3-2-63 0,1-6-69 0,3-2-93 16,1-4-98-16,2-2-109 0</inkml:trace>
  <inkml:trace contextRef="#ctx0" brushRef="#br1" timeOffset="261487.1962">18310 15212 3088 0,'5'-3'48'0,"-4"-2"55"0,4-1 35 0,3-2 20 15,-7 0 12-15,1 1-2 0,1 2 0 0,0-2 2 0,5 2-52 0,3-2-47 0,2 2-41 0,2 0-16 16,3 2-14 0,3-1-44-16,1 2-58 0,0-1-57 0,3-1-64 0,-3 4-74 15,0 2-80-15,-2 0-77 0,0-2-73 0</inkml:trace>
  <inkml:trace contextRef="#ctx0" brushRef="#br1" timeOffset="261822.92">18643 15002 854 0,'13'-15'24'0,"1"2"25"0,2-2 23 0,-3 1 34 16,0 1 15-16,-3 0 42 0,3 1 31 0,-1 0 41 0,-2 3 1 16,0 0 21-16,2 1-2 0,-2 1-26 0,-1-1-1 0,2 3-30 15,-3 0-21-15,0 2-35 0,0-4-23 0,3 2-38 0,-1 2-19 16,-4 1-10-16,3-1-18 16,-2 2-9-16,1 0-9 0,-2 1-7 0,-3 0-4 0,2 1-2 15,-5 2-6-15,3 1-2 0,-2 2 6 0,-1 2-2 0,0-1 1 0,-1 6 0 0,-1-1-7 16,2 2 4-16,-1 3 6 0,-7 2 2 0,6 2-5 0,-2 0 0 15,4 1-8-15,-4-2-2 0,1 0 5 0,3-1-8 0,0 1-4 16,0 0 2-16,3-2 4 0,1 0-2 0,-1 0 4 0,0-1 6 16,5-1 0-1,-5-2-1-15,2-1 3 0,-1-1 1 0,0 0-2 0,0-3-1 0,1-2 5 0,0-2 1 0,-4 3 12 0,-1-4 20 32,2 0 18-32,-4-3 21 0,4 2 5 0,-4-2 29 0,2 0 6 15,-1 1 7-15,-4-2-8 0,2-2-17 0,1 4-18 0,-6 1-25 0,0 0-3 16,-4 1-32-16,-1 2-41 0,-4 0-46 0,1 3-51 15,-1-1-69-15,-3 0-79 0,0 5-98 0,-2-1-96 0,3 1-112 16</inkml:trace>
  <inkml:trace contextRef="#ctx0" brushRef="#br1" timeOffset="262105.8072">18794 14621 2879 0,'8'-14'38'0,"-3"1"28"0,4 5 18 16,-5-5 30-16,9 6 21 0,-5-1 7 0,1 4 24 15,1-1 14-15,7 5-17 0,4 2-27 0,-1 4 6 0,6 3-21 16,2 4-15-16,7 6 8 0,-2 3 3 0,2 6-6 16,3 3-4-16,-4 3 7 0,-2 3-21 0,-2 1 7 0,-2 3 6 15,-5-3-23-15,1 4-22 0,-6-1-9 0,0-1-10 0,-4 1-3 16,-3-2-14-16,2-1-10 0,-5 0-15 0,-2 3 11 0,-4-3-4 0,-1 2-3 15,-6-1-6-15,-1 1-5 0,-8-1-2 0,1 3-38 16,-9-5-42-16,1 1-59 0,-9-2-79 0,0-3-74 0,-3 0-106 16,-3-1-90-16,-2 0-110 0</inkml:trace>
  <inkml:trace contextRef="#ctx0" brushRef="#br1" timeOffset="263260.9673">19766 14665 1825 0,'0'-3'34'0,"-2"-1"30"16,2 1 45-16,0 3 40 0,-3 0 24 0,1 0 21 0,1 3 16 15,-3-3 0-15,4 3-37 0,-3-2-31 0,2-1-44 16,2 9-6-16,-1-1 0 0,0 6 8 0,3 4-1 0,4 4 19 15,-2 4 10-15,1 6 1 0,2 4 8 0,0 0-40 16,1 8-15-16,-1-6-29 0,-2 7-17 0,2-2-12 0,-3 1-5 16,0-4-12-16,0 4-5 0,-2-3 5 0,1-2-9 0,-2-1-47 15,-1-1-43-15,3-5-72 0,-3-1-57 0,1-4-78 0,-4-1-92 16,1-4-88-16</inkml:trace>
  <inkml:trace contextRef="#ctx0" brushRef="#br1" timeOffset="263428.8941">19612 15140 2867 0,'-3'-4'27'16,"1"0"26"-16,1 4 8 0,4-7 15 0,0 2 1 0,1 0 14 15,6-2 17 1,5-1 0-16,5 1-29 0,3-3-26 0,5 1-8 0,4 0-11 0,5 2-3 0,1-1-14 0,-1 5-13 0,2-2-3 16,2 0-17-1,0 4-33-15,-1-3-60 0,-2 1-66 0,-8 1-62 16,0 3-60-16,-5-1-77 0,-1 3-70 0</inkml:trace>
  <inkml:trace contextRef="#ctx0" brushRef="#br1" timeOffset="265234.2092">20554 14846 761 0,'-6'3'15'0,"1"-2"22"0,0-1 19 0,-1 2 14 0,2-2 27 16,-3-2 30-16,-3 1 19 0,6 0 40 0,-5-1 4 0,4 0 17 16,0-1 9-16,-2 3 24 0,3 0-2 0,-1 0-14 0,2-4 15 15,-2 1-30-15,0 1-10 0,2-1-7 0,2-1-10 0,-3-4-26 16,4 3-30-16,-1-4-4 0,2 1-31 0,3-1-11 16,0-2-11-16,1 1-29 0,2-3-15 0,3 2-14 0,-1 0-1 15,2 0 1 1,4 0-6-16,-3 4-5 0,1 0-2 0,4 0 2 15,-3 4-9-15,-2 2 4 0,2 1 9 0,-1 1-20 0,-3 2 2 16,1 4 6-16,-2 0-1 0,-4 5 13 0,-2 4-4 0,-3 1 7 16,-3 3-2-16,-5 9 17 0,-6 0 6 0,-4 2 14 15,-4 6 18-15,-4 3 3 0,-4-1 26 0,0 1 0 0,-2-1 8 16,0-1 2-16,2-1-4 0,3-4 9 0,2-5-25 0,6-3-6 16,2-3-21-16,6-5-7 0,2-2-12 0,4-1-9 0,1-6 3 15,6 1-16-15,5-1 8 0,2-1-8 0,3-2 4 0,6 2 4 16,-1-5 3-16,8 3 7 0,4-5-10 15,3-1-6-15,-1-3 0 0,7-2-22 0,-4-2-12 16,5-1-25-16,-1-2-32 0,-5-1-64 0,0-1-35 0,-3 1-64 16,-1 1-52-16,-6 0-44 0,1-1-44 0,-8 4-47 0,-2 3-43 15,-8 2-17-15,1 1-18 0</inkml:trace>
  <inkml:trace contextRef="#ctx0" brushRef="#br1" timeOffset="265416.9234">20369 15350 2843 0,'-12'4'65'16,"-2"4"56"-16,-1-1 24 0,12-7 52 0,-5 1 32 0,4 2 18 16,2-3 15-16,2 0 29 0,2 0-57 0,-1-2-63 15,7 2-16-15,-2 0-52 0,5 0-32 0,1 0-17 0,6 0-14 16,4 0-28-16,4-1-8 0,5 1 9 0,6-1-10 0,2-2-1 16,5-1 3-16,-1 1-48 0,4-2-30 0,-7 1-67 0,1-2-55 15,-4-1-84-15,-5 3-60 0,-4 4-92 0,-5-3-70 0,-4 4-33 16,-4 1-46-16</inkml:trace>
  <inkml:trace contextRef="#ctx0" brushRef="#br1" timeOffset="265635.0543">20478 15680 1362 0,'-1'-1'38'15,"-4"-4"16"1,7 1 29-16,1 0 23 0,-2 0 20 0,1 0 17 15,-2 0 19-15,1 0 22 0,3-1-29 0,-3 0-6 0,3-1-31 16,-1 1-15-16,-2 1-14 0,1-1-13 0,0 1-25 0,-1 1-18 16,2 1-6-16,-1-1-10 0,-2 2-2 0,3-2-9 0,-2 2-1 15,1 1-8-15,-1-4 6 0,-1 4-23 0,2-3-41 0,1 1-36 16,-1 2-41-16,0-3-31 0,-1 3-66 0,-1 0-38 0,3 0-57 0,1 0-34 16</inkml:trace>
  <inkml:trace contextRef="#ctx0" brushRef="#br1" timeOffset="266420.5726">20543 15718 979 0,'0'2'34'0,"-2"1"27"0,2-1 42 16,-3-2 30-16,3 0 31 0,0 0 42 0,-4 0 35 0,2 0 35 16,-1 2 0-16,2-2-8 0,-3 0-12 0,3-2-17 15,-2 2-26-15,-2-1-21 0,3-3-24 16,0 2-23-16,1-1-24 0,-1-3-1 0,1 0-14 15,1 3-13-15,0-2 3 0,1-1-17 0,-1 3-6 0,0-3-16 16,3 0-6-16,-1 2-20 0,3-1-13 0,1 0-7 16,1-1-3-16,3-3-4 0,0 4-6 0,3-4 7 0,3 3-6 0,-2 1-3 0,2-1 2 0,-2 4 9 0,0-2-12 15,-1 7 3-15,-2-2 2 0,0 3-8 0,0 0 1 0,-2 1 5 16,-2 3-5-16,-2 1-2 0,-1 3 13 0,-4 0-3 0,0 8 12 31,-6 0 10-31,-1 3 18 0,-5 4 2 0,-1 4 19 0,-5 2 8 16,-2 0 10-16,-2 2 5 0,0 2 14 0,-3-5-13 15,6 1-16-15,-2-1 0 0,1-5-13 0,4-1-6 0,2 1-12 16,3-9 4-16,3 2-27 0,1-5 10 0,1-2 4 0,6-2 2 0,0-3-3 16,2 0 3-16,7-4-1 0,-1 3-10 0,3-5 6 0,7-2-2 15,2 0-2-15,1 0-12 0,6-4-1 0,3-1 3 0,-4-3-3 16,4 2-4-16,0-4-29 0,1 0-29 0,-5-2-27 16,3 0-29-16,-2-2-47 0,-4 2-53 0,-4-1-69 0,-1 2-64 15,-4 1-62-15,-2 4-58 16,-7 1-79-16,0 5-61 0</inkml:trace>
  <inkml:trace contextRef="#ctx0" brushRef="#br1" timeOffset="267791.9255">21115 14729 1438 0,'0'0'34'0,"0"0"24"0,0 0 43 0,0 0 24 0,0 0 34 0,0 0 26 15,0 0 16 1,-9-33 31-16,-2 2-26 0,11 31-27 0,0 0-44 16,0 0-4-16,0 0-35 0,0 0-4 0,0 0-5 0,0 0-10 15,0 0-10-15,-55 106 9 0,47-72 1 0,-2 2-16 0,2 6 2 16,4-1-27-16,0 1-8 0,3 0-20 0,2 0 4 0,4-1-9 16,2 0-1-16,3 0-4 0,2-3-37 0,-1-1-34 0,4-3-65 15,3-1-80-15,-4-3-60 0,2-2-74 0,-2-3-70 0</inkml:trace>
  <inkml:trace contextRef="#ctx0" brushRef="#br1" timeOffset="268478.2217">21237 15165 1758 0,'-4'-11'41'16,"0"2"34"-16,1 0 44 16,2 0 35-16,-4 2 45 0,-2 2 18 0,3 1 37 15,-2-1 7-15,2 2-35 0,4 0-36 0,0 3-41 0,0 0-35 16,0 0-45-16,4 0-20 0,-4 0-34 0,2 0-12 0,0 4-3 15,0 0 3-15,2 3-1 0,0-1-5 0,0 5-4 16,1-2 5-16,2 4-3 0,0 2 9 0,1-1-1 0,0 3-10 16,-1-2 1-16,0-1 12 0,1 2-2 0,0-3-3 0,-1 1-1 15,0-1-1-15,1-4-1 0,0 4 9 0,0-5-6 0,0 0-6 16,0-2 9-16,-3 1-1 0,0-6 2 0,2 3-2 0,-4-1-8 16,0-3 7-16,1 0-2 0,-3 0 3 0,3 0-6 15,-4-2 4-15,1 2 1 0,-2 2 3 0,2-2 0 16,-1 0-2-16,0 1 7 0,-1-1 0 0,1-1 7 0,0 1-5 0,0 0-4 0,0-2-6 15,0 2 16-15,0-1-11 0,0 1-1 16,0 0-4-16,0 0-2 0,0 0-3 0,0 1 3 0,0-1 1 0,0 0-11 0,0 0 10 16,3 0-2-16,0 0 7 0,0-2-8 0,5-1 8 0,-5 3-2 15,3 0 4-15,1-1 1 0,-1-2-1 0,0 0-2 0,2 1-6 16,-1-1 7-16,-4 1-6 0,3-2 7 0,0 0 0 0,1 0 1 16,-3 0-8-16,3-2 7 0,-1-1 3 0,-1 0-4 0,3-1 4 15,0-1-5-15,-4 1-1 0,1-4-3 0,0 2 4 0,-1-1-6 31,1 1 3-31,-5-2-2 0,5 0 0 0,-3 0 6 0,-1-1-1 16,-1 4 4-16,0 1 16 0,0-1 7 0,-1-1-1 0,-1 1 14 16,0 5-4-16,-1-2-5 0,3-1 1 0,-3 3 1 0,3 0-9 15,-3-1 0-15,0 3 2 0,2 0-19 0,1-1 4 16,0 3-1-16,0 3-3 0,0-3 0 0,-4 2-15 16,4-2-9-16,0 2-5 0,-3 1 10 0,3-1-3 0,0 4-8 15,0-1 5-15,0 4 2 0,0 0 8 0,3 6 4 0,-3-1-6 0,0 3-2 0,0 0 4 16,4 3 8-16,-4 1 0 0,-4 3-12 0,4-2 9 0,0 7-5 15,4-1 4-15,-4 2 1 16,4 2-4-16,-3 4-3 0,1 0-4 0,1 2 9 16,0-1-5-16,1 1 3 0,-1-1 2 0,0 0-6 0,-3-1 4 0,3 0 0 0,-1-4 6 0,0 0-8 0,-2-4-1 15,0 1 3-15,-4-6-1 0,4-2 1 0,0-1 7 0,-3-6-5 16,3-1 0-16,-1-2 0 0,-3-3 5 0,3-3-5 0,-1-4 12 16,0-1 11-16,-1 0-1 0,0 0 8 0,-3-1-4 0,1-3 7 31,-1-3-12-31,-1 5 6 0,-5-5-4 0,1-1-11 15,0-1-5-15,-3-1 0 0,2-4-3 0,1 1-6 0,2-3 5 16,-1-1-25-16,6-2-18 0,-1-1-20 0,5-4-37 0,3-1-49 16,0-4-36-16,5 0-68 0,6-3-58 0,1 1-69 0,3-4-58 15,3 0-77-15</inkml:trace>
  <inkml:trace contextRef="#ctx0" brushRef="#br1" timeOffset="268650.8768">21789 15211 2867 0,'-4'-2'62'0,"1"2"22"0,-1-2 53 0,8-1 30 0,-8 1 24 0,2 2 5 0,-1 0 1 16,3-2 2-16,0 0-65 0,5 2-23 0,2-3-45 16,0 3-31-16,3-4-28 0,3 3-6 0,5-2-1 0,3 2-1 15,2-3 4-15,1-3-25 0,3 7-59 0,-2-5-58 0,1 4-67 16,-1-5-67-16,-8 6-70 0,2 0-69 0,-5-2-60 0,1 2-30 31</inkml:trace>
  <inkml:trace contextRef="#ctx0" brushRef="#br1" timeOffset="268979.307">22051 15066 1362 0,'6'-5'21'0,"-2"-2"33"0,-1-2 26 15,2 0 33-15,-1 0 13 0,0 1 25 0,0-3 19 16,6 3 18-16,-6-4-11 0,8 6-23 0,-2-5-18 0,2 2-19 0,-1 5-4 0,3-2-23 16,0 2-16-16,0 1-15 0,1 2-9 0,-1-2-11 0,-1 3-6 15,0 0-17-15,-1 0-6 0,-3 0-6 0,0 3-1 0,-4-2-1 16,0-1 1-1,-2 5 0-15,-3 0-6 0,-1 1 5 0,-1 0 12 0,1 2-1 0,-6 1 4 0,0 2-1 0,-1 2-3 16,-2-1-4-16,-1 4 12 0,2-2-7 0,0 2-17 0,0 1 9 16,1-2-2-16,2-1-3 0,3 3-6 0,1-5 7 0,2 4-2 15,3-4 5-15,1 2 5 0,2 0-9 0,3 0 2 0,-1-1 1 32,3-1 10-32,2 2-3 0,-2-3 10 0,0 0 5 0,3-1 11 15,-3-1 10-15,0 1-1 0,-1-3-1 0,-4 0 11 0,1-3 25 16,-6 0 9-16,4-2 3 0,-8 2 11 0,3-2 3 0,-3-2 4 15,-1 2 8-15,1-2-14 0,-3 4-28 0,-4 0-17 0,-4 0-12 16,0 1-20-16,-5-1-17 0,-1 4-49 0,0-1-42 0,-2-3-56 16,2 0-49-16,2-2-92 0,-1 2-68 0,3 0-103 15,-2-1-92-15</inkml:trace>
  <inkml:trace contextRef="#ctx0" brushRef="#br1" timeOffset="269219.3901">22203 14798 2271 0,'9'-7'32'0,"1"-1"35"0,0 5 24 0,2-4 36 0,-1 5 28 16,1 4 17-16,3-2 29 0,2 4 5 0,2 1-7 15,7 1-12-15,0 6-1 0,3 0-14 0,1 2-23 0,0 1-7 32,-2 7-10-32,2 1-6 0,-3 3-21 0,0 0-23 15,-4 3-6-15,-1 0-21 0,-4 0-2 0,-3 0-12 0,-1 0-14 0,-5 0 4 16,-4 0-2-16,-3 3-6 0,-4-3-16 0,-4 2 4 0,-2 1-2 0,-8-2-11 15,2 0-39-15,-7 2-40 0,-1-2-40 0,0-5-60 16,-2 0-69-16,2-4-88 0,-3 2-78 0,1-4-84 0,2-3-54 16</inkml:trace>
  <inkml:trace contextRef="#ctx0" brushRef="#br1" timeOffset="269531.9898">22442 14640 2201 0,'5'-21'33'0,"4"6"43"16,-3 0 24 0,4-4 20-16,2 10 24 0,-5-2 5 0,2 2 6 0,4 4 6 15,-2-2-30-15,2 7-42 0,2 0-12 0,1 4-8 16,3 3-18-16,-2 4 14 0,1 1-1 0,1 5-2 16,-2 1 0-16,-3 4 27 0,2 0 0 0,-2 3 8 0,-4 1 11 0,1-3 3 15,-8-2 8-15,0 1 21 0,0-2 19 0,1-5-16 16,-4-1 1-16,-4-2 30 0,4-5-12 0,-3 0 11 0,2-4-6 15,-3 0 10-15,3-2-7 0,-4-2-2 0,5-2 5 0,0 0-36 16,0 1-21-16,0-4-18 0,0-1-12 0,5-4-43 0,-2-2-13 16,0-5-22-16,5-2-32 0,0-7-35 0,3 1-19 0,2-3-28 15,2-1-32-15,0 3-22 0,0-1-41 0,-2 3-39 0,2 3-36 16,-1 4-44-16,-3 5-24 0,1 1-59 0,-4 5-36 0,-1 2-63 16,-1 3-33-1,3 2-31-15</inkml:trace>
  <inkml:trace contextRef="#ctx0" brushRef="#br1" timeOffset="270647.3988">3594 16852 1881 0,'-5'5'47'0,"4"-5"53"0,1 0 45 0,-4 3 58 0,0-1 31 0,-3 2 38 0,2-4 33 0,0 3 35 16,0-3-21-1,3 0-23-15,-3 0-21 0,2 0-43 0,0-3-15 0,1 3-25 16,2 0-25-16,0 0-28 0,0 0-24 0,0 0-30 0,0 0-30 16,5-1-12-16,0-2-11 0,3 3-17 0,6-3-9 0,2 1-14 15,6-1-37-15,3 1-23 0,8-2-34 0,1 0-46 0,2 0-64 0,5 1-59 16,-5 2-57-16,-1-2-61 0,-2 6-42 0,-3-2-46 0,-3 7-25 16,-3-1-9-16</inkml:trace>
  <inkml:trace contextRef="#ctx0" brushRef="#br1" timeOffset="270773.466">3858 17123 1927 0,'-28'17'50'0,"-1"-8"49"0,4 6 43 0,-1-5 41 0,-2-5 21 0,1 0 35 16,5-3 17-16,3-2 15 0,3 0-42 0,5 0-40 0,5 0-42 0,4-5-39 31,4 3-28-31,1-3-36 0,5 0-20 0,1 1-22 0,4-1-24 0,4-3-35 16,5 1-27-16,7-2-27 0,1-1-35 0,5-3-36 0,4 2-45 16,4-1-46-16,-2 2-43 0,2-2-52 0,1 4-40 0</inkml:trace>
  <inkml:trace contextRef="#ctx0" brushRef="#br1" timeOffset="271053.3364">4452 16722 2318 0,'-3'-10'22'0,"-3"3"33"0,-1 1 25 0,7 0 28 0,-9 0 38 0,4 2 19 15,-1 1 30-15,0 1 17 0,1 0-18 0,0 1-24 0,5 1-24 16,-3 0-19 0,6 1-45-16,-3 1-21 0,0-2-32 0,3 0-19 0,-3 4 0 15,0-3-10-15,2 3-4 0,-1 2-4 0,-1 3 22 0,4 1 31 0,2 7 5 0,-2 2 2 0,3 3 0 0,-4 2 2 16,5 5-3-16,-3-3-2 0,4 4-14 0,-3-4-27 0,-2 1-3 16,1-1-1-1,-1-1-8-15,1 1-1 0,-1-2 5 0,0 1 4 16,-1-3-6-16,0-3-43 0,2 2-33 0,-2-4-60 0,0-2-57 0,1-1-81 15,0-1-61-15,-3-1-87 0,-2-2-68 0</inkml:trace>
  <inkml:trace contextRef="#ctx0" brushRef="#br1" timeOffset="271397.1747">4558 16815 2063 0,'0'-11'34'0,"0"4"28"0,7-3 23 0,-6 5 23 0,1-3 16 16,-2 3 2-16,0-2 2 0,4 1 1 0,-1 1-38 0,1-1-24 0,-1 2-21 0,3-1-24 0,4 3-13 0,-1-1-4 16,2 1-2-16,-1 2 2 0,2 2 2 0,0 0-3 0,-2-1-1 15,-2 5 6-15,2-1 22 0,-4 3 9 0,2 1 4 0,-2 3 11 32,-1 1 32-32,0-1 22 0,-2 4 6 0,0 0 13 0,-1 1-6 15,-2 1 10-15,0-1 8 0,-2-2 1 0,1 6-22 0,-4-3-11 0,2 1 10 16,-2-5-15-16,0 4-16 0,-1-2-11 0,1-1-8 0,-1-1-15 15,3-2-8-15,-2 1-8 0,3-4-9 0,1-2-10 16,1 3 5-16,1-4-8 0,-1-2-5 0,2 1 3 0,1 0 3 0,5-1-1 16,-3-1-6-16,7-3 2 0,-2 3-9 0,4-3 7 0,2 2 0 15,1-2-13-15,2-3-25 0,2 1-20 0,1-1-38 0,-3-1-26 16,1-2-39-16,2-1-62 0,-4 3-56 0,3-3-59 0,-4 1-53 0,-3 2-56 16,-4-1-44-16</inkml:trace>
  <inkml:trace contextRef="#ctx0" brushRef="#br1" timeOffset="271723.5513">5257 16716 1233 0,'0'0'44'0,"0"0"40"0,0-4 46 16,0 3 23-16,0 1 39 0,-2 0 37 0,-3 1 27 0,2-1 29 15,3 3-22-15,-3-3-9 0,1 1-36 16,2-1-15-16,-1 0-29 0,1 0-23 0,0 0-28 16,0 3-33-16,0-3-18 0,1 0-35 0,-1 0-14 0,0 5-3 0,0-2-15 0,0 3-12 0,2 2 23 15,-2 4 7-15,3 5-6 0,0 3 9 0,2 1 8 0,0 8-6 0,0 0 2 16,1 3-2-16,-1-1-20 0,-1 0-4 0,1 1 2 0,0 0-35 15,3-1-37-15,-4-4-50 0,1-1-52 0,2-1-51 0,-2-1-86 16,-4-1-62 0,2-3-80-16,2-1-29 0</inkml:trace>
  <inkml:trace contextRef="#ctx0" brushRef="#br1" timeOffset="271888.2109">5244 17073 2589 0,'-11'-8'37'0,"3"3"35"16,0-3 43-16,2 4 17 0,-5 0 39 0,1 1 9 0,4 0 15 15,1 1 12-15,3 0-30 0,2 1-35 0,4-1-34 0,-1 0-24 16,3 1-47-16,1-3-1 0,5 3-13 0,4-6-14 0,6 5-9 16,2-5 0-16,4 2-10 0,2-3-17 15,7 0-7-15,-1 0-47 0,-1 0-28 0,0 1-52 0,-2 0-44 0,-3 3-51 0,-1-1-38 0,-6 2-43 16,-1 0-32-16,-4 3-25 0,-3-1-24 0</inkml:trace>
  <inkml:trace contextRef="#ctx0" brushRef="#br1" timeOffset="273277.3674">6009 16690 1471 0,'0'-3'38'15,"-1"-1"19"-15,2 3 20 0,-1-3 25 0,-3 4 6 0,1-2 19 16,-1 2 15-16,0 2 15 0,-3-4-26 0,4 4-9 0,2-2-12 15,-4 0-14-15,0 0-3 0,-1 2-17 0,2 1-13 0,-3 1-8 0,-2 2 1 16,-6 0 11-16,0 6 3 16,-2 1-3-16,0 7 12 0,-5-2 6 0,1 11 22 15,1-1-2-15,0 2-11 0,3 4-24 0,2 1-6 0,2-1-3 0,2 1-12 0,5 1 3 0,0-3-22 0,5 0-1 16,0-2-4-16,3-2 10 0,6 0-1 0,0-4-1 0,2-1-6 16,0-2-11-16,6-2-8 0,1-2 6 0,1-6-4 0,1 1-8 31,3-6 1-31,-1-2 4 0,1-1-9 0,1-3 11 0,-2-6 1 15,-1 2-10-15,-4-4 5 0,-1-2 7 0,1 1-3 0,-7-2-4 16,-2-2 10-16,1-2 11 0,-6-3 24 0,0 0 20 0,-6 2 32 16,0-3 8-16,-3 1 3 0,-4-3-3 0,-1 5 0 15,-3 0-6-15,1 2-25 0,-4 2-21 0,1-1-29 0,-1 6-18 16,-1 1 2-16,3-1-13 0,3 6-5 0,0-1-32 0,1-2-37 0,3 6-33 0,2-2-68 16,-1-1-47-16,4 3-75 0,3 2-50 0,-3 3-77 0,-2 1-41 15,4 3-50-15,1 0-45 0</inkml:trace>
  <inkml:trace contextRef="#ctx0" brushRef="#br1" timeOffset="273778.7059">6175 17041 1287 0,'6'-2'27'0,"-6"-1"29"0,5 0 21 0,-5 1 20 16,0 0 26-16,0 2 4 0,0 2 8 0,2-2 1 0,-2-2-27 16,1 4-30-16,-1-2-19 0,4 0-21 0,-3 2-23 0,2-2 5 0,-1 1 1 15,1 1 8-15,0 1 8 0,2 2 19 0,-1-4 4 16,1 6 7-16,-1-1 9 0,0 1-3 0,1 2-4 0,0 1-8 0,-1 0 7 16,1 2-2-16,-2 0 0 0,-3 2 9 0,4 2-10 0,-3-2-3 15,1 1-6-15,-2-1-2 16,0 3-15-16,-2-3-13 0,2 1-5 0,-3 0-15 0,1-1-4 15,-1-2-3-15,0 0 5 0,1-3-4 0,-2 2 4 16,1-2-1-16,1-2-4 0,-1-2 4 0,1 0 1 0,1-1 3 16,-1-3-4-16,2 1 4 0,0-4 0 0,3 1-4 0,-3 0 0 15,2-2-6-15,-2 0-8 0,3-1-2 0,-1 1-9 16,-1-2-5-16,1-4-3 0,1-1 7 0,0-2 1 0,-3 0 2 16,3-5 7-16,0 0 1 0,-1-3 14 0,0-1 10 0,1 1 9 15,-3-3 24-15,1 3 14 0,1 0 12 0,-2-1 9 0,5 2 18 16,-5 1 12-16,3 1 17 0,-3 3 5 0,6-1-11 0,-6 5-7 15,0 2-3-15,0 0-1 0,0 4-14 0,0 3-16 0,-2-1-30 16,2 4-12-16,-4-2-22 0,2 2-2 0,2 1-7 0,2-1-18 16,-2 1 1-16,3 1 0 0,0 1 2 0,3 3-4 0,1-1 8 15,1 5-1-15,1 2-3 0,4 1 11 0,1 2-8 0,-1 0-14 16,1 2-22-16,2-1-26 0,0 0-38 0,1-2-59 0,-2-2-24 16,3 1-75-16,1-3-57 0,-3 0-55 15,-2-3-44-15,5-1-51 0,-2-1-27 0</inkml:trace>
  <inkml:trace contextRef="#ctx0" brushRef="#br1" timeOffset="274129.8624">6631 17045 2977 0,'-10'0'61'0,"5"3"54"0,-3-6 31 0,6 3 53 0,-3 0 31 16,-2 0 22-16,4 0 14 0,1 0 21 0,2-1-56 15,0-2-37-15,2 1-32 16,1 1-49-16,0-1-24 0,3 0-33 0,-1 1-12 0,1-1-22 0,3 0-3 0,0-3-14 0,5 3 2 0,2-4-3 16,5 2-13-16,2-1 14 0,1 0-27 0,1-2-38 0,-1 0-37 31,1 2-59-31,1-2-45 0,-5 1-78 0,-1-1-54 0,-3 2-100 16,-4 1-45-16,2-1-50 0</inkml:trace>
  <inkml:trace contextRef="#ctx0" brushRef="#br1" timeOffset="274502.5911">7114 16740 2470 0,'-5'-1'38'0,"-1"-2"41"16,1 0 35-16,5-1 20 15,-5 4 21-15,-2-2 26 0,0 1 7 0,4 1-1 0,0-2-30 0,0 2-36 0,1 0-26 0,0 0-24 16,1 0-24-16,2 2-25 15,-2-1-12-15,1 1 2 0,-2 2-7 0,2-1-3 16,-3 6-14-16,3 4 6 0,-3 2 7 0,2 6-1 0,-2 1 9 0,-1 6 7 0,4 1-6 0,0 4 5 0,0-2 4 16,0 2 3-16,2-1-11 0,3-3 8 0,2 1-6 0,3-2-4 15,-4-3-1 1,8-1 4-16,-4-2 2 0,3-3-2 0,1-3 0 0,-3-1-2 16,1-5-2-16,1 0 1 0,1-3 9 0,-3-4-6 0,-1-1-2 15,-2-2 6-15,3-1 6 0,-3-4-1 0,0-1 13 0,-1-6 2 16,-2 0 6-16,0-5 10 0,3-1 18 0,-5-4 2 0,-1 0 7 15,-2-1 12-15,-2-1-4 0,2 2 0 0,-4 0-13 0,-3 2-10 16,-3 3-15-16,1 1-16 0,1 3-8 0,2 4-18 0,-6 2-39 16,3 1-31-16,1 2-32 0,-3 1-54 0,2 6-38 0,1 1-53 15,-2 2-66-15,-2 1-66 0,-1 5-29 0,1 5-58 0,2 2-45 16</inkml:trace>
  <inkml:trace contextRef="#ctx0" brushRef="#br1" timeOffset="276087.9759">7690 16739 1032 0,'0'-3'23'0,"1"0"36"0,-2-1 25 0,1 2 32 0,0 1 27 16,-2-1 33-16,-1-3 24 0,0 5 30 0,3 0-12 0,-2-3-22 15,0 3-15-15,2 0-29 0,0 0-29 0,0 0-30 0,0 3-28 16,0-3-24-16,0 3-21 0,2 2-10 0,0 1 35 0,1 6 12 31,3 4 16-31,0 5 11 0,2 3 7 0,0 7 1 0,3 1 3 16,0 7-1-16,0-3-50 0,2 5-9 0,-4-2-12 0,1-1-20 15,-1-1 2-15,-1-1-15 0,0-3-42 0,0-3-55 0,1-1-50 16,-4-3-97-16,2-1-65 0,-4-4-91 0</inkml:trace>
  <inkml:trace contextRef="#ctx0" brushRef="#br1" timeOffset="276236.9976">7587 17149 2794 0,'-12'-11'33'16,"0"4"32"-16,2-1 18 0,2-1 17 0,-1 1 16 0,4 4 7 15,1-2 2-15,4 4-1 16,0-2-36-16,4 1-34 0,4 0-17 0,6-2-16 16,4 0-14-16,4-1-10 0,5 1-7 0,6-2-13 0,5-1-35 0,6 1-51 0,-1 2-49 0,1 0-73 0,-1 3-66 0,-3-3-92 15,2 5-69-15</inkml:trace>
  <inkml:trace contextRef="#ctx0" brushRef="#br1" timeOffset="276626.5223">8173 16782 1904 0,'-8'-3'25'0,"-2"-2"33"0,1 1 21 15,5-1 27-15,-3 1 28 0,-1-1 18 0,2 2 25 0,-3-1 12 16,5 3-9-16,1-2-31 0,0 2-19 0,3-2-25 0,1 3-29 15,-1-1-14-15,4 0-29 0,-1 1-10 0,3-3-17 0,5 3-8 16,2-2 4 0,2 2-4-16,3-1 2 0,4 1-6 0,2 0 8 0,1 0-4 15,-1 1 2-15,3-1 3 0,-2 0-4 0,-1 2 2 16,-1-2-4-16,0 0 5 0,-3 0-6 0,-3 3 4 0,1-3-3 16,-2 0 8-16,-5 0-5 0,0 1 2 0,-3-1 4 0,-4 0-8 15,0 1 7-15,-3-1 8 0,-2 3 30 0,-1-2 11 0,2 2 22 0,-2-2 13 16,-2 3 25-16,0-2 11 0,0 1-1 0,1 0-11 15,0-2-30-15,-1 2-10 0,1 4-15 0,-2 1-11 0,1 3-21 16,0 4-12-16,0 3 0 0,-2 3 4 0,2 6 3 0,-2-1-4 16,3 5-8-16,0 1 2 0,3-1-34 0,-2 1-44 0,5 2-61 15,2-5-60-15,-2 2-84 0,0 0-79 0,2-1-90 0,-3 1-85 16</inkml:trace>
  <inkml:trace contextRef="#ctx0" brushRef="#br1" timeOffset="277207.6476">8334 17236 2399 0,'-9'-9'31'0,"3"2"30"0,-3-2 19 0,5-1 14 0,-1 0 14 0,1 2 5 0,2-3 6 0,4 1-4 16,-1 0-28-1,5 1-31-15,4-2-23 0,1-1-11 0,3 1-14 0,4 0-5 16,2 0-15-16,2-2-26 0,6 1-39 0,-2 2-42 16,1-1-40-16,-2 6-39 0,0-2-36 0,0 2-31 0,-3 0-12 15,-1 2 10-15,-5 3 21 0,-2 0 24 0,0 0 44 0,-4 0 32 0,1 0 36 16,-5 0 30-16,1 3 28 0,-6-3 22 0,2 3 29 15,-3-1 38-15,-3-2 17 0,3 3 30 0,-1-3 20 16,-3 2 19-16,-3-2 15 0,7 2 16 0,-3-2-15 0,1 0-10 16,0 0-17-16,1 0-27 0,-1 2-21 0,4-2-14 15,1 1-19-15,-1 1-3 0,1-2 15 0,1 5-10 0,-1-1 4 16,2-1 6-16,3 5 3 0,-1-1-3 0,0 0-2 0,3 4-9 16,0-1-22-16,0 1 0 0,0-2-1 0,3 0-5 0,-1-2-4 15,-2 1 6-15,1-3 0 0,1 0-6 0,-2-1 9 16,2-4 8-16,-4 3 8 0,0-3 18 0,0 0 18 0,-3-3 11 0,1-1 9 0,-1-1 11 0,-2-2 7 0,2-3 10 15,-2 1 3-15,0-3-5 0,1-3-11 0,0 2-1 0,-1-3 8 32,0-1 3-32,-3 0-6 0,2 0-13 0,-2 2 0 0,0 0-3 15,-2 2 13-15,2 1 2 0,0 1-15 0,-6 4-11 0,6 3 0 16,-4 1-6-16,4 0-12 0,-4 3-16 0,3 0-11 0,-1 3-21 16,-1 0-9-16,3-1-1 0,-2 0-1 0,2 5-3 0,-1-1 2 15,2 3 7-15,-1 5-6 0,2 3 1 0,-2 3 4 0,3 6 3 16,-1 2-6-16,1 1 7 0,3 1-3 0,0 2-7 0,2 2-6 15,1 4-2-15,1-1-3 0,5 0-1 0,0 1-2 0,1 0 5 0,1 4-4 16,1-1 7-16,-1 0 4 0,4-2 4 0,-5 0 3 0,1 0 0 16,-4-6 3-16,-2 1-4 0,0-3 4 0,-2-4-3 0,-4-1-5 15,-1-3 12-15,-4-1 10 16,-2-6 19-16,-1 1 8 0,1-5 24 0,-4-2 20 0,-1-3 16 16,-2-2 7-16,1 0-3 0,-2-2-9 0,1-4-22 0,-7-3-5 0,2 0-29 0,-2-1-14 0,-3-4-20 0,2-1 0 15,-4-6-9-15,2-1-31 0,0-6-26 0,1-3-36 0,1-3-40 16,2-4-38-16,0-3-50 0,3-3-32 0,4-5-62 0,5 2-20 15,1 0-40-15,2 2-39 0,5-1-48 0</inkml:trace>
  <inkml:trace contextRef="#ctx0" brushRef="#br1" timeOffset="277395.2753">9126 17044 2818 0,'-3'1'55'15,"-5"-1"39"-15,5 0 56 0,3-1 16 0,-2-2 29 0,-1 1 11 16,0 1 2-16,1-1 1 0,4 0-52 16,3 1-42-16,-2-1-54 0,5 0-17 0,0 0-28 0,3-1-13 15,4 2 1-15,0-3-6 0,5 1-1 0,1 3-32 0,1-4-32 0,0 2-48 0,0-1-61 16,-1 1-45-16,-4 1-74 0,-1 1-54 0,-3 1-85 0,-2 0-34 16</inkml:trace>
  <inkml:trace contextRef="#ctx0" brushRef="#br1" timeOffset="277710.0158">9412 16898 2411 0,'0'-4'47'0,"0"-4"33"0,0 3 19 0,5-3 24 16,-2 1 10-16,-3-2 4 0,2 1 9 0,5-1-6 0,0 2-43 15,-1-2-35-15,4 1-18 0,4 0-22 0,-1 2-12 0,2-2-4 16,0 5-12-16,0-1 12 0,0 4-9 15,2 0 5-15,-1 4-4 0,-2-1 0 0,-1 4-1 0,-1 0 2 0,0 1 5 0,-6 0-8 16,-1 4 25-16,-2-3 13 0,-3 3 18 0,0 3 10 0,-2 1 29 16,1 1 24-16,-4 1 17 0,3 0 30 0,-4 4-2 0,-1 0 1 15,-2-2 6-15,1-1 3 16,0 2-14-16,-1 2-27 0,-2-2-21 0,3-2-29 16,1 1-11-16,-2-3-15 0,6 2-22 0,-2-4-14 0,4 0-8 15,2-2 6-15,1 0 13 0,1-3-3 0,5 0-3 0,-2-1-7 0,5-2 0 0,2 1-17 0,-2-6-33 0,3 2-36 31,4-5-51-31,0 0-40 0,0-1-63 0,4-3-46 0,-2-4-73 16,1-1-57-16,1 3-46 0,-6-4-47 0,1 2-66 0</inkml:trace>
  <inkml:trace contextRef="#ctx0" brushRef="#br1" timeOffset="278010.5419">9891 16787 2318 0,'-1'-3'48'0,"-3"1"27"0,1 0 25 15,0 1 10-15,2 1 5 0,-2 1 2 0,-1 1-2 0,4 0 0 0,0 1-56 16,0 1 2-16,2 4-2 0,3 2-12 0,2 5 9 0,0 4-5 0,-1 4 15 16,4 2 10-1,2 4 7-15,-1 0-16 0,3 5-17 0,-4-3 8 0,1 0 0 16,0-2 25-16,-3-1-6 0,3-3 0 0,-2-3 8 0,-1 3 13 16,-3-8 10-16,0 0-3 0,-2-3 1 0,1-1 11 15,0-4 7-15,-4-1 8 0,-3-4 20 0,6 1-21 0,-6-2 19 0,6-3 15 0,-7-3-17 0,4 3-25 0,-2-5-7 0,0 1-23 31,2-4-24-31,0-1 1 0,-1-6-35 0,-1 2-21 0,1-8-3 16,-3 0-1-16,1-4-12 0,1-4-2 0,-1-3-40 0,-2-3-30 16,-2-2-27-16,1-1-26 0,-1-4-46 0,2 1-49 0,-1 3-45 15,0-1-29-15,-1 4-18 0,1 2-21 0,1 8-42 0,4 3-43 0,-3 10-36 16,-3 0-30-16</inkml:trace>
  <inkml:trace contextRef="#ctx0" brushRef="#br1" timeOffset="278295.1553">10250 16724 2965 0,'1'0'54'16,"-2"-2"17"-16,1 2 26 0,5-3 14 0,-7 3 2 0,-3 0-2 16,4 5-5-16,-2-5 2 0,3 3-29 0,4 3 13 0,1 1 2 15,3 4 2-15,3 3 13 0,5 5-3 0,0 3 4 0,3 3 7 16,1 4-26-16,1 2-34 0,-1 1-24 0,-4 1-24 0,0 3-11 16,-2 0 4-16,-1-1-47 0,0 0-53 15,-3-2-53-15,0 0-58 0,1-3-94 0,-2 0-62 16,-4-2-106-16,-1-2-75 0</inkml:trace>
  <inkml:trace contextRef="#ctx0" brushRef="#br1" timeOffset="278462.1396">10373 17210 2661 0,'-11'-4'50'0,"3"-1"43"0,0 2 22 16,8-2 19-16,-6-2 19 0,3 5 13 0,0-3-4 0,6 0 4 15,0 0-52-15,5-2-46 0,3-3-19 0,6 3-18 0,5-3-21 16,1 1-10-16,4-1 5 0,3 0-10 0,3 0 4 0,0 1-9 15,3 1-26-15,-4-1-23 0,-1 4-8 0,-1-2-37 0,-4 2-40 16,-2 0-23-16,-4 1-42 0,1 1-36 0,-7 3-26 0,0 0-26 16,-3-2-57-16,0 2-26 0</inkml:trace>
  <inkml:trace contextRef="#ctx0" brushRef="#br1" timeOffset="279906.7506">11075 16874 833 0,'0'0'17'0,"0"0"29"15,0 0 18-15,-17 17 24 0,17-17 35 0,0 0 18 0,0 0 22 0,0 0 26 16,0 0 6-16,0 0-8 0,0 0 1 0,-13 7-3 16,13-7-31-16,0 0-5 0,0 0-10 15,0 0-3-15,0 0-15 0,0 0-15 0,0 0-12 0,-17-4-5 0,17 4 8 0,0 0 0 16,0 0-4-16,0 0-23 0,0 0-8 0,0 0-4 0,0 0-4 0,-13-13-9 16,13 13-19-16,0 0-6 0,0 0 0 0,0 0 5 15,-2-15-23-15,40-31-2 47,-38 46 19-47,52-40 3 16,-9 13-11-1,-38 27-13-15,1 0-1 0,2 0 0 16,-3 2 4-16,3-1-2 0,1 4-3 0,-1-4-2 0,0 6 2 16,2-2 8-16,-1 3-8 0,-1 1 3 0,0-1-1 0,0 4 5 15,1-3 2-15,-4 4-6 0,1-1 7 0,-2 2-1 0,-1 0 2 16,-3-1 5-16,0 2-7 0,-5-1-2 15,2-2 1-15,-2 2 2 0,-1-1-6 0,-2-1-3 0,0-1 8 16,0-2-7-16,2 0 7 0,-1 0-3 0,0-1 6 0,0-4-1 0,1 4-2 0,1-3 2 16,0-1-11-16,1-1 6 0,2-1-2 0,1 1 2 0,1-3-4 15,0 0 4-15,1 0 3 0,2-2-2 0,0 2 4 0,0 0-4 16,2 0-3-16,0 2 7 0,3-2-4 0,4 3 1 0,-2-2 4 16,3 2-4-16,4 1 2 0,-4-3-4 0,4 4 3 0,2-2 0 15,-1 1 1-15,0-2-3 0,-2 1-10 0,0 1 10 0,-2-1 3 0,2 2-3 16,-5 0 7-16,-1-1-3 0,-1 3 5 0,-3-2-2 15,-1 0 14-15,-5 0 3 0,3 0-6 0,-4-3 17 0,1 5-4 16,-2-2 4 0,-4 0 0-16,-4 1 0 0,1 0-10 0,-1 2-4 0,-3 3 0 15,-4-1-10-15,-1-2-3 0,-2 4-2 0,0-2-18 0,0 2-24 16,2-5-32-16,-3 5-30 0,1-7-43 0,2 5-43 16,0-3-32-16,2-2-64 0,2-1-29 0,1 2-38 15,0 0-23-15,2-1-46 0,3-2-18 0</inkml:trace>
  <inkml:trace contextRef="#ctx0" brushRef="#br1" timeOffset="281087.8136">11761 16627 437 0,'0'-3'15'0,"-3"3"20"0,3 3 22 0,0-3 15 0,0 2 20 0,-1-2 11 0,-1 1 28 16,-4 1 1-16,2-2 1 0,-1 3 2 0,1-2-9 0,-2 0 6 16,-1 3 4-16,2-1-5 0,-4-1 11 0,4 1 18 0,-7 2 4 15,4 2-1 1,-2 2 16-16,-1 4-10 0,2 2-10 0,-1 3 4 0,2 7-5 16,-3-1-9-16,3 9-8 0,1 2-18 0,3 1-17 0,4 3 3 15,0 1-10-15,2-1-10 0,4 2-33 0,5-2-13 0,0 0-12 16,7-2 3-16,-4-1-14 0,8-2-15 0,0-3-1 0,2-2-6 15,4-3-22-15,-1-3-15 0,3-1-39 0,2-4-41 0,1-3-57 16,-2-5-44-16,-1 2-80 0,-4-5-51 0,1 1-42 16,-2-4-53-16</inkml:trace>
  <inkml:trace contextRef="#ctx0" brushRef="#br1" timeOffset="283294.3238">12020 16944 447 0,'0'0'39'16,"0"0"5"-16,0 0 9 0,0 0 18 0,0 0 15 16,0 0 10-16,0 0 14 0,0 0 3 0,0 0-10 0,0 0-5 15,0 0 13-15,0 0-9 0,0 0-4 0,0 0-7 0,0 0-2 31,0 0-2-31,0 0-3 0,0 0-4 0,0 0-16 16,0 0-2-16,0 0-19 0,0 0 2 0,0 0-17 0,0 0-7 0,0 0 9 0,0 0 9 16,17 17-5-16,-15-12 17 0,3 2 6 0,1 3 2 15,2 1 7-15,2 0-3 0,-6 0 4 0,1 2-10 0,-2 2-1 16,2-1-24-16,-2 1 2 0,-3 1-9 0,2-1-3 0,-2 1 4 0,0 1-22 16,-2-2-2-16,1 1 2 0,-2-1 0 0,-1-3-1 15,1 0 0-15,0 1 0 0,1-3 1 0,-1-1 0 0,2-4-4 16,-4 4-2-16,2-4 2 0,3-5 16 31,0 0-21-31,0 0-14 0,0 0 1 16,0 0 1-16,0 0-6 0,0 0-1 0,0 0-9 0,0 0 15 0,3-34 0 0,-3 34-1 15,0 0 3-15,9-161 22 0,-7 139-11 0,4 0 11 16,-4 2 4-16,3 1 2 0,-2 0 11 0,2 2 7 16,-2 2 9-1,0 1 10-15,0 4 18 0,-3 3 3 0,0 0 12 0,3 2-9 16,-6 0-2-16,3 5-4 0,0-2-12 0,0 2-15 15,0 0-17-15,-2 2-6 0,2-2-16 0,0 0 4 0,0 2-7 16,0 1-3-16,0-1 5 0,2 1 2 0,-2 4 11 0,5 1 16 0,0 1 10 16,-2 6 2-16,3-1 8 0,3 3 5 0,-2 3 0 0,1 1-5 15,2 0-5-15,-1 0-19 0,-1 0-7 0,0 1-5 0,2 2-9 16,-1-4-3-16,-1 1-3 0,2-2 2 0,-2 1 0 16,2-3 2-16,1-1-3 0,3-1-4 0,-3-5-38 0,2 2-29 0,0 0-40 15,-1-7-59-15,-1 3-51 0,2-4-80 0,-2 1-54 0,-2-2-80 16</inkml:trace>
  <inkml:trace contextRef="#ctx0" brushRef="#br1" timeOffset="283697.2557">12409 17044 1558 0,'-5'0'58'0,"2"0"40"16,0-3 51-16,3 3 33 0,-4 0 42 0,2 0 26 0,0 3 30 15,2-3 19-15,0 0-49 0,0 0-32 0,0 0-50 32,4-3-39-32,-1 3-46 0,1 0-21 0,-1-2-36 0,2 1-14 0,3-1-7 15,0 2-7-15,5-3-1 0,-1 1 10 0,6 2-2 0,-2-3-5 16,4 2 0-16,0-2-15 0,1 2-48 0,-2 0-23 0,-1-2-53 15,-3 0-45-15,-2 3-54 0,-1 0-47 0,-2 0-70 0,0 0-37 16,1 0-38-16</inkml:trace>
  <inkml:trace contextRef="#ctx0" brushRef="#br1" timeOffset="284013.4774">12725 16845 1680 0,'0'-1'37'0,"-3"0"48"0,3-2 39 0,0 3 36 16,-3 0 23-16,3 0 33 0,-5 0 21 0,4 0 7 0,1 0-18 0,1 0-37 15,-1 0-33-15,0 3-35 0,2-3-23 0,-2 1-38 16,1 0-21-16,1-1-14 0,-2 4-15 0,0 1 25 0,3 3 24 0,0 2 12 15,-1 1 8-15,3 4-1 0,2 5 1 0,-2-1 12 16,3 5-13-16,0-2-34 0,0 2-29 0,-2 0-13 0,-1-2-4 0,3 2 2 16,-3-2 2-16,2-1-7 0,-3 1 10 0,0-2-1 0,1-3-2 15,0-1 3-15,0-1-46 0,1-3-35 0,-1-2-52 0,0 0-62 16,-2-3-63-16,-2 0-77 0,-2-2-78 0,2 0-102 0</inkml:trace>
  <inkml:trace contextRef="#ctx0" brushRef="#br1" timeOffset="284314.3242">12807 16729 2271 0,'-1'-3'36'0,"-2"-1"36"0,4-2 22 0,1 2 12 15,-2 2 11-15,0-1 6 0,-2 1-4 0,4 1 2 0,-1 1-43 0,3 0-30 16,-1 0-23-16,3 1 5 0,2 1 0 0,2 2 3 0,2 1-1 15,4 1 16-15,2 3 14 0,2 0-3 0,0 4 19 0,1-1-13 16,1 5-10-16,0 0-5 0,-1 0 36 0,-2 4-22 16,0-1 6-16,-2 0 17 0,1-2-24 0,-1 5 3 0,-3-4 0 0,2 2-7 15,-5-1-27-15,0 1 10 0,0-4-4 0,-3 5-16 0,-3-2 11 16,-2-4-7-16,0 4-5 0,-3 0 8 0,-3-2-1 0,1-1-4 16,-4 3-17-16,-2-3-5 15,-3 0 3-15,3 0-5 0,-3-1-24 0,0-3-26 0,-2 4-43 0,-1-7-46 0,3 2-46 0,1-2-52 16,-2-3-73-16,-1 3-54 0,1-1-51 0,2-2-39 0</inkml:trace>
  <inkml:trace contextRef="#ctx0" brushRef="#br1" timeOffset="284749.4785">13062 16496 1915 0,'-5'-5'40'0,"1"1"31"16,4-3 37-16,-4 1 25 0,4-1 19 0,-3 2 15 0,1 1 4 0,2-1 5 15,0 4-44-15,0-2-27 0,0 2-38 0,2-2-31 16,0 6-19 0,3-1-9-16,1 4-3 0,5 0-4 0,0 2 5 0,3 3 8 15,4 2 6-15,0 1 7 0,0 4 40 0,2 1-1 0,-2 0 7 16,-1 0 23-16,-4-1 17 0,3 1 6 0,-3-2 11 0,-3 0 24 16,-2-3-23-16,0-4 24 0,-3-1 13 0,-2-2-4 0,2-2 14 15,-5 0-11-15,0-2 31 0,-2-3-15 0,2 0 5 0,-3 0-6 16,3 0-10-16,0-2-16 0,-3 1-23 0,3-4-6 0,3 0-44 15,-3-2-14-15,3-6-27 0,0-3-26 0,2-5-10 0,0-4-6 16,3-1-50-16,-2-6-29 0,4 1-42 16,-4-3-23-16,0 2-38 0,-1 2-36 0,4 1-59 0,-4 1-43 0,-2 7-35 0,-1 1-27 15,1 8-27-15,-1 3-45 0,-4 4-39 0,-1 4-23 0,1 1-23 16</inkml:trace>
  <inkml:trace contextRef="#ctx0" brushRef="#br1" timeOffset="285386.9306">11938 16902 700 0,'2'-1'18'0,"-4"-2"19"0,2 3 20 0,-1 0 19 0,2 0 23 0,-2 0 3 0,-1 0 14 0,2 0 20 0,0 0-10 16,0 0-12-1,3 0-21-15,-1 0-20 0,-2 0-23 0,2 0-4 0,-1 0-15 16,3 0-20-16,-4 0-7 0,2 4-4 0,1-1 0 16,4 2 0-16,-1 3 0 0,2-2 1 0,1 2-1 0,-1 1 3 0,2 4 0 15,-1-1-3-15,-1 2-3 0,2-2 1 0,-4 2-12 16,2 2-32-16,-2-2-27 0,-3-2-43 0,4 2-45 16,-4-2-51-16</inkml:trace>
  <inkml:trace contextRef="#ctx0" brushRef="#br1" timeOffset="288049.0408">13901 16641 1042 0,'-1'0'30'0,"-3"-4"16"0,1 4 32 31,-3 0 17-31,3 0 13 0,0 0 28 0,1 0 13 0,1 3 11 15,1-3-15-15,0 1-5 0,1-2-20 0,-1 2-11 0,2-1-13 16,0 0-20-16,-4 0-15 0,4 0-9 0,-4 3-21 0,4-3-10 16,-2 2-9-16,0-1-10 0,1 4 42 0,1 4 6 0,-1 0 21 15,2 8 18-15,0 1 2 0,0 6 5 0,-1 5-4 0,1 4 9 16,1 0-43-16,0 5-15 0,-2-2-21 0,1 1-12 0,0 1-4 16,3-1-1-16,-2-2 0 0,-3 4-8 0,2-5-20 15,-1-3-46-15,1-1-49 0,0-2-63 0,-6 0-72 16,0-5-55-16,3-5-85 0</inkml:trace>
  <inkml:trace contextRef="#ctx0" brushRef="#br1" timeOffset="288246.2958">13623 17172 2213 0,'-14'-6'35'0,"3"2"24"0,3-1 36 0,5-3 22 0,-5 4 31 16,3 2 7-16,2 1 8 0,1-1 3 0,2 2-38 0,0 0-21 31,4 0-37-31,2 0-21 0,5-3-29 0,3 1-5 0,7-2-14 15,5-1 1-15,4-1 3 0,5-1-5 0,8 0 3 0,4-3-3 16,-2 3 0-16,2-1-2 0,-1 1 4 0,1 0-2 0,-4 1-2 0,0 1-9 16,-7-3-44-16,-1 5-36 0,-8-3-56 0,-4 3-51 15,-2 0-72-15,-4 1-54 0,-2-1-75 0</inkml:trace>
  <inkml:trace contextRef="#ctx0" brushRef="#br1" timeOffset="290987.3674">14467 16840 741 0,'-4'-3'12'0,"2"3"18"0,1 0 12 0,-1 0 6 0,2 0 16 0,-7 0 11 15,4 0 8-15,-2 0 8 0,5 0 8 0,-4 0 1 0,2 0-11 16,-2 0-4-16,4 0-10 0,0 0 2 0,0-1 10 16,2 1-1-16,-4-3-8 0,4 3 1 0,-4-3 9 0,4 1 18 0,-2 0 8 15,2-1 7-15,-2 0-5 0,2-1-5 0,-1-1 3 0,-1 2-11 32,0-4-3-32,3 0-28 0,-1-3-9 0,0 0-15 0,2-2-9 15,-2 3 4-15,5-4-16 0,0-1-2 0,-1 0-5 0,4 1 10 16,-3 1 2-16,0 0-3 0,-1 1-4 0,3 1-2 0,-5 3-4 15,4 1-6-15,-2 2-5 0,-1-1-8 0,2 5-2 0,-1 0-1 16,0 3 2-16,0-1-4 0,-1 2 0 0,2 4 10 0,-3 1 14 16,1 3 15-16,-2 5 10 0,0 0 2 0,-3 5 2 0,-3 1 4 15,0 7 22-15,-5 0 2 0,0 1 12 0,-3 5-9 0,-1-4-5 16,0 1 14-16,-3-1 2 0,3 2 2 0,0-5-17 16,4-3-11-16,-3-3-23 0,3-2-3 0,2-7-6 0,1 3-15 0,3-6 1 0,1-4-6 15,2 0 2-15,-1-3 2 0,5-1 5 0,0 0 4 0,1-1-6 16,0-2-3-16,4 3-6 0,0-3 5 0,4-3-3 0,2 1-5 15,3-2-5-15,-1-2-14 0,3-4-35 0,6-2-30 0,3 0-52 16,-2-5-56-16,4 0-63 0,-3-3-56 0,-3 4-77 0,0-1-46 16,-5-1-42-1,2 1-25-15</inkml:trace>
  <inkml:trace contextRef="#ctx0" brushRef="#br1" timeOffset="291204.7201">14985 16608 2201 0,'-5'-5'50'0,"-2"1"27"0,2 0 46 0,2 0 32 15,0 3 37-15,-5 1 25 0,2-1 4 0,1-2 18 0,2 6-56 16,0-3-28-16,-1 1-47 0,3 0-31 0,-2 3-17 0,1 4-22 16,-3 4 18-16,-1 9-19 0,2 4 9 0,-5 1 8 0,3 9-5 15,1 5 6-15,-1 2-23 0,6-1-5 0,5 4-18 0,1-3 1 16,4-1-10-16,-1 2-13 15,7-6-28-15,3 1-35 0,0-3-57 0,1-4-44 0,2-4-70 16,-1-3-65-16,1-1-70 0,-1-5-63 0,0-6-69 0</inkml:trace>
  <inkml:trace contextRef="#ctx0" brushRef="#br1" timeOffset="291676.133">15170 16910 1825 0,'-3'-5'42'0,"-3"-2"21"0,6 3 28 0,0 0 9 16,0 0 8-16,0 2-2 0,0-1 1 0,5 3-2 0,-5 0-40 0,4-2-24 0,-2 2-26 16,0 0-6-16,1 0-13 0,0 2 7 0,0-2 6 15,2 3 15-15,3-1 5 0,-4 3 13 0,1-1 37 0,0 2-7 0,2 1 27 16,0 0-6-16,0 1-5 0,-4 1 12 0,0 0 4 0,3 2-2 16,-2 1-30-16,0 1 9 0,2 0-21 0,-2 1 2 0,-3 1 1 15,2 2-12-15,-1-1-11 16,-2 2-7-16,0-1-6 0,0 2-2 0,0-2-5 0,0 2 4 0,-2-4-6 0,2 2-10 15,-1-2-1 1,-1-1 2-16,2-2-6 0,-1-3-3 0,-3-1 5 0,4 0-3 0,0-2 1 0,0-3-3 0,-4 1 3 0,4-3 2 0,4-1 0 16,-4-1 2-16,0 0-5 0,0-2-6 0,4 1-13 0,-4-1-9 31,3 0-11-31,-2-3-19 0,1-5-7 0,1 2-5 0,2-5 5 16,-2-1 1-16,2-5 14 0,3-1 10 0,-5-4 9 0,0-1 15 15,3 2 10-15,-2-2 3 0,-1-2 7 0,0 4 11 0,-3 2 12 16,4 0 12-16,-4 1 17 0,0 4 11 0,0 1 14 0,2 1 8 15,-2 2-1-15,0 4 4 0,0-3-1 0,2 4-6 0,-2 4-12 0,1-1-15 16,1 1-13-16,-2 3-7 0,0 1-2 0,1 0-19 16,-1 0-12-16,2 1-12 0,-2 3-6 0,0-2 4 0,3 1 4 15,-1 4-6-15,3 1 2 0,0 1 12 0,2 3-8 0,1 3 15 16,2 2-9-16,0 2 4 16,0 2-8-16,1-1 6 0,3 2-3 0,-2 0-6 0,-3 0 4 0,5-1-33 0,-3 1-37 0,3-5-40 15,-4 2-52-15,1-5-55 0,-2-2-83 0,-1-2-63 0,0 0-61 16,-1 0-34-16,0-4-46 15</inkml:trace>
  <inkml:trace contextRef="#ctx0" brushRef="#br1" timeOffset="292075.8301">15639 16912 1095 0,'-2'-2'41'0,"2"0"39"0,0 2 32 0,-2 0 28 15,-1-2 28-15,2 4 24 0,1-2 16 0,-4 0 14 0,4 0-31 16,0 0-41-16,0 0-21 0,0 0-26 0,4 0-16 0,-4 2-22 16,1 0-8-16,1-4-18 0,-1 4-4 0,4 1 3 0,-2 0-13 15,3-1 4-15,-1 2-5 0,3-1-7 0,0 2-3 0,0 0-3 16,5-1-6-16,-4-1 2 0,-1 0-1 0,3-2-19 0,0-1-52 0,0 1-37 15,-1-1-69-15,-4 0-49 0,2 0-75 16,1 0-74-16</inkml:trace>
  <inkml:trace contextRef="#ctx0" brushRef="#br1" timeOffset="292364.5819">15830 16736 1746 0,'-2'-2'51'16,"2"-3"25"-16,0 0 53 0,0 3 31 0,-4-1 45 0,0-1 19 15,1 1 36-15,2 1 4 0,1-1-29 0,-4 3-4 0,4 0-46 16,0-2-28-16,0 2-45 0,0 0-16 0,0 2-45 0,4-2 0 16,-4 3-24-16,0-1-24 0,1 2 14 0,-1 2 31 0,2 1 22 15,3 5 6-15,-4 3 9 0,7 3 11 0,-4 2 14 0,1 6 4 16,2 2-21-16,-1 0-25 0,-3 1-21 0,2 1-11 0,0-1-2 15,-4 1-11-15,6-1-12 0,-7-1-7 0,3-2 5 0,0 3-9 16,0-4 2-16,0-4-2 0,-3 4-2 16,2-7-47-16,4 0-51 0,-3-4-53 0,2 0-84 0,-2-6-79 0,2-3-99 0,-5 2-70 0,3-7-93 15</inkml:trace>
  <inkml:trace contextRef="#ctx0" brushRef="#br1" timeOffset="292627.0191">15906 16607 2306 0,'0'-4'35'15,"0"1"20"-15,0 1 18 0,6-2 5 0,-6 5 4 0,-3-1 1 16,4 0 2-16,-1 3 25 0,5-1-21 0,3 1-13 16,1 5-11-16,4-1 11 0,4 2 24 0,5 1 0 0,-2 7 10 15,7-1-20-15,-4 4 14 0,2 1-5 0,1 1 20 0,-4 3-8 0,3-1-4 16,-6 2 0-16,4-1-15 0,-5 1 15 0,-1 1-22 0,-4-3 3 15,0 1-20-15,-2-1 7 0,-5 2-18 0,-2-4 0 0,-4 5 1 16,0-3-15-16,-4 2-2 16,-4-1-12-16,-2 1-2 0,-2-4-22 0,-2 4-1 0,-3-2-3 15,-4-4 7-15,5 0-44 0,-4 1-33 0,1-2-41 0,-2-4-57 0,4 2-65 0,1-3-72 0,-1 1-87 16,1-2-79-16,2-1-57 0</inkml:trace>
  <inkml:trace contextRef="#ctx0" brushRef="#br1" timeOffset="293395.5145">16683 16473 1983 0,'-3'-11'41'0,"-1"2"38"0,0 1 39 16,4 2 30-16,-4 0 28 0,-3 2 6 0,2 3 11 15,0 0 7-15,1 2-42 16,1-1-35-16,1 1-48 0,-1 3-21 0,2 1 13 0,-1 5-2 16,-1 4 20-16,1 5-5 0,2 6 6 0,-2 5 2 0,1 4 11 15,-1 4-10-15,4 6-42 0,-2 1-1 0,3-1-34 0,-1-1 5 0,3 1-9 0,3-3-3 0,-1 2-27 0,3-6-41 32,3-3-60-32,-3-1-62 0,3-4-88 0,-3-1-86 0,1-5-92 15</inkml:trace>
  <inkml:trace contextRef="#ctx0" brushRef="#br1" timeOffset="293848.6177">16816 16866 2189 0,'0'0'24'0,"-3"-1"21"0,1-2-1 16,5 3 0-16,-4 0 3 0,-2 0-1 0,1 3-5 0,2-3-2 15,2 1-19-15,-1 2-22 0,4 5 1 0,2-1 2 16,1 4-4-16,2 0 6 0,0 3 4 0,4 3 1 0,-1 0-10 15,1-2 5-15,2-1 2 0,-2 1-4 0,3-1 2 0,-1-4-1 0,-2-1-2 0,-1-4 1 16,1 0 4-16,-2-2-1 0,1-3 3 0,-3-3-1 0,-2 0 0 0,1-4 8 16,2 0 8-16,-1-5 16 0,2-1 15 0,-2-3 11 0,1-3 13 0,3-1 17 31,-1-1 6-31,-2-4-7 0,-5 3 0 0,1-2 9 16,-1 2 3-16,-3 1-7 0,-1 2-3 0,-2 3 12 0,0 3 3 15,0 0 6-15,0 6-9 0,-2 2-20 0,-1 3-23 16,0 1-4-16,3 2-18 0,-2 1-26 0,1 6-10 0,-2 1-4 15,-1 3 0-15,0 9-4 0,0 1 5 0,-2 7-3 0,2 6 4 0,-1 5-1 0,2 2 2 16,3 6-5-16,1-2-1 0,2 5-5 0,2-1 6 0,3 2-3 16,1 0 1-16,1-3-3 0,-2 2 2 0,4-2-2 0,-2-2-2 15,0 1 9-15,0-4-2 0,-2-2-4 0,1-1 1 0,0-4 1 16,-5-4-3-16,1-1 3 0,-3-6 4 16,-1-7-6-16,1-1 3 0,-4-5 14 0,-1-2 27 15,0-6 24-15,1 0 22 0,-2-4 9 0,-2 1 5 0,-1-4-2 0,1-2 0 0,-4-1-8 0,-4-7-24 0,1 3-28 16,-1-6-20-16,2-2-11 0,-9-5-23 0,8-4-27 0,-2-1-33 15,2-5-39-15,2-4-51 0,3-3-59 0,0-4-56 0,5-4-67 16,1-3-37-16,2 4-40 0,5 0-26 0,6-3-32 0</inkml:trace>
  <inkml:trace contextRef="#ctx0" brushRef="#br1" timeOffset="293990.8654">17395 16941 1746 0,'0'0'26'16,"3"0"34"-16,3 0 35 0,-2 0 30 0,0 0 23 0,-1 0 41 0,0 0 14 15,2 0 5-15,3 0-23 0,4-1-36 0,1-2-30 16,4 1-32-16,1-1-23 0,4 1-41 0,2-1-11 0,-2 3-8 0,3-3-4 16,2-1-54-16,0 3-53 0,-2-3-82 15,-3 4-65-15,-1-2-82 0,1 1-85 0</inkml:trace>
  <inkml:trace contextRef="#ctx0" brushRef="#br1" timeOffset="294316.1573">17755 16704 906 0,'5'-5'21'0,"0"0"14"16,5-2 19-16,-5 3 6 0,3-1 11 0,-1 2 16 15,3 1 12-15,-2-1 5 0,2 1-18 0,2 2-10 0,1 0-28 16,-3 1 6-16,2 0-12 0,-1 3-18 0,-2 0-16 0,0 1 1 16,-3-1-1-16,1 2-12 0,-4 0 9 0,0 2-3 0,-1 0 4 15,-2 1 9-15,-5 1 22 0,2 1 14 0,-4 0 1 0,1 2 9 16,-2 0 16-16,0-1 7 0,0 2 9 0,2 1-3 0,-2-2-18 15,2-1-21-15,2 2 7 0,1 0 0 0,2-2-9 0,1 2-16 16,1-1-9-16,4 4-3 0,3-2 8 0,1-1 1 0,2-2-7 16,2 3 0-16,1-1-8 0,2-2 2 0,2 1-4 0,-1-4 0 15,0 0-1-15,1 4 9 0,-4-4 2 0,-2-2 18 0,1 4 8 16,-6-2 20-16,-1 0 9 0,-6-1 40 0,4 1 0 0,-8-3 0 16,1 1 11-16,-4 0-19 0,-1 1-9 0,-3-4-16 0,-3 6-12 15,0-3-39-15,-7 1-15 0,3-1-36 0,-3 0-55 0,0-3-40 0,-1 2-70 16,1 0-60-16,1 0-101 0,-2-2-84 0</inkml:trace>
  <inkml:trace contextRef="#ctx0" brushRef="#br1" timeOffset="294571.9709">17823 16516 2685 0,'5'-8'18'0,"-2"3"14"15,5-1 6-15,1 4 29 0,3-2 14 0,-2 4 16 0,1 4 35 16,10 0 13-16,-2 5-4 0,8 6 5 0,1-1 14 16,4 9-16-16,3-2-9 0,-2 5 1 0,5 3-21 0,-5 3 8 15,0-1-6-15,-3 3-5 0,-1 3-3 0,-6-1 4 0,1 1-7 0,-5 1-13 16,0 0-17 0,-6-3-20-16,1-1-11 0,-6-3-14 0,-3 1-15 0,-2-3-14 15,-2-1 6-15,-2-1-7 0,-4 0 3 0,-5-3-2 16,-2 2 3-16,-3 1-8 0,-2-2-28 0,-3-1-44 0,-3 2-46 0,1-4-66 15,-3 0-80-15,0-1-105 0,1 2-97 0,-3-2-99 16</inkml:trace>
  <inkml:trace contextRef="#ctx0" brushRef="#br1" timeOffset="294950.7711">18615 16705 2518 0,'-2'-6'40'0,"-1"1"50"0,2 1 18 16,-3-4 47-16,4 4 14 0,-5 4 23 0,4-3 15 0,-4 1 16 15,5-1-33-15,-3 3-47 0,3 0-20 0,3 0-53 0,-1 3-11 16,-1 2-22-16,-1 0-5 0,3 6-9 0,2 2 4 16,0 6 8-16,3 3 0 0,5 4 4 0,-2 6-1 0,0-1 2 15,5 8-5-15,-7-3-11 0,5 4-12 0,-7-2-8 16,2-1-2-16,-1 1 1 0,-2-1-1 0,-3-3-42 0,2-1-37 15,-2-2-54-15,-1-1-64 0,1-6-80 0,-6 0-75 0,3 0-81 0,-3-2-76 0</inkml:trace>
  <inkml:trace contextRef="#ctx0" brushRef="#br1" timeOffset="295135.8807">18525 17128 2435 0,'-7'-5'46'0,"1"2"54"16,1-3 24-16,5 1 44 0,0 0 15 15,3 0 17-15,-3 0 8 0,4 1 6 0,5-2-53 16,-1-1-49-16,8 0-21 0,1-2-45 0,1 1-21 0,9 0-17 16,-4 2 1-16,6 0-16 0,1 1 10 0,-2 1-3 0,2 3-3 0,-2 1-4 15,1 0 7-15,-5 0 0 0,0 1-16 0,-1-1-19 0,-2 4-21 16,-5-3-45-16,-1-1-39 0,-4 0-46 0,-1 2-46 0,-2 0-74 0,-7-1-48 16,1 1-33-16,1 3-52 0</inkml:trace>
  <inkml:trace contextRef="#ctx0" brushRef="#br1" timeOffset="296405.6048">19405 16612 1780 0,'-1'-1'32'0,"-1"-2"25"0,2-2 40 0,-3 5 24 15,-2 0 30-15,2 0 28 0,-2 0 22 0,-1 0 13 0,3 3-18 16,-2-3-16-16,3 1-45 0,-1 0 3 0,0 6-20 0,-3-2-19 16,-2 7-4-16,3 5 0 0,-3 4-5 0,0 6-2 0,-1 5 5 15,1 1-29-15,2 4-8 16,2 4-9-16,4 0-18 0,2-2-14 0,1 4-6 0,7-4-13 16,1 0-23-16,1 0-27 0,6-3-34 0,1-3-40 0,1-3-80 15,1-3-64-15,-2-1-75 0,-4-2-62 0,5-5-64 0</inkml:trace>
  <inkml:trace contextRef="#ctx0" brushRef="#br1" timeOffset="296925.1137">19562 17029 1074 0,'0'0'38'0,"0"-2"42"16,3 2 27-16,-3-3 32 0,-3 3 40 0,3 0 23 0,0 0 22 16,-2 0 11-16,1-1-32 0,1 1-40 0,-2 0-23 0,2 0-29 15,0 0-44-15,0 0-24 0,0 0-24 0,0 1-8 0,2 2-6 16,-1 1-2-16,4 1-3 0,-1 3-3 0,1 0 6 0,0 2 0 16,5 2 2-16,0-1-2 15,-2 2 0-15,2-2 3 0,1 0-1 0,-2-3-1 0,1 1 1 0,1-3 1 0,-1 0 2 16,-1 0 1-16,2-4 1 15,-1 3-1-15,-1-5 5 0,-2 0 5 0,3-5 0 0,-2 3 10 16,0-4 0-16,0-3-1 0,2-3-4 0,-4 0 4 0,0-5-1 16,4 0 1-16,-2 0 10 0,-4-3-2 0,1-1 7 15,-1-1 4-15,-3 3 14 0,1-3-6 0,-1 2 5 0,2 6-2 16,-6-3 11-16,2 5 0 0,-1 0 1 0,1 5 4 0,1 1-19 16,0 2 1-16,0 4-12 0,-4 0-9 0,4 0-25 0,0 5-1 0,0 2-16 15,0 6-8-15,0 3 8 0,0 6 0 0,0 5 0 0,4 6 9 16,-4 6 0-16,1 3-4 0,7 3 9 0,-4 3-4 0,1 1-5 15,3-3 1-15,5 4 4 0,-4 0-3 0,3-5 3 0,0 4-3 0,-2-6 0 16,2 3 0-16,-3-4 4 16,-4-4 1-16,2-4-3 0,-4-1 3 0,-3-4-5 0,0-4 5 0,-3-4-5 0,-4-3 5 0,2-5 4 15,1-2-8-15,-7-4 11 0,1-4-2 0,1-1 4 0,-5-2-6 16,1-5 1-16,-1 1-4 0,-1-4-5 0,2 0 3 0,-4-6-36 16,3-3-28-16,2-2-33 15,-2-4-31-15,4-2-52 0,0-5-43 0,6-1-81 0,-4 2-58 16,6-5-56-16,2 1-40 0</inkml:trace>
  <inkml:trace contextRef="#ctx0" brushRef="#br1" timeOffset="297074.7584">19919 17155 1837 0,'3'-6'47'0,"2"5"35"0,3-5 22 0,-7 2 37 0,2-1 28 0,-3 4 25 16,4-3 7-16,-1-1 28 0,2 2-35 0,4-1-29 15,0-1-22-15,1 3-35 0,7-3-29 0,-4 0-29 16,7 0-3-16,-2 2-30 0,3-1-8 0,0 2-5 0,0-1 0 15,1 2-29-15,0-1-42 0,4-3-77 0,-5 5-63 0,-1 0-75 0,-1 0-66 0,-5 0-88 16</inkml:trace>
  <inkml:trace contextRef="#ctx0" brushRef="#br1" timeOffset="297484.195">20387 16886 2236 0,'1'-10'53'0,"2"-1"39"0,2-5 38 16,-2 4 15-16,1-1 10 0,-3 4 16 0,4-2 6 0,3-2 4 15,0 4-48-15,1-1-41 0,5 0-33 0,-1 1-12 0,3 1-12 0,0 3-20 16,1 1 0-16,1 1-6 0,0 3-9 0,0 0 4 16,-1 1-3-16,0 5-7 0,-1-1 4 0,2 3-1 15,-9-3-5-15,3 5 3 0,-3 1 3 0,-3 0-1 0,-3 0-4 0,-3 3 4 0,0 1-5 16,-5 0 10-16,-3 2-1 0,-1 0-4 0,0-1-2 15,-3 2 5-15,-2 1 0 0,-2-2 8 16,2-2-1-16,-2 1-5 0,2-2 1 0,3-2 5 0,0-2 3 0,3 2-6 0,2-4 2 16,1 1-7-16,3-3 6 0,1 1 7 15,2-3-6-15,-1 1-5 0,5 1 1 0,2-5 5 0,1 7-3 0,2-3 0 0,3-1-4 0,6 4-1 16,-1-1 7 0,5-2-4-16,-2 0 4 0,2 2-7 0,-3-2 1 0,0 3 3 0,-2-2 9 0,-1 0 13 0,-4 1 23 0,1 0 11 15,-5 0 5-15,2 1 3 0,-1-1 15 0,-4 0 11 0,-3 0-2 31,1 1-4-31,-3-2-14 0,-1 0-8 0,-5 0-9 0,1 2 2 16,-8 1-13-16,2 2-15 0,-5-4-26 0,0 3-40 0,-3 2-62 16,-6-3-42-16,4 0-88 0,-1-1-72 0,-3 2-87 0,-1-3-87 15,3 0-101-15</inkml:trace>
  <inkml:trace contextRef="#ctx0" brushRef="#br1" timeOffset="297726.8272">20716 16664 2818 0,'6'-8'41'15,"-3"1"23"-15,2-1 7 0,8 2 18 0,-10 0 25 0,4 4 12 0,1 2 9 0,4 2 19 0,5 1-24 16,3 2 0 0,1 7-3-16,4 0-1 0,4 5-11 0,-1 2-17 0,1 3 10 0,-3 3-14 0,4 1-18 0,-3 3-3 0,-3 2 15 15,2 1-17 1,-5 1-7-16,0 1 5 0,-5 0-13 0,1 2-10 15,-6-4 6-15,2 2-10 0,-9-1-28 0,0-3 3 0,-4 2-7 16,-5-1-2-16,2-4-3 0,-10-3-10 0,5 0-49 0,-4 0-54 16,-1-4-65-16,0-4-65 0,-4-2-102 0,4 2-92 0,-4-2-107 15,3-4-92-15</inkml:trace>
  <inkml:trace contextRef="#ctx0" brushRef="#br1" timeOffset="298027.5607">21076 16629 2577 0,'8'-11'48'0,"-4"-1"30"15,0 1 24-15,2-1 2 0,1 3 4 0,-3 1 0 0,4 3 3 0,0 0 13 0,2 3-35 0,3 0-24 0,5 4-7 16,-1 1-1-16,5 5-5 0,-1 1 13 0,3 3 10 0,-4 5 10 16,3 0 8-16,-3 0 15 0,-1 4-3 0,-1-1 21 0,-5-1 40 31,-1 0 3-31,-3-2 15 0,2-2 5 0,-4-2 0 0,-6-4 0 15,1-2 29-15,-2-2 3 0,0-3-5 0,-2 0-1 0,1-2-6 16,-3 0-5-16,4-2-8 0,-3 0-17 0,2-1-42 0,1-4-25 16,4-4-37-16,4-5-14 0,6-3-18 0,2-3-31 0,6-6-5 15,0 1-5-15,4-2-6 0,1 2-22 0,-2 0-31 0,0 6-24 16,-3 0-41-16,-1 5-43 0,0-1-52 0,-6 6-42 0,0 1-82 16,0 1-36-16,-4 1-65 0,-1 3-53 0,-2 2-58 0,-4 2-38 15,1 2-41-15,0 4-41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1612.54919" units="1/cm"/>
          <inkml:channelProperty channel="F" name="resolution" value="1023.875" units="1/in"/>
          <inkml:channelProperty channel="T" name="resolution" value="1" units="1/dev"/>
        </inkml:channelProperties>
      </inkml:inkSource>
      <inkml:timestamp xml:id="ts0" timeString="2024-12-09T06:02:11.39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17728 2750 927 0,'-5'-3'13'0,"2"-2"30"0,-2-2 14 16,-1 3 21-16,2-1 22 0,-3 5 16 0,2-3 23 16,2 1 22-16,0 2-10 0,1-1-15 0,2 0-8 0,0-2-20 15,0 1-13-15,2 2-21 0,-1 0-23 0,-1 0-25 16,0 2 2-16,2-1-15 0,-2 1-11 0,0 0 1 0,0 3-8 15,0 4 0-15,0 3 11 16,0 4 16-16,3 5 0 0,-3 5 4 0,2 6 3 16,1 1 4-16,0 5 3 0,1-2 4 0,-3 3-4 0,4 2-13 0,1-3-2 0,-3 3 1 15,-1-2 1-15,3 1-6 0,-1 0-2 0,0-1 2 0,0-1-8 16,4-1-3-16,-5-6 3 0,4 2-6 0,-3-4 2 16,1-4-1-16,3-2-17 0,-4-5-49 0,0-1-52 15,-3-4-49-15,-1-4-59 0,2-5-53 0,-2 1-79 0</inkml:trace>
  <inkml:trace contextRef="#ctx0" brushRef="#br0" timeOffset="170.1425">17408 3164 2283 0,'-7'0'44'16,"2"0"20"-16,0 0 21 15,5-2 8-15,-3 4 28 0,3-2 9 0,0 0-1 0,0 0 5 16,-1 0-51-16,2 0-15 0,6 0-21 0,2 0-11 15,8-2-30-15,9-1-1 0,2 1-2 0,12 0-3 0,3-2-2 0,5 0-7 0,8 1-73 16,-4 1-59-16,-1 1-81 0,-6 2-93 0,1-2-95 16</inkml:trace>
  <inkml:trace contextRef="#ctx0" brushRef="#br0" timeOffset="1784.0624">16484 1673 548 0,'0'-2'-24'0,"3"0"10"15,-3 1 10-15,-3 1 8 0,3 0-9 0,0 1 3 16,0 1 7-16,0-2-7 0,0 2 24 0,0 3-3 0,0 2-8 16,0 5-3-16,0 5 16 0,0 0 0 0,0 8-10 15,0 6 30-15,3 5-3 0,-3 5-3 0,0 1-1 0,2 4-3 16,1 2-10-16,-1 3 4 0,1 4 4 0,5 3 1 16,-5 0 14-16,3 1-3 0,-3 3-2 15,2 0 5-15,0 0 2 0,-1 3-2 0,0-2 0 16,-1 2-6-16,-2 1-13 0,1-1 3 0,0 3 10 0,-2-2 8 0,1 1 20 15,-1 4-8-15,3-1-6 0,-1-1-6 0,1 4-6 0,1-3 4 16,1 1 3-16,0-3 5 0,3 1-18 0,-1-1 9 0,-1-2 3 16,5-3-4-16,-3 4 3 0,3-4-4 0,1 0-14 15,-2 0-15-15,0-1-4 0,0 0-3 0,-3 3 2 16,-1 2-1-16,1-4-4 0,0 4-2 0,-7 2 3 0,4-2-1 16,-3 1-1-16,1-2-3 15,-1-1 4-15,3 0 6 0,-3-4 23 0,2-1 3 0,1-2-5 16,0 0 2-16,2-2 5 0,1 0-7 0,-1-1 0 0,1-1-8 0,0 4-19 0,0 0-1 15,-3 0 0-15,1 0 1 0,-2 2 1 0,4 1 7 16,-3-1-3-16,-1 1 1 0,2 0 4 0,0-1 0 16,-2 0 1-16,0 1 5 0,1 1-3 0,-1-3 0 0,-1 3-2 15,0-3 2-15,-2 1-2 0,0-1-8 0,0 0 4 16,0-3-9-16,0 0-2 16,0-3 2-16,0 0 2 0,3-2-1 0,-3 2-4 0,0-4 11 0,4 1 1 0,-1-3 5 15,-2 2 1-15,-1 0 0 0,2-5 8 0,-2 5 2 0,3-6 0 16,-3 1-13-16,2 2-4 0,1-5-2 0,-1 0-3 0,1 1 5 15,1-4-13-15,-4 1-1 0,3-1-5 0,1-1 10 16,-3-1 4-16,-1 3 0 0,0-3 0 0,2 1-7 0,-4 1 4 16,2-4-2-16,-1 3 9 0,2-2-6 0,-1 2 2 15,2 0-4 1,1-1-7-16,-1 0 8 0,1 0-4 0,0 4-1 0,2-2 2 0,-2 0 11 16,1-1-15-16,1 1 0 0,-2 0 17 0,-1-1-5 0,1-3-1 15,1 3 3-15,-1-1-3 0,-2-2-10 0,-1 0 11 16,0-2 3-16,2 0-6 0,-2 0-7 0,2 2 10 0,-4-5-7 15,4 3-4-15,-2-3 8 0,0 2-3 0,1-2-1 16,-1 0 4-16,0 0 6 16,0 0-8-16,3-2 5 0,-3 0 1 0,0 0-3 0,0-1 5 15,0 0 8-15,-3 2 3 0,2-3 4 0,-1 3 4 16,0-2-1-16,1 4 1 0,-1-4-2 0,1 3-4 0,1-2-5 0,0-1-7 16,0 0-2-16,1 3-9 0,1-2 7 0,-1 0-1 0,1 2-3 15,1 0 3-15,0 0 1 0,0 0 0 0,0 4 4 16,-3 0 17-16,0-2-3 0,4 2 6 0,-4 1 7 15,0-4-8-15,1-1-2 0,1-1 0 0,-1-3-5 16,1-1-14-16,-2-2 0 0,2 0-8 16,-1-3-2-16,-1 0 13 0,0 0 8 0,0 1 5 0,0-3-1 0,-1 2-1 15,2 0-1-15,-1-3 5 0,0 0-2 0,0 4-9 16,0-3-12-16,0 2-5 0,3 0-4 0,-3 0 11 0,2 1-4 16,0 0 0-16,-2-1-1 0,1 2 5 0,2-4-1 15,0-2-4-15,-3 3 1 0,3-3-9 0,1-3 7 16,-4-1-9-16,1-2 6 0,-1-6-21 0,3 1-27 0,1-3-17 15,-4 1-45-15,0-5-36 16,0 0-55-16,-4 2-50 0,0-3-78 0,-3-3-37 0,-2-2-36 0</inkml:trace>
  <inkml:trace contextRef="#ctx0" brushRef="#br1" timeOffset="6130.1581">19027 2713 588 0,'-1'-8'17'16,"4"0"18"-16,-3 2 22 0,-3-1 17 0,1-2 14 0,0 2 12 0,2 4 21 16,-5-4 18-16,3 0-9 0,-3 1 14 0,4-2 0 0,-1 1-18 15,-1-2 6-15,-1 2 5 0,1-2-8 0,2 2-2 0,-3-1 7 16,1 1-14-16,-3 0-10 0,2 2 32 0,-1 0-9 16,0 0-9-16,2 3 13 0,-5-2-8 0,0 3-4 15,2-1 2-15,-1 1 6 16,4-1-16-16,-2 2-2 0,-1 0-8 0,1-2-16 0,2 2-11 15,-2 2-10-15,2 0-18 0,-5-1-19 0,-1 2-18 0,3 3-1 0,-2 2-7 16,-5 3-6-16,0 4-4 0,0 4-2 0,-4 4 10 16,4 5-2-16,-4 4 4 0,3 6-5 0,0 3-1 0,4 0-2 0,0 4 9 15,3-2 3-15,4 3-15 0,3 0 13 16,1-1 1-16,4 0-13 0,0-2 11 0,4-2-2 0,1 0-17 16,0-5-36-16,0-1-30 0,2-5-68 0,1-1-60 15,-3-5-64-15,-2-3-69 16,0-3-70-16,0-5-48 0,-2-1-34 0</inkml:trace>
  <inkml:trace contextRef="#ctx0" brushRef="#br1" timeOffset="6279.1004">18572 2965 1613 0,'-15'-15'26'0,"2"4"42"16,0 2 30-16,9-1 33 0,-6 4 29 0,3 1 12 15,4 1 6-15,2 1 0 0,1 1-23 0,1 2-49 0,2-3-28 0,7 2-33 0,0 0-30 16,5-2-12-16,6-1-5 0,3 4-1 0,4-4-4 15,5 1-12-15,7 2-52 0,-2 1-45 0,-2 0-56 0,-1 1-77 16,-3 3-73-16</inkml:trace>
  <inkml:trace contextRef="#ctx0" brushRef="#br1" timeOffset="6984.8696">19031 3118 854 0,'1'0'35'0,"1"-1"24"0,-1 1 17 0,3-1 19 15,-3 2 14-15,-1-1 6 0,2 1 20 0,-2-1 19 16,1 4-27-16,1-4-15 16,2 1 1-16,-1 1-18 0,-1-2-11 0,1 5-3 15,1-3-16-15,0 0-19 0,0 2-3 0,-1 0-4 0,0 1-12 16,0 0 0-16,2 2-7 0,-4-2 0 0,2 2-1 0,-1 2 5 0,0-1-6 16,-2 2 1-16,0 0-1 0,0-1 0 0,-2 4 6 0,-1-1-4 15,1 0 2-15,1 2-5 0,-4 0 2 0,2-2-10 16,0-1-7-16,0 1 7 0,-1-3-6 0,1 0 5 15,3-1-10-15,-1-2 4 16,-1-3-5-16,2 0-2 0,0 0 8 0,0-2-9 0,2-2 5 16,-1-2-2-16,-1 3 6 0,3-5-6 0,1 4 6 0,-3-5 8 15,2 1-9-15,2-5 0 0,0-4-2 0,-1-3 3 16,1 0-5-16,2-7 2 0,-1-2-6 0,2-4 2 0,-2 1 5 0,0 0 1 16,-1 0 8-16,-1 3 19 0,-3-1 24 0,-1 1 21 15,0 6 31-15,0 2 17 0,-1 2 6 0,-3-1 13 0,1 7 9 16,1 0-3-16,-1 4-10 0,3-1-17 0,-3 2-20 15,3 1-25-15,-3 3-13 0,3-2-10 0,-2 3-19 0,2 3-17 16,0-2-16-16,-1 3-4 0,2 0-2 0,1 1-1 16,3 5 8-16,-1 2-1 0,1 3-1 0,0 2 1 15,4 4 5-15,-1 4-2 0,2 1-5 0,-1 1 1 0,2-1-38 16,-3 0-29-16,3-1-49 0,0 2-51 0,1-6-54 0,1 1-52 16,-3-2-60-16,1-2-69 15,2-2-23-15</inkml:trace>
  <inkml:trace contextRef="#ctx0" brushRef="#br1" timeOffset="7525.0605">19329 2978 1201 0,'-1'-1'24'0,"1"-1"27"0,3 0 15 0,-3 2 10 0,1 2 9 15,-1-2 14-15,0 0 3 0,2 2 5 0,1-1-11 16,0-1-25-16,1 0-10 0,2 2-5 0,3-2-11 15,-1 4-16-15,2-3 0 0,1 3-2 0,-2 1-16 0,3 3 3 16,-3 2-2-16,-3-3-6 0,1 4-2 0,-1 1 5 16,-4 1 4-16,1-1-3 0,1 3 6 0,-4-1-4 15,-2 2 0-15,0-3-1 0,0 3 10 16,1-2-1-16,-1 0-4 0,-3-3 0 0,2 1-1 16,0-4-2-16,1 0 2 0,0-3-3 0,1-1-3 15,1 0 0-15,0-3 0 0,0-1 3 0,1-1 3 0,1-3 0 0,-2 3 16 0,3-2 11 16,1-1-1-16,-3-3-1 0,4-2-3 0,0-5-7 15,2-3-2-15,0-6 4 0,2-3-26 0,4 0-4 16,-4-8 1-16,3 2-8 0,-2 0 11 0,-2 3 11 0,0 3 6 16,-1 1 33-16,-3 4 25 15,3 4 21-15,-6 2 13 0,1 6 10 0,-2 1-8 0,0 7-1 0,-2 0-15 0,1 3-38 16,1 1-23-16,-4 0-17 0,1 3-20 0,-1-3-1 16,1 2 0-16,1 4-9 0,0 3 9 0,2 1-2 15,0 4 3-15,2 2-6 0,-2 2 7 0,3 4 3 16,3 1-9-16,-3 2-43 0,2-2-35 0,2-1-74 0,-1 0-58 15,2 2-94-15,0-3-80 16</inkml:trace>
  <inkml:trace contextRef="#ctx0" brushRef="#br1" timeOffset="8138.3094">19712 2927 690 0,'-2'0'10'0,"2"-2"13"16,0-1 8-16,0 3 10 0,0 0 3 0,0 0 8 15,0-1 4-15,0 0 8 0,0 1-2 0,2-3-8 0,-4 6-7 0,2-2 4 16,0-2 7-16,0 3 5 0,0 1 1 0,0-1 0 0,0-2-4 16,-3 0-2-16,6 0-5 0,-3 0-6 0,0 2-5 15,0-4-7-15,0 2-5 0,0 0-2 0,0 0 2 16,0-2 0-16,0 4 8 0,0-2 2 15,0 0 2-15,0 0-2 0,0 0 8 0,0 0-1 0,0 0-1 0,0 0 4 16,0 0-4-16,0 0-4 0,0 0-10 0,0 0-1 0,0 0-5 16,0 0 2-16,0 0-6 0,0 0 2 0,0 0-3 15,0 0 1-15,0 0-1 0,0 0 1 0,0 0-4 16,0 0 3-16,0 0-22 16,27 12 8-1,6 7 2 1,-25-14 0-16,-2 3 0 0,2 1-4 0,1-1 8 0,-2 3-10 15,-1 2 2-15,-1-1 4 0,0 1-6 0,-2 0 6 16,1 0-6-16,-3 1 9 0,-1 0-12 0,-1 0 7 16,-1-1 7-16,0 2-7 0,-3-1 7 0,-1 1-7 0,1-1 6 15,2 1-10-15,-4-4 9 0,0 0-3 0,4-2-5 16,0-1-4-16,-1-4 2 0,4 1-1 16,-3-2 6-16,3-1-7 0,3-4 6 0,-3 1 0 15,4-1 0-15,-4 2 14 0,0 0-4 0,31-60-11 16,-23 38-3-16,6-2-1 0,-2-4-6 15,-1-1 11-15,1-4-6 0,-1 4 0 0,2-3 8 0,-5 0 23 16,0 4 18-16,-2 2 17 0,-1 1 44 0,1 6 11 16,-6 19 43-16,0 0 19 0,0 0 23 0,0 0-6 0,0 0-14 15,0 0-13-15,0 0-43 0,0 0-17 0,0 0-41 16,0 0-22-16,0 0-29 16,-17-10-24-16,-16 123-1 15,34-79 6-15,4-2-25 0,6 4-51 0,2-4-56 16,1-3-86-16,8 0-85 0,2 3-93 0,2-6-104 15</inkml:trace>
  <inkml:trace contextRef="#ctx0" brushRef="#br1" timeOffset="8747.8213">18847 2953 259 0,'7'-2'-2'0,"-6"1"10"16,2 0 6-16,2 1 6 0,4 1 4 0,-1 4-6 15,2-4 2-15,4 6 5 16,-1-2 1-16,2 2-8 0,0 3-3 0,4 4-15 0,-5 1-28 0</inkml:trace>
  <inkml:trace contextRef="#ctx0" brushRef="#br1" timeOffset="9310.1292">18651 3480 588 0,'-20'1'20'0,"1"0"16"0,1 1 21 0,-1-1 29 16,1-1 13-16,1 3 44 15,0-3 38-15,6 3 42 0,0-3 14 0,0 0 14 16,6 0-11-16,0 0-9 0,2 0 14 0,3 0-30 0,0 0-31 16,0 0-32-16,0 0-22 0,3-3-21 0,4 3 2 15,4-6-10-15,9 0-26 0,7 0-3 0,7-5 5 16,8-1 2-16,12-1-7 0,9-1-9 0,8 0-6 0,8 2-12 0,7-2 6 16,5 4-13-16,8-1-12 15,1 2-9-15,6 6 0 0,3-3-7 0,-2 3-7 0,0 3 7 0,-6 0-5 0,0 0-5 16,-3 0 4-16,-6 3-6 0,-5-1 2 0,-8 0 4 0,-4-2-55 15,-8 0-34-15,-7-2-45 0,-11 2-48 0,-1-1-48 16,-17 0-41-16,-6 1-50 0,-8 0-20 0,-8 0 9 16,-8-3-14-16,-1 6-3 0,-9-3-12 0</inkml:trace>
  <inkml:trace contextRef="#ctx0" brushRef="#br1" timeOffset="10450.9116">19272 3992 1169 0,'-8'-5'18'0,"2"-1"38"0,2-1 20 15,0 3 17-15,1-3 29 0,-2 2 13 0,2-3 34 0,1 1 13 0,2 2-10 16,0-3-37-16,2-1-6 0,1 0-15 0,5-1-23 16,0-1-16-16,3-2-28 0,4-2-8 0,2 1-4 0,2-1 2 15,3 1-14-15,3 1-5 0,-3 2-3 0,1 0 5 16,0 2-3-16,-2 4-9 0,-1-2-5 0,-4 6-3 16,1 0 2-16,-5 1 2 0,-3 2 1 15,0 1-7-15,-2 1-1 0,-4 4 5 0,-1 0-2 0,-4 1 5 16,-1 3-1-16,-4 4-2 0,-5-1-5 0,-1 2 6 15,-2 2 1-15,-1-2-4 0,-3 3 8 0,1-6-6 0,-1 2-2 0,6-8-2 16,0 4 5-16,4-7 3 0,1 2-9 0,4-4 6 16,1-1-9-16,5-1 0 0,-1-1-2 0,3 0 7 15,0 0-5-15,2 1-7 0,1 2 13 0,4 0-1 0,3 1 1 16,2 0 3-16,3 1 3 0,3-1-8 0,-3 1 5 16,4-1 2-16,1 1-8 0,-4 1 0 15,1 0 4-15,-2-2-5 0,0 3 4 0,-5-1 7 16,-2-1-4-16,-2 0 2 0,-5 1-2 0,0-1 2 15,-3 2 6-15,-4-1 6 0,-1 1-1 0,-2 1 1 0,-3 1 0 16,-3 6 2-16,0-3 4 0,-5 2-3 0,0 3-11 16,-2 0 5-16,-2-1-3 0,1-1-12 0,-1-1-16 15,6-1-52-15,-4-1-56 0,2-2-59 0,2 0-72 0,1-6-91 0</inkml:trace>
  <inkml:trace contextRef="#ctx0" brushRef="#br1" timeOffset="10662.3169">19745 3692 2376 0,'5'-11'46'0,"-4"2"37"0,-1 4 36 15,0-1 31-15,3 4 30 0,-3 0 7 0,-3 0 6 16,0 2 5-16,3 4-44 0,0-2-46 0,-3 0-35 0,3 2-29 0,3 1-34 16,0 2 0-16,0 3-4 0,4 2-7 0,-1 4 3 0,5 3 8 15,-1 2 1-15,-1 2-1 0,4 2 3 0,-5 4-1 16,-2 0 0-1,1 0 3-15,-4 3-12 0,3-1-21 0,-5-2-61 0,-1 3-63 16,-1-3-83-16,-2 0-91 0,-3-3-101 16</inkml:trace>
  <inkml:trace contextRef="#ctx0" brushRef="#br1" timeOffset="10798.2198">19895 4396 2891 0,'0'7'38'0,"0"-2"34"0,-1-2 21 0,7-2 21 0,-11-2 3 15,4 2 7-15,-1-2-10 0,2 1 2 0,0-3-38 16,3 2-60-16,-3-1-61 0,5-3-101 0,-4 5-110 16,-1-4-129-16</inkml:trace>
  <inkml:trace contextRef="#ctx0" brushRef="#br1" timeOffset="11779.2574">20543 2526 1137 0,'-5'-3'25'0,"-2"0"28"16,0 0 20-16,3-2 5 0,-5 3 30 0,-1 1 14 15,-1 1 4-15,-2 1 12 0,-3 2-23 0,3 2-29 16,-4 3-17-16,3 5 7 0,-4 3-12 0,1 5-12 0,0 1 0 16,3 9-14-16,-1 3-3 15,5 4 3-15,5 2 1 0,1 3-14 0,3 3-15 16,6-1-2-16,0 2-2 0,5-2-1 0,1 1 3 0,5-4 2 15,0-1-2-15,4-3-35 0,2-1-70 0,-4-6-66 16,7-3-72-16,1-4-89 0</inkml:trace>
  <inkml:trace contextRef="#ctx0" brushRef="#br1" timeOffset="12106.9205">20743 2694 2075 0,'-7'-3'14'15,"1"-3"15"-15,2 5 11 0,4-3-4 0,-3 4-1 16,-3 0 3-16,5 0-5 0,-1 4-1 0,2 0-10 0,0 4-17 16,2 5-7-16,-1 2 2 0,2 8 4 0,-1 1-8 15,1 8 9-15,-2 3 4 0,3 2-4 0,1 2 2 16,-2-2-6-16,2 4 7 0,-2-4-4 0,3-3 9 0,-5-1-8 16,4-4-1-16,-2 1-2 15,1-4-1-15,-3-5 5 0,2-2-6 0,-3-6 1 0,4-1 22 0,-4-3 51 16,0-4 40-16,-4-2 44 0,4-3 28 0,0 0 41 0,-3 0 16 15,3-5 5-15,-3-3-27 0,1-3-52 0,-1-2-42 16,2-6-39-16,-3-4-29 0,-3-5-47 0,4-6-10 0,-5-4-11 16,-1-4 9-16,3-4-3 0,-1-4-1 0,-1 0 3 0,1 0-5 15,4 0 8-15,-2 6-7 0,-1 4 1 0,6 5-14 0,-1 9-34 16,-1 4-37 0,4 5-56-16,-1 6-71 0,-2 5-87 0,1 4-84 0,-2 2-72 0</inkml:trace>
  <inkml:trace contextRef="#ctx0" brushRef="#br1" timeOffset="12326.2028">20945 3139 761 0,'5'8'6'16,"-2"-1"19"-16,-2-2 50 0,3-2 5 0,0 3 28 15,-1-1 9-15,0 2 13 0,1 1 22 0,2 1-2 0,0 1-17 16,-1 0-51-16,1 2 2 0,-3-3-25 0,2 4-7 16,-3-1-10-16,-2 2-22 0,-3 1-5 0,-1 2 1 0,-5-1 4 15,1 0-11-15,-5 1-1 0,-1 1-26 0,-3 1-61 0,-2-4-52 0,0 0-59 16</inkml:trace>
  <inkml:trace contextRef="#ctx0" brushRef="#br1" timeOffset="12675.6253">21071 2789 1724 0,'8'-9'28'0,"1"-2"23"16,-1-3 23-16,5 4 22 0,-4-1 18 0,-1 1 6 16,2 2 4-16,1 1 5 0,-1 0-30 0,1 6-29 0,-1-1-20 15,0 2-22-15,-2 3-19 0,3 0-4 0,-5 1 1 16,1 4-11-16,-1-1 7 15,-1 4-2-15,1 2 4 0,-3 1-5 0,-3 1 6 0,0 4-4 16,0-2-7-16,-3 0 13 0,-3 5-7 0,1-5 5 0,2 2-4 0,-2-2 8 0,0 2-9 16,5-1 6-16,-3-2 1 0,3 1-9 0,3-3-1 15,2 3 11-15,0-2-7 0,1-2-5 0,2 1 4 16,2-2-8-16,-1 0 8 0,2 0 5 0,0-2-4 0,1-3-1 16,1 2-3-16,-3-1 6 0,1-1 0 0,-2 1 6 15,-2-2-4-15,-4 1-11 16,-1-1 12-16,-4 1 5 0,1 0-5 0,-6 2 6 0,-4 1-8 15,-2 2-4-15,-4-1-1 0,0 2 10 0,-5 0-3 0,-2 3-11 0,0-3 5 0,0 1-13 16,1 0-26-16,-1-3-38 0,3 0-55 0,1-3-68 16,3 1-67-16,1-5-86 0</inkml:trace>
  <inkml:trace contextRef="#ctx0" brushRef="#br1" timeOffset="12953.0306">21300 2517 2109 0,'3'-14'26'15,"-3"4"31"-15,0 1 27 0,0-4 9 0,2 6 6 0,-2 1-4 0,2 3 4 0,4 3 2 16,1 2-18-16,6 0-27 16,4 6-26-16,3 1-7 0,4 4 0 0,1 3 13 0,3 5-5 0,0 2-2 0,2 4-2 15,-4 5-4-15,0 1 3 0,-5 3-4 0,0 3 0 16,-7 0-8-16,-1 1 0 0,-2 0 5 0,-5 1-3 15,-6 3-9-15,0-1-4 0,-8 3 12 0,-1 0-7 0,-5-1-10 16,-5 1 10-16,-2 0-3 0,-6-1-8 0,0 0 0 16,1-2-41-16,-4-2-41 0,0-2-52 0,1-5-47 15,1-2-69-15,3-3-73 0,5-5-71 0</inkml:trace>
  <inkml:trace contextRef="#ctx0" brushRef="#br1" timeOffset="13306.0806">22230 2482 1791 0,'-10'-6'42'0,"-1"-1"28"0,0-2 36 0,2 6 23 0,-7-3 34 16,2 2 28-16,-3 2 4 0,4 2-5 0,-3 3-36 0,3 0-27 16,0 6-28-16,-1 6-12 0,2 4-10 0,-2 5-23 15,1 9-1-15,3 4 7 0,-1 9-9 0,3 2 6 16,5 5-12-16,3 3-8 0,2 0-19 0,6 0-8 0,4 1-2 15,3-3-3-15,3-1 6 0,5-2-6 0,4-1-34 16,-1-6-56-16,6-5-68 0,0-1-70 0,-1-6-83 0,3-4-76 16</inkml:trace>
  <inkml:trace contextRef="#ctx0" brushRef="#br1" timeOffset="13732.0084">22521 2910 1329 0,'3'-3'23'0,"0"1"23"0,-1 0 11 0,2-1-1 0,0 3 5 0,-4 0-1 16,1 0 2-16,-1 0 0 0,5 0-20 0,-4 2-16 0,2-1-9 16,1 3 6-16,0-1-1 0,1 4 5 0,0 0-1 15,1 1 2-15,-3 4-7 0,0 0-5 0,1 0 0 0,-4 0-3 16,0 2-5-16,0-1 1 15,-4 1-6-15,1 0-2 0,0-2 8 0,-3 0-4 0,1-2-2 0,2 0-3 16,-2-2 6-16,0-1-9 0,5-5 7 0,0 2-1 0,0-3 2 16,0 1 2-16,4-4 8 0,-4 2 7 0,3-1-6 15,2-3 20-15,-4 2 0 0,4-3 8 0,3-2-9 0,0 0-2 16,-2-5-2-16,5-1 4 0,2-2 9 0,-2-2-9 16,1-4 20-16,0 1 5 0,-1-1 14 15,-2-1 32-15,1 2 15 0,-7 1 20 16,0 2 17-16,-3 1 25 0,-2 5 8 0,2-1 8 0,-1 3 6 0,-1 4-19 0,-3 3-10 0,4-3-31 15,-4 4-32-15,2 2-26 0,3 1-38 0,-5 1-20 16,2-1-16-16,0 1-13 0,1 3-7 0,1 4 2 0,-1 1 5 16,4 3-7-16,-2 5 7 0,3 0 1 0,0 6 5 15,5 2-3-15,-4 2-3 0,5-1-5 0,0-1-54 0,2-1-52 16,0-1-61 0,0-2-63-16,3-2-86 0,-2-2-92 0,2-3-91 0</inkml:trace>
  <inkml:trace contextRef="#ctx0" brushRef="#br1" timeOffset="14091.9941">22909 2883 1758 0,'-1'2'55'0,"-16"1"38"0,13-3 42 0,8 0 20 15,-4 0 29-15,0 0 20 0,0 0 4 0,0 0 3 0,0-3-58 16,3 2-36-16,0 0-36 16,4-1-20-16,2 1-31 0,0-3-22 0,4 2-3 15,3 1-2-15,-2-1 2 0,3 0 0 0,0 0-10 0,1 1-23 0,-1-1-47 0,-2 1-51 16,2 0-74-16,-6-2-75 0,5 3-72 0,-3 0-84 0</inkml:trace>
  <inkml:trace contextRef="#ctx0" brushRef="#br1" timeOffset="14471.0088">23227 2494 1212 0,'2'-3'20'0,"0"-2"34"0,-1 0 40 0,-1 0 23 0,0 1 36 0,0-1 24 16,0 2 24-16,0 3 10 0,0-5-16 0,3 4-26 16,-3 0-43-16,0 2-28 0,0 0-40 0,-3 0-20 0,3 3-26 15,0-1-6-15,3 6-4 16,2 1-11-16,-2 5 9 0,2 1 3 0,-1 4 3 15,3 2-1-15,-1 4-2 0,3 2 0 0,-2 2 1 0,-1 0 1 0,-1-1 0 16,0 3-4-16,1-2 4 0,-1 1-1 0,-2-3 4 0,2 0-2 0,-4-4-1 16,3 1-1-16,0-1-4 0,1-4 6 0,-4-1-1 0,3-2-2 15,-4 2 2-15,0-4-10 0,0 0-35 0,0-4-28 16,0 1-33-16,-4-4-45 0,0-1-28 0,2 1-41 0,-1-3-46 16,3-3-39-16,-1 0-22 0</inkml:trace>
  <inkml:trace contextRef="#ctx0" brushRef="#br1" timeOffset="15513.0445">23446 2418 1780 0,'-7'-9'22'0,"2"2"23"0,4-3 34 0,-3-2 24 15,6 3 28-15,-5 1 34 0,0-1 21 0,3 1 4 0,0 1-18 16,0 2-19-16,0 3-38 0,0 1-25 0,0-1-31 15,3 4-29-15,0-1-21 0,3 6-7 0,4 2-4 16,4 5-2-16,2 4 0 0,5 6 8 0,2 5 0 0,6 4-2 16,-3 4-2-16,-1 2 8 0,0 4-2 0,-2 1-3 15,-4-1 2-15,-1-1-5 16,-3 1 8-16,-3-2-3 0,-4 0-4 0,-3-5 4 0,0 2-3 0,-6-2 1 0,-3-1 3 16,-1-3-3-16,-5 0-1 0,0-1-4 0,-4-4-3 15,1 1-45-15,-4-3-21 0,0-3-37 0,-1-1-49 16,-1-1-48-16,-3-5-54 0,3-2-75 0,-3-3-48 0</inkml:trace>
  <inkml:trace contextRef="#ctx0" brushRef="#br1" timeOffset="15919.7269">23626 2169 1148 0,'5'-21'30'0,"0"3"31"0,2-3 47 15,6 1 19-15,-3-2 44 16,2 3 30-16,-3 2 26 0,5 0 7 0,-1 3-5 0,3-1-29 0,-2 3-35 0,2 1-18 16,-2 1-43-16,3 3-31 0,-4 1-25 0,1 4-7 15,2 0-26-15,-3 2 1 0,-2 4-16 0,0 2 2 16,1 4-1-16,-4-1 1 0,-1 3-2 0,-1 3 3 0,0-1 4 15,-6 5-4-15,-1-1 0 0,-7 0-5 0,2 2 2 16,-6 2 5-16,0-3-7 16,1 1 1-16,-5-1-1 0,5-2 2 0,1-1 2 0,1-3 1 15,1 1-5-15,7-4-4 0,-1 2 9 0,4-3 2 16,2 1-5-16,4 0-3 0,2-2 1 0,-1 1 4 0,5 1 1 0,2-1 3 0,5 1-3 16,1-2-4-16,-1 1-4 0,1 0 10 0,1-1-2 15,-4 1-5-15,3-1 1 0,-3 0-2 0,-4-1 0 16,-1-1 4-16,-5 2 5 0,-1 0-9 0,-4 0 6 0,-3 0 4 15,-1 2-6-15,-5 1-12 16,-3-1-30-16,-5 5-32 0,-5 2-49 0,-4 2-42 0,-8 3-78 16,-5 0-65-16,-3 0-71 0</inkml:trace>
  <inkml:trace contextRef="#ctx0" brushRef="#br1" timeOffset="16622.0627">24824 2400 2052 0,'0'-6'21'15,"-2"1"40"-15,0-4 35 0,6 4 35 0,-8-2 32 16,-2 4 7-16,3 1 7 0,2 1-4 0,1 1-21 0,-2 0-41 16,0 1-39-16,1 4-38 15,2 3-29-15,1 3-8 0,0 8-7 0,-2 4 7 16,3 6 0-16,4 7-2 0,0 3 11 0,-1 4 1 0,1 3-2 0,2 2 1 0,0-1 0 16,-1-1-1-16,2 0 0 0,-2-3 1 0,1 1-3 15,-2-2-1-15,3-2-46 0,-2-4-70 0,-3 2-92 16,-2-2-85-16,-1-7-100 0</inkml:trace>
  <inkml:trace contextRef="#ctx0" brushRef="#br1" timeOffset="16798.2701">24508 2967 1927 0,'1'-4'25'0,"-1"0"9"15,9 1 9-15,-1-2 19 0,7 3 18 0,2-1 5 16,3-1 3-16,9 0 7 0,-1-2-32 0,7 1-1 0,3 2-13 15,5-1-18-15,1 1-20 0,1 3-7 0,3-3-22 16,-1 3-52-16,0 0-58 0,-4 0-95 0,2-1-81 0</inkml:trace>
  <inkml:trace contextRef="#ctx0" brushRef="#br1" timeOffset="17220.4233">26234 2319 2120 0,'-12'-14'17'0,"0"1"34"15,-1 0 33-15,4-5 30 0,-2 7 37 0,-2 0 26 16,2-1 24-16,-2 6 9 0,4 0-18 0,2 4-36 0,-2-1-34 0,4 3-26 15,2 3-46-15,-2 6-24 0,1 4-23 0,2 8-13 0,-6 8 15 16,4 5-2-16,-4 10-1 0,3 9-5 0,0 3 12 16,-1 7-5-16,1 0 2 0,5 2 2 0,0 0-11 15,2-1 2-15,1-1 2 0,3-1 7 0,-1-4-45 0,-2-4-51 16,5-1-65-16,-6-2-78 0,-1-3-80 0,1-5-78 16</inkml:trace>
  <inkml:trace contextRef="#ctx0" brushRef="#br1" timeOffset="17356.6157">25827 3179 1658 0,'-8'-17'20'16,"2"-3"45"-16,5 8 27 0,6-5 20 0,2 2 16 0,-1 4 20 15,7-2 5-15,5 1 4 0,3 0-21 0,10-3-42 16,2 4-30-16,3-1-20 0,7 0-12 0,-1 0-23 16,1 4-15-16,5 1-57 0,-2 2-63 0,-2 2-75 0,-3 1-83 15</inkml:trace>
  <inkml:trace contextRef="#ctx0" brushRef="#br1" timeOffset="17795.966">26474 2895 1287 0,'-3'1'-7'0,"-1"2"-3"0,1-2 4 16,5-1 2-16,-4 2-7 0,-1 1 12 0,1 2 28 15,-1 2 6-15,3 1 5 0,0 4 9 0,0-1-4 0,0 4 10 16,5 2 9-16,0-3-9 0,0 4-31 0,1-4-4 16,3 0 7-16,-1-4 0 0,2 2 2 15,0-5 0-15,0 0 9 0,-2-3 10 0,4-2 5 0,-3-2 8 0,2-2 0 16,-1-2 10-16,4-3-2 0,-5-2-2 0,7-1-2 16,-5-5-1-16,0 1 19 0,2-3-3 0,-4 0 2 0,-1 0-13 15,1 0 14-15,-5 2 4 0,-3 1-3 0,3 3-8 16,-4 1-8-16,0 2-10 0,-2 1-10 0,0 2-1 15,-1 3-19-15,1 2-16 0,2 0-1 0,0 3-11 0,0 3-8 16,0 4 4-16,2 4 2 16,3 4 2-16,-2 3 8 0,2 4-6 0,1 4-7 0,0 2 5 0,1 3-6 15,1 0-18-15,-3 2-4 0,1 1-14 0,0-2-6 0,-1 2 6 16,-2 0 1-16,-1-2-2 0,-2 0 4 0,-2-2 21 16,-1-1-3-16,-5-3 20 0,-1-3 1 0,-3-4 0 15,-3-1 0-15,-1-3 3 0,-5-2 5 0,-1-4 20 0,0-4 12 16,-3 1 7-16,1-5 10 0,0 0 1 0,5-4 5 15,-1-4-2-15,5 0-5 16,1-5-23-16,1 0-17 0,6-6-52 0,2-2-61 0,4-3-65 0,4-2-78 0,4-4-83 16,9-5-101-16</inkml:trace>
  <inkml:trace contextRef="#ctx0" brushRef="#br1" timeOffset="18176.6212">27005 2871 1859 0,'-3'-2'32'0,"-2"2"7"15,4 0 15-15,1-1 5 0,-5 4-9 0,2-1 1 16,-1-1 1-16,3 5 21 0,-2 2-31 0,1 0-2 16,0 3-15-16,2 2-6 0,2 1 9 0,-2 5-2 0,2 0 1 15,1 1-23-15,2-5-1 0,-1 2-3 0,1-3 0 16,4 0 0-16,-1-4 3 0,-1-3 5 0,-1 0-2 0,2-2 4 16,-2-2 1-16,1-3 3 0,-3-2 16 0,1 0 11 15,3-4-1-15,-5-4-3 16,3 1 15-16,1-4-3 0,-1-1 18 0,2-2 9 0,-2-4-6 0,1 3 0 0,1 1-4 0,-5 1 9 15,0 0-1 1,1 0 4-16,-2 1-19 0,-2 4-16 0,2 4-5 0,-2 0-19 0,0 1-3 0,1 3-8 0,1 2-19 0,3 3-4 16,0 3 7-16,-1-1-1 0,5 6-12 0,0 2 15 15,2 5 1-15,3-1 0 0,-1 4-5 0,1 3-17 16,-2 1-4-16,1 3-24 0,1-1 1 0,-2 0-8 0,-2 2 1 16,-2 1-4-16,2-1 12 0,-4-3 21 0,-4 1-6 15,-2-4 28-15,-3-1 5 0,-5 0 2 0,-4-5 3 0,-3 0 1 16,-4-3 2-16,-3 1-6 0,-4-3 6 0,0-3 0 15,0-1-1-15,1-3 0 0,3-1-4 0,-4-3-34 0,6-2-53 16,2-1-62-16,3-3-69 0,5-2-74 0</inkml:trace>
  <inkml:trace contextRef="#ctx0" brushRef="#br1" timeOffset="18590.953">27458 2856 1702 0,'0'-2'18'0,"0"3"20"0,0-1 7 16,0-3 0-16,4 3 2 0,-4 0 1 0,-4 4-2 16,4-4 1-1,4 3-19-15,-4-3-16 0,4 4-11 0,1 0 2 16,2-2-6-16,3 2 3 0,0 1-4 0,3 0 7 0,-1 0-3 16,-2-3 2-16,1 1 1 0,3-1 3 0,-6-1 1 0,0-2-4 0,1-2 8 15,-2-1 1-15,-1-3-2 0,1-1 2 0,-3-1 17 16,2-3 16-16,1-1 16 0,-4-1 5 0,0-2 25 0,0 0 6 15,1 0 16-15,-4 1 11 0,0 1-9 0,-4 1-19 16,4 2-12-16,-3 6-2 0,2-1-25 0,-3 2-15 0,3 4-21 16,1 3-20-16,0-1-2 0,-3 5 1 0,3 5-7 15,0 3 3-15,0 6 0 16,0 6 1-16,3 2 8 0,-3 8 1 0,0 1-3 0,1 6 1 16,1 0 2-16,0 1-3 0,-1 1-6 0,6 0-2 15,0 0 5-15,3 0-9 0,-4 0-4 0,8-3-3 0,-3 1 2 0,1-3 2 0,-2-2-1 16,0-6 1-16,-3-3-6 0,-7-3 15 0,0-5 2 15,-5-5 5-15,-3-2 6 0,-1-5-1 16,-3-6 10-16,-1 0 6 0,-1-4 7 0,-2-4-2 0,-1-2 11 0,3-5-8 16,-3 0 0-16,2-3-1 0,1-4-10 0,3-3-3 15,3-2-4-15,5-2-15 0,5 0-32 0,7-8-32 16,4 2-48-16,2-1-55 0,5-2-55 0,2-2-82 0,3 2-86 16</inkml:trace>
  <inkml:trace contextRef="#ctx0" brushRef="#br1" timeOffset="18935.6677">25962 3406 2166 0,'-29'4'33'0,"4"2"28"0,8-5 22 16,1-2 9-16,13 2 12 0,0-1 7 0,4-1-3 0,10 1 1 16,7-3-34-16,8 3-17 0,16-3-7 0,10 2-9 15,16-2-11-15,15 0-1 0,17 1 4 0,11 2-1 16,7 0 0-16,5 0-7 0,2 0-13 15,0 0-5-15,-3 4-2 0,-3-1 0 0,-7-2 1 0,-6 0-7 0,-2 5 3 16,-9-6-39-16,-8 0-40 0,-6 0-41 0,-9 0-53 16,-10 1-40-16,-13-1-49 0,-7 0-27 0,-12-1-49 0,-8 1 0 15</inkml:trace>
  <inkml:trace contextRef="#ctx0" brushRef="#br1" timeOffset="19482.0077">26459 3942 2086 0,'-3'-4'10'0,"-1"1"26"15,2-2 25-15,8-7 14 0,-1 8 15 0,0-5-3 16,3 1 11-16,4-1 2 0,3 3-8 0,2-1-24 15,4 0-24-15,2 2-19 0,3 2-11 0,0 1 4 0,1 2-10 16,-1 0-3-16,-2 2-5 0,-1 1 4 0,-4 2-7 16,-3 2 2-16,-2 0-10 0,-4 0-20 0,-4 1-6 0,-3 4-11 15,-4 0 7-15,-6 2-13 16,-1 1 7-16,-6-1 5 0,0 3 6 0,-7 1 16 16,4 1 7-16,-5-2 11 0,1 0 0 0,5-1 0 0,-1 0-2 0,4 0-2 0,2-3 3 15,2 4 4-15,6-6-4 0,-1 1-1 0,8 2-5 16,-1-1 6-16,6 2-3 0,4-3 3 0,0 1 0 15,5-2 3-15,0 1-3 0,4 0-2 0,0 0 8 0,2 0-4 16,-5 0 8-16,1-2-7 16,2 2 0-16,-6-1-3 0,-2-3 3 0,-2 2 3 15,-4-2-3-15,-7-1 6 0,-1 0 3 0,-1 0 9 0,-7 0-2 16,-4 1-2-16,-5-1 5 0,-5 3-1 0,0-2-5 16,-8 1-2-16,-3 1-7 0,-3-1-8 0,-1-2-44 0,1 1-53 15,2-3-60-15,3-1-78 0</inkml:trace>
  <inkml:trace contextRef="#ctx0" brushRef="#br1" timeOffset="19684.7289">27070 3822 2928 0,'-2'-2'40'0,"-1"-1"10"0,-1 3 16 0,8-3 10 15,-8 2 1-15,4 2 0 0,-4 2-3 0,4 0 1 16,4 2-45-16,0 1-6 0,-3 4-16 0,4 3-8 15,2 4-1-15,-1 4 4 0,2 3 7 16,4 3-6-16,-2 2 6 0,-2 3-4 0,1-2 7 0,-4 2-6 0,2 1 9 16,-4-2-11-16,0-2-55 0,-1 4-63 0,-4-4-105 0,-1 3-83 15,0-5-111-15</inkml:trace>
  <inkml:trace contextRef="#ctx0" brushRef="#br1" timeOffset="19826.1513">27174 4596 2052 0,'-1'3'8'16,"-3"-2"6"-16,3-1 2 0,1-7-5 0,-2 5-2 15,2 0-29-15,2-1-39 0,-2-1-73 0,5-3-99 16</inkml:trace>
  <inkml:trace contextRef="#ctx0" brushRef="#br1" timeOffset="20872.4376">28593 2376 979 0,'-6'-8'14'0,"0"0"29"16,1-1 26-16,1 4 29 0,-5-2 30 0,0 0 35 0,1 1 40 0,0 2 18 0,0-1 3 15,2 2-15-15,-8-1-12 0,3 1-7 0,-2 1-22 16,0 2-31-16,4 0-40 0,-5 4-14 0,1-1-20 0,-1 7-13 16,0 2-9-16,-2 5-21 0,1 7-2 0,-3 3 28 15,0 8 4-15,-1 4-8 0,5 2 4 0,-2 4 0 0,7 1-7 16,-1 2 5-16,7-2-12 0,2 2-30 0,2-3-5 16,2-2 6-16,3-1-8 0,2-5-65 15,4-1-67-15,2-2-70 0,-3-2-85 0,4-5-92 0</inkml:trace>
  <inkml:trace contextRef="#ctx0" brushRef="#br1" timeOffset="21185.2055">28736 2551 2435 0,'-8'-9'19'15,"-2"1"20"-15,4 4 27 0,-4-3 6 0,8 4 5 16,-3 3 0-16,-2-2-3 0,7 2 0 0,-1 4-19 0,1 0-22 15,-2 4-28-15,4 4-4 0,-2 4-7 0,1 5 3 0,-1 4 3 0,0 4 2 16,4 6 1-16,-4 2-2 0,1 2 1 0,-1-1-2 0,0 1 3 16,-1-5-2-16,1 2-2 0,0-4-1 0,-4-3-5 15,4-7 10-15,-4-1 44 0,0-6 8 0,3-3 47 0,-2-1 27 16,1-6 38-16,-2 0 30 0,0-4 39 0,3-1 29 16,1-2-21-16,0-1 41 0,-2 2-63 0,2-3-27 0,-1-3-31 15,1 0-34-15,-2-3-31 0,-4-4-36 0,1-1-26 16,-2-5-50-16,0-2 15 0,0-4 0 0,1-3-6 15,1 0 2-15,2-5-2 0,3 2 2 0,1-1-3 0,1-1-6 16,1 0-28-16,1 5-31 0,2 0-48 16,0 2-46-16,2 4-69 0,0 1-66 0,0 4-74 0,0 4-74 15,-4 7-76-15,3-3-68 0</inkml:trace>
  <inkml:trace contextRef="#ctx0" brushRef="#br1" timeOffset="21467.585">28916 2842 578 0,'1'4'5'0,"3"2"-2"0,-1-7 2 0,3 2 44 0,-3 1 17 15,-3 0 20-15,4 4 1 0,-4-2 5 0,3-2 3 16,-1 1 0-16,3 7 6 0,-5-3-36 0,7 0 11 0,-7 1-14 15,5 3-2-15,-4-1 2 16,6 0-6-16,-7 4 16 0,1-3-12 0,1 1 0 0,-2 1-2 0,0 0-3 0,-2-1 1 16,1 3-6-16,-3-2-3 0,1 3-7 0,-2-2-5 0,1 3-12 15,-1-1-16-15,-1-3-8 0,-1 2 4 0,-1-1 0 16,4 0-5-16,-6-4-5 0,2 0 3 0,0-1-36 0,0 1-61 16,-2-3-53-16,-2-1-73 0</inkml:trace>
  <inkml:trace contextRef="#ctx0" brushRef="#br1" timeOffset="21873.4001">29200 2447 2155 0,'9'-4'13'0,"1"-1"23"0,-7 2 12 0,10-3 13 0,-6 0 20 15,0 4 3-15,0 2 1 0,2 0 1 0,3 0-7 0,-2 0-31 16,5 2-7-16,-3 1-13 0,1 2-22 0,1 2 4 16,-1 0-9-16,-4 0 5 0,2 3-12 0,-4-1 9 0,-1 1-5 15,-3 0 4-15,-3 2-4 0,-1-2 2 0,-4 2 3 0,-2 0-3 16,-7 0 5-16,2 1 1 0,-2 1-3 0,-4-2 0 16,1 1 3-16,-1 0-7 15,1-1-2-15,2-1-2 0,2-2 2 0,3 1 1 0,3-3 1 0,3 0-5 0,-2-2 6 16,6 0-3-16,0 2 7 0,1-2 2 0,5 2-6 0,1 0-4 15,-1 1 5-15,4 1-1 0,0 2 0 0,3-2 0 16,1 3 3-16,1 0-4 0,-2 0 1 0,4 0 1 0,-4-2-5 16,4 2 4-16,-4 2-3 0,-3-2 3 0,2 1-3 0,-4-1 4 0,1 0 1 15,-4 0-5-15,-5 3 11 0,0-1-10 0,-5-2 2 16,-4 1 3 0,-1 1 5-16,-3 0-11 0,-6 0 9 0,1 1 3 0,-6-1-6 15,-2-1-23-15,0 1-40 0,-5-1-72 0,0 1-69 0,-2-5-71 0,3-3-92 0</inkml:trace>
  <inkml:trace contextRef="#ctx0" brushRef="#br1" timeOffset="22152.8267">29303 2157 2625 0,'0'-5'16'0,"0"3"4"0,0 2-5 15,0 0-2-15,5 2 2 0,-5 1 13 0,6-1 8 16,1 4 5-16,5 2-11 0,9 2 3 0,1 5 5 0,3 2 6 16,8 5-1-16,0 4-8 0,6 5-4 0,-1 1-8 0,1 4 8 15,-3 1-10-15,1 3 4 0,-2-1-8 0,-2 3 3 0,-6-1 2 0,-1 1-8 16,0-2 10-16,-9-1-19 0,0 0 9 0,-5-3-1 0,-7 1-4 16,-1-4 5-16,-8 1-6 0,-3-3 5 0,-3 1-10 0,-10-1 13 15,1 0-8-15,-8-1-7 0,-1-1 12 0,-6-1-15 16,1-1-4-16,-3 0-40 0,1 0-28 0,2-3-70 0,0-2-66 15,-2-3-59-15,3 1-81 16</inkml:trace>
  <inkml:trace contextRef="#ctx0" brushRef="#br1" timeOffset="22529.1464">30324 2309 2625 0,'-9'-4'28'0,"0"1"16"0,1 1 28 0,8-3 19 15,-9-2 3-15,1 7 10 0,3 0-7 0,-4 0 0 0,9 0-30 16,-4 4-15-16,0 4-19 0,0 4-9 0,0 7 8 0,-1 3-11 16,0 8 6-16,1 6-1 0,1 4 7 0,-2 6-2 0,4 1-12 15,2 2-5 1,3-4-12-16,0 3 0 0,3-4 1 0,4-2 2 0,-2 1-3 15,6-3 3-15,0-3-5 0,2 0-44 0,1-3-44 0,3-3-62 0,-4-3-76 16,4-3-70-16,-3-4-77 0</inkml:trace>
  <inkml:trace contextRef="#ctx0" brushRef="#br1" timeOffset="22982.2745">30569 2666 1405 0,'-1'0'34'16,"1"-3"13"-16,0 3 19 0,3-3 25 0,-3 2 13 0,0 1 18 15,0 1 14-15,2-1 4 0,-1 0-33 16,2 3-18-16,-1-3-18 0,0 2-23 0,-1-1-11 0,2 1-15 16,0 2-16-16,0-1-1 0,1 2 14 0,-1 3 15 0,3-1 4 0,1 3-4 15,-1 1 6-15,-2-1-3 0,3 4 2 0,-2 1-4 0,-1-3-13 16,-4 0-3-16,0 4-6 0,0-2 9 0,-3 2-13 0,-3 1 1 15,3 0 3-15,-5-3 2 0,-2 1-7 0,2 2-4 0,2 0 1 16,-5-5-5-16,5 2 8 0,-2-6-4 0,3-1-1 16,-2 1-3-16,6-4 10 0,-3-1-3 0,2-3 13 15,2 0 15-15,0-1 4 0,2-1 11 0,-1 2 6 0,-1-3 23 16,3 2 13-16,-3-2 5 0,3-2-10 16,0 2-14-16,2-2-11 0,0-7-7 0,3-2-8 15,1-5-19-15,1-3-22 0,3-4-4 0,1-1-2 0,-2-5 1 0,2 5 18 0,-4-2 15 16,0 2 25-16,-1 3 13 0,-4 3 22 0,-1 4 25 0,-2 0 18 15,1 6 23-15,-4 2-4 0,2 2-11 0,-4 2-18 0,0 3-14 16,0 2-24-16,-1 0-27 0,3 1-22 0,-5 1-26 16,3 1-8-16,3 0-12 0,-3 0-3 0,3 4 0 0,-4 1 6 15,4 2 5-15,0 4-2 0,4 3-6 0,-1 0 6 0,0 5 0 16,4 2-20-16,0 0-39 0,3-2-42 0,2 3-45 16,2-4-44-16,2 0-64 0,2-1-89 0,0-3-84 0,3 0-77 15,0-2-75-15</inkml:trace>
  <inkml:trace contextRef="#ctx0" brushRef="#br1" timeOffset="24341.3224">30400 2609 731 0,'3'-2'16'0,"-1"-3"18"0,-2 4 10 0,0 1 13 0,0 0 6 16,0 0 15-16,0 0 1 0,0 0 9 0,0 0-6 0,0 0-4 15,0 0-9-15,0 0 4 0,0 0-5 0,0 0-6 0,0 0 10 16,0 0 12 0,0 0-7-16,0 0-7 0,0 0 12 0,0 0-6 0,0 0 4 15,0 0 4-15,0 0-9 0,0 0-13 0,0 0-11 0,0 0-4 16,0 0-17-16,0 0-9 0,0 0-4 0,0 35-25 31,9 99 12-15,-5-111 1-16,-1-3-8 0,-2 5 10 0,4-4-9 0,1-2 2 15,-3-1 0-15,4-1-1 0,-1-3 4 0,-3 2-2 16,6-4 11-16,0-4 2 0,-5 2 22 0,5-3 12 0,-1-2 20 16,1-1 15-16,-1-1 7 0,1-3 4 0,0 0 1 0,4-5-3 0,-1-2-14 0,0 0-4 15,2-3-18-15,4-4-8 0,-6-1 2 0,6-2-1 16,-2 0-5-16,1-2 1 0,-3-3-3 0,2 2-3 0,-6 1-5 16,0-3 4-16,-3 0-6 0,-1-4 1 0,1 2 4 0,-7 0 4 15,1 2 12-15,-1-2-1 0,-1 2 7 0,-3 1-6 0,4 1 0 16,-5 3-8-16,1 3-10 0,0-1-8 0,1 7-10 15,-3-1-5-15,5 4-2 0,1 5 6 16,0 0-35 0,-12 14 7-1,-36 112 11 1,41-100-3-16,1 3 9 0,-1-1-2 0,3 3-3 16,-2 3 0-16,2 2 2 0,1 3 0 0,3 0-7 0,-1 2 10 15,2 3-3-15,1 1 1 16,-1 2-8-16,4 3-20 0,0-2-17 0,-1 4-2 0,0-1-8 15,-1 2-10-15,0-2-5 0,0-1 5 0,-3 0 2 0,0-2 23 0,0-2 14 0,0-4 6 16,-3-3 6-16,0-2 2 0,-4-4 8 0,3-4-3 0,-2-2 3 16,-1-6 1-16,7-21 20 15,-63 19-17 1,-15-7 0 0,61-23 2-16,0-1-10 15,1-2 4-15,-1-3 7 0,1-3-2 0,-2-2 2 16,6-2 7-16,-2 0-6 0,2-5 1 0,3 1 12 0,1-1 8 0,5-4-5 0,1 0 1 15,2 1-3-15,5-6-4 0,3 1 0 0,1 0-6 0,6-4-7 16,7 2-9-16,0 1-12 0,5-3-5 0,6 4-12 0,0-1-35 16,4 2-19-16,2 2-45 0,2 5-42 0,-1 0-44 15,-1 4-51-15,0 4-55 0,0-1-58 0,-3 3-36 16</inkml:trace>
  <inkml:trace contextRef="#ctx0" brushRef="#br1" timeOffset="25185.1443">31042 2716 969 0,'-5'0'30'0,"10"-2"22"0,-10 4 21 0,5-4 20 16,-3 2 10-16,3 0 38 0,-1 3 12 0,1 0 15 0,-2-3-18 0,0 0-4 15,2-3-14-15,0 6-3 0,0-6 0 0,0 5-36 16,0-4-2-16,0 2-7 0,2 0-6 15,-2 0-13-15,0 0 6 0,0-1-16 0,2-1 1 0,-2 2-7 16,0 2-9-16,0-2-4 0,1 1-3 0,-1 1-6 0,2-1-12 0,-2-1 4 16,1 1-9-16,-1-1 4 0,5 0 0 0,-4 0-4 0,4 2 12 15,-2-1 23-15,4 1 9 0,3 0-6 0,0 3 9 0,3-4-6 16,3 0 6-16,1-1-4 0,0 0-11 0,0 0-21 0,1 0-11 16,-1 0 0-16,-4 0-9 0,-1-1 6 0,-2 1 1 15,0-1-3-15,-4 1 0 0,2-2-4 16,-6 4 6-16,1-2 11 0,-3-2 10 0,0 2 9 0,-3-1 4 15,1 2 23-15,-2-2-7 0,-1 1 7 0,2-4 1 0,-1 4-2 16,1 0-13-16,-3 0-14 0,-2-3-7 0,2 3-14 0,-4-2-1 0,-1 1-5 16,-1 1-8-16,-1-1-8 0,-3 1 6 0,5 0 2 0,-5 1-3 15,7-1-1-15,1 1-2 0,-1-1 5 0,5 0-5 0,-1 0 5 16,4 0-2-16,1 0-5 0,0 0-1 0,0 2 1 0,1-2 3 16,1 1-4-16,1-1 13 0,1 0-15 0,-4 2 3 15,4-2 5-15,1 0 1 0,-1 2-5 16,1 1 6-16,3-1 4 0,0 0-13 0,1 3 16 0,3-3-2 0,0 1-3 0,-1 0 3 15,2-1 0-15,1 0 0 0,-1-2-6 0,3 3 1 0,-4-3 5 16,1 0-14-16,-4 0 9 0,4 0-10 0,-2-3-19 16,-1 6-39-16,-6-3-27 0,0-5-41 0,-3 5-58 0,4-2-42 0,-5 2-83 15,0 0-65-15,0 0-66 0</inkml:trace>
  <inkml:trace contextRef="#ctx0" brushRef="#br1" timeOffset="25906.5582">31428 2400 2075 0,'-3'-1'15'0,"-2"-6"41"15,2 4 29-15,4-4 29 0,-1 7 36 0,0 0 16 0,0 0 24 16,0 0 18-16,0 0-9 0,0 0-35 0,0 0-25 15,0 0-36-15,22-57-42 0,-22 57-11 0,0 0-19 0,68-46-26 32,-31 55-7-17,1 17 4 1,-38-14-2-16,-5 1 1 0,2 2-4 0,-7 2 3 0,-1 1-2 16,2 0 6-16,1 1-3 0,-5-2-1 0,4 0 7 0,-3 0-12 0,2-3 7 15,2 0-7-15,3-2 6 0,-2-2 1 0,6 43-17 16,6-45 15 15,-1-3 0-31,6 3 2 0,1 1 1 0,2 0 1 0,-4 1-6 0,8-3 2 0,-4 1 5 16,90 36 8-1,-37 2-13 17,-69-11 15-1,3-35-48-16,-85 80-39-15,39-48-52 0,25-25-45 0,-2 1-65 0,1-4-76 0,-2 1-56 16,2 0-68-16</inkml:trace>
  <inkml:trace contextRef="#ctx0" brushRef="#br1" timeOffset="26213.0465">31660 1913 2097 0,'2'-3'32'0,"-1"2"20"0,2 0 13 0,1-2 17 0,-1 3 16 16,-3 3 1-16,0-2 1 0,1 0-4 16,5 2-26-16,1 0-14 0,-2 4-9 0,8 0-17 0,0 8-13 0,8 3 10 15,-4 4 2-15,10 5 14 0,2 2-3 0,-2 3-16 0,-1 4-1 0,0 5 2 16,-2-2 6-16,-1 2-12 0,-2 0-4 0,-5-2-8 0,-1 2-1 15,-2-1 8-15,-1-2 3 0,-3-1-2 0,-5-2-7 16,1-1 1-16,-3-1-1 0,-4-3 0 0,1-1-3 0,-4-1 9 0,-5-3-17 16,-1 0 4-16,-2 1 1 0,-4-2-2 0,0-2 0 15,-4-3-30-15,-1 1-40 16,-2-1-59-16,-1 0-65 0,-2-5-65 0,-1 1-75 0,-1-3-74 0</inkml:trace>
  <inkml:trace contextRef="#ctx0" brushRef="#br1" timeOffset="26686.4315">32027 1867 2097 0,'-2'-9'26'0,"1"-1"17"0,2-3 20 0,6 1 29 0,-4 2 32 16,-2-2 22-16,7-2 9 0,-2 3 24 0,4-5-23 0,0 4-17 15,7 3-19-15,-4-3-28 0,7 2-32 0,-1 2-23 0,2 1-10 16,1 2-26-16,0 1 2 0,-2 4 1 0,-1 0-7 15,2 0 3-15,-7 4-4 0,2-1 4 0,-5 2-3 16,0-1 0-16,-6 1 3 0,-1 3-5 0,0 1 12 0,-4 1-6 16,-4 2 1-16,3 0-1 0,-4 0 7 0,-3 0 2 0,2 4-13 0,0-2 8 0,-2 0-9 0,1-2 1 15,0 1 5-15,0-2-4 0,4 1-4 0,0 0-1 0,3-4 4 16,0 4 1-16,3-2 4 0,2 1 1 0,3 0-3 16,3 0 4-16,1-1-4 0,4 0 1 0,0 2 1 0,3-2-4 0,-1-1 0 15,-1 1-4-15,1 0 3 0,-3 0-4 0,0-1 7 16,-2 0 0-16,-5-1 4 0,1-1-3 0,-5 0-2 0,-3 0 5 15,-2 1 3 1,-7 1 1-16,-1-1 2 0,-6 4-4 0,-5 2-17 0,-7 3-21 0,-3-2-14 0,-3 2-42 0,-9 0-43 16,-2 4-54-16,-3-1-81 0,-9 2-77 0,4-1-69 15</inkml:trace>
  <inkml:trace contextRef="#ctx0" brushRef="#br1" timeOffset="27622.5714">17550 5317 1825 0,'3'-12'19'0,"-3"0"37"0,0-3 38 0,6 1 30 15,-9 0 39-15,1 4 37 16,-1-1 25-16,2 3 38 0,1 3-10 0,0 2-25 16,0 1-25-16,-4 0-30 0,4 4-40 0,-3-2-47 15,3 2-21-15,0 1-44 0,0 4 1 0,2 5-19 0,3 3-8 0,1 9 0 0,5 5 9 16,-2 8 2-16,4 6 8 0,4 8 6 0,-4 4-13 16,0 4 17-16,-4 3-7 0,4 1-4 0,-7 0-51 0,0-3-53 15,1 1-64-15,-1-3-89 0,-1-2-80 0,-4-3-96 16,1-7-99-16</inkml:trace>
  <inkml:trace contextRef="#ctx0" brushRef="#br1" timeOffset="27778.5248">17413 6024 2709 0,'-17'-17'36'0,"3"5"15"16,1-1 42-16,2-3 13 0,0 1 27 0,2 5-1 15,6 1-2-15,-1-3 4 16,11 3-42-16,2-2-17 0,12-1-46 0,2-2-13 0,12-3-31 0,7 2 4 0,10-4-2 15,8 2-33-15,3-2-52 0,8 4-60 0,-2 3-76 16,1 1-94-16,0 0-88 0</inkml:trace>
  <inkml:trace contextRef="#ctx0" brushRef="#br1" timeOffset="28075.2045">18979 5211 2052 0,'-15'-8'24'0,"0"1"31"0,0 1 24 0,-2-2 28 0,4 1 18 0,-7 6 28 15,-1 1 20-15,2 1 7 0,-1 6-18 0,-2 2-14 16,2 4-14-16,3 4-11 0,-1 7-16 0,1 5-20 15,0 4-17-15,6 6-11 0,4 6-9 0,1 5-9 0,3 5-9 16,0 6-21-16,6 2-1 0,2 5 4 0,-1 0-7 16,6 1 3-16,-3 2 6 0,3-3-4 0,-2-3 0 0,2 0-27 15,2-5-62-15,-4-6-88 16,2-3-77-16,-1-3-91 0,-4-2-94 0</inkml:trace>
  <inkml:trace contextRef="#ctx0" brushRef="#br1" timeOffset="28247.0463">18501 6104 2625 0,'-8'-13'15'0,"3"-1"13"0,4 2 7 0,2-8 3 15,4 4-5-15,2 1 4 0,8 0-10 0,6-1 8 16,4 1-17-16,8 0-15 0,5-2-12 0,2 3 3 16,4 0 10-16,4 2-11 0,-3 0-24 0,3 2-62 0,-3 3-79 15,-3 2-71-15,-4 0-95 0</inkml:trace>
  <inkml:trace contextRef="#ctx0" brushRef="#br1" timeOffset="28720.2689">19174 5896 1492 0,'2'-1'34'15,"1"-1"21"-15,0-2 36 0,0 3 20 0,-1-1 17 0,0 0 18 16,-1 1 23-16,1 0 7 16,1 0-22-16,-3-2-21 0,2 1-33 0,2 0-21 15,-2 2-23-15,-1 0-12 0,1 0-24 0,-1 2-7 0,1-2-16 0,0 3-1 0,1 0 4 16,0-1 0-16,0 0 6 0,1 3-11 0,-3 0 4 16,1 2 7-16,-2 1 0 0,0 1 8 0,0 3-11 0,-2 2 0 15,1 1 6-15,-3 2 7 16,-2 0-2-16,1 4-13 0,-1-1 4 0,-2-3-4 15,2 3 6-15,-1-1 2 0,-1 0-10 0,2-2-1 0,2-3 4 0,-1 1-4 0,1-1 8 16,1-1-7-16,3-2 2 0,0-3-1 0,0-3-1 16,3 0-8-16,1-2-8 0,-1-3 4 0,0 0-10 15,5-3 7-15,-4-2-5 0,3-1 4 0,1-5 1 0,1 1 4 16,-1-5 9-16,2-3-3 16,-1-2 4-16,0-4 16 0,1-1 14 0,-2-1 22 0,0 1 27 15,-3 1 27-15,1 0 24 0,-3 5 33 0,-3-1 35 16,3 4 1-16,-3 2 6 0,-3 3-5 0,0 2 2 0,0 1-16 0,0 3-25 15,-1 1-29-15,0 4-40 0,2 0-19 0,-1 0-21 0,2 0-30 16,1 5-24-16,1-1-8 0,-1 1-8 0,3 5 5 16,-1 2 1-16,1 3 3 0,-2 4-7 0,-1 3-32 15,4-1-33-15,0 3-54 0,0 1-42 0,0-3-76 0,1-1-64 16,0 1-88-16,6-2-74 0,-5 0-53 0</inkml:trace>
  <inkml:trace contextRef="#ctx0" brushRef="#br1" timeOffset="29809.0565">19114 5886 618 0,'2'-2'19'0,"-2"1"10"16,0 0 9-16,-2 0 8 0,1-1 2 0,-4-1 2 0,5 1 11 0,-3 2 0 16,0 0-13-16,1 0-6 0,1-3-8 0,1 4-6 0,0-1 9 0,0 0 5 15,0-1-13-15,0 1 6 0,0 0 0 0,0 0 1 0,0 0 24 16,0 0 7-16,0 0-1 0,0 0 4 0,1-2 15 31,-1 2 6-31,2 0 5 0,-2 0 0 0,1 0-20 0,1 0-11 16,1 0-5-16,-3 0-11 0,0 0-16 0,5 2-15 15,-5-2-8-15,1 0-9 0,4 0 10 0,-2 0 12 0,4 0-8 0,-1 1 7 16,2-1 2-16,1 2 9 0,-2-2-13 0,2 4 13 16,0-3-14-16,-2 2-12 0,1 1 8 0,-2-1-10 0,3 3 2 15,-4-1 1-15,2 2 1 0,-2-1-3 0,-2 3 1 16,3 1-1-16,-5-1 0 16,2 3 4-16,-3 1-1 0,0-1-7 0,2 3 9 0,-4-1-3 0,2 3-1 15,-1 0 4-15,-2-3-2 0,-3 4-6 0,3-4 0 0,-4 3 4 0,-1 0-2 16,3-1-5-16,-4-1 4 0,3 0-5 0,-1-1 1 15,-1-1 3-15,-1-1 0 0,4 2-3 0,0-5-3 0,-1 1 10 16,1 0-7-16,4-3 3 0,-7-2-6 0,8 0 6 16,-1-3-1-16,-1 1 1 0,2-3 3 0,2-1-9 15,-1-1 10-15,2 0 5 0,2 2-1 0,-2-5-5 0,2-2 3 16,-1 2 3-16,3-7 8 16,2-1 11-16,-1-3-6 0,3-4 4 0,2-2 15 0,0-3 0 0,-2 0 19 15,3-4 16-15,-1 0-4 0,1 0-17 0,-6 0 12 0,1 4 1 16,0-4 18-16,-1 3 7 0,-3 2-20 0,-2 0-11 15,-3 2-4-15,0 2 17 0,0 3 11 0,0 0 0 0,-3 0-25 0,2 5-4 16,-3-2 4-16,1 6-10 0,2 1 1 0,-3 0-8 16,0 2-23-16,4 3-9 0,-2-1-10 0,1 3 1 0,1 0-6 15,0 0-4-15,-2 0-3 16,2 0-3-16,0 3 2 0,0-3-6 0,0 5 11 0,-1 0-6 16,1 2 4-16,-4 2-2 0,4 4 2 0,-3 2 8 15,3 1-4-15,-1 3 4 0,-4 1-1 0,3 4 3 0,1 0-5 16,1 0 7-16,0 3-4 0,0-1-3 0,3 1 5 15,2-1-3-15,-1 1-9 0,6-2-32 0,1-1-23 16,2 0-46-16,1-5-50 0,2 0-65 16,2-1-55-16,0-1-69 0,-1-3-54 0,4-4-44 15</inkml:trace>
  <inkml:trace contextRef="#ctx0" brushRef="#br1" timeOffset="30326.0295">19617 5864 833 0,'-5'3'6'0,"2"1"22"0,1-3 15 0,2 1 7 16,-3 0 16-16,2 0 0 0,-3 2 4 0,4 0 13 15,-3 1-3-15,1 0-21 16,0 2-11-16,-1 3-3 0,1 2-19 0,1-1 8 0,-3 2 1 0,4-1-16 16,0 2 3-16,4-1-4 0,-3-1 7 15,4-1-4-15,-1 0 15 0,3-2-8 0,-1-2-6 16,2 0 8-16,-1-2 1 0,2-2 28 0,-3-3-4 0,2 0 14 0,-1-3-12 0,3-3 14 16,0-2 3-16,0-6 0 0,0-1-6 0,3-4-9 15,-2-1 0-15,0-2-9 0,0-2 1 0,0 0 0 16,-4 0 4-16,1 3 4 0,-4-2 5 0,0 4-8 0,0 2 7 15,-2 2 20-15,-2 3-7 0,0 1-14 0,-2 5 0 16,2 2-4-16,-3 1-9 0,2 3-12 0,-1 3-18 0,0 1-20 16,2 3 9-16,0 6-4 0,0 4-7 0,0 7-1 15,4 2 5-15,-3 8 5 0,4 3 1 0,-1 4-1 16,3 3-3-16,-1 1-6 0,7 1 7 0,-2 2-2 0,2-2-4 16,-1 0-2-16,3 0 1 0,-2-2 3 0,-1-1-4 0,2-1 12 15,-8-6-8-15,1-1 0 16,-4-2 5-16,-2-4 1 0,-4-4-2 0,-2-2 0 0,-1-3 16 0,-5-3 28 15,0-1 24-15,0-3 11 0,-5-2 22 0,3-3 9 0,-1-3 6 16,1-3-8-16,0 0-9 0,0-2-28 0,-1-4-28 16,1-3-8-16,2-3-54 0,-2-3-42 0,4-5-57 15,-1-4-45-15,2-7-57 0,4-3-67 0,2-4-80 0,4-3-70 16,2-7-56-16</inkml:trace>
  <inkml:trace contextRef="#ctx0" brushRef="#br1" timeOffset="30732.3402">19977 5785 1438 0,'0'0'37'0,"0"1"8"16,0 0 9-16,2-1-3 0,-4 5 9 0,-1-3 24 15,2 3 20-15,-3 5 6 0,1 2-12 0,3 2-3 0,-3 1-5 16,1 4 4-16,1 3-8 0,-2 0-26 0,1 1-22 16,2 0-1-16,0-4-25 15,2 2-3-15,4-6-3 0,0-1 2 0,-1-4 5 0,3 0 11 0,5-5 15 0,-2 0 8 16,2-5 7-16,-1-3-1 0,1-2 13 0,2-4 4 15,2-3-4-15,0-5-7 0,-1 0-6 0,-1-3-3 16,-2-4-6-16,1 0 8 0,1 0-8 0,-3-1 4 0,-2 0 16 16,-4 0 15-16,1 4 0 15,-2 0-9-15,0 3 5 0,-2 3-8 0,-3 7-3 0,4 1-9 16,-4 1-23-16,0 5-21 0,0 1-6 0,-4 2-2 0,4 3-3 0,0 3-10 16,0 4 5-16,0 5-5 0,0 7 14 0,4 2-4 0,-3 6 5 15,2 6-2-15,2 1-5 0,-1 5 4 0,3 2-10 16,-1-3 3-16,1 1-10 0,1-1 5 0,1-2-4 15,-3-4 4-15,1 2 4 0,-4-3 1 0,-3-5 0 0,0 1-2 16,-1-6 11-16,-6-1 2 16,1-5-6-16,-5-1-3 0,3-5 5 0,1-5 8 15,1-2 1-15,-1-1 6 0,0-4-12 0,4-2 1 0,1-2 3 0,2-3 4 0,-1-1-15 16,2-5-47-16,2-2-27 0,2-3-52 0,4-8-44 16,1-1-50-16,3-1-60 0,2-3-66 0,3 0-66 0,6-1-35 15</inkml:trace>
  <inkml:trace contextRef="#ctx0" brushRef="#br1" timeOffset="31064.1231">18959 6736 1791 0,'-36'9'18'0,"6"-2"6"15,-3-2 17-15,5 0 23 0,3-1 33 0,2-1 45 16,4 0 24-16,3-3 7 0,5 0-12 0,5-1-3 0,12-1-23 16,10-6-27-16,11-1-29 15,11-3-40-15,10-1-2 0,14-3-7 0,14-3 4 0,14-1 9 0,10-2 40 0,12 1 17 16,7-1 8-16,7 1 20 0,2-2-23 15,2 2 5-15,-4-1-13 0,-3 5-19 0,-2 0-31 0,-12 5-10 0,-5-3-19 16,-12 5-48-16,-13-1-62 0,-15 5-64 0,-9 2-60 16,-18 1-70-16,-10 3-61 0,-11 0-43 0,-10 0-42 0,-9 3-38 15</inkml:trace>
  <inkml:trace contextRef="#ctx0" brushRef="#br1" timeOffset="31731.6389">18858 7299 1613 0,'0'0'29'0,"-1"-4"16"0,2-2 20 16,4-4 13-16,-1-1 8 0,1 0 5 0,0-5 25 0,6-1 17 16,-1-5-12-16,2-2-3 0,1-1-5 0,4 0-3 15,-2 0 7-15,2 0 15 0,-2 3-16 0,-2-1-9 0,0 6-8 0,-4 3 12 16,0 1-1-16,-5 5-1 0,0 1-18 0,-1 5-13 15,-2 0-15-15,-2 4-4 0,1 0-11 0,-2-1-29 0,1 3-4 16,1 1-20-16,0 5 5 0,0 0-1 0,1 6 4 0,2 3-1 16,3 4-1-16,-1 3 9 15,2 3-13-15,1 3 17 0,-2 0-8 0,2-1-2 16,1 2 1-16,-2-3-2 0,-1 2-47 0,3-3-35 16,-2-1-57-16,-3-1-54 0,-4 2-50 0,0-3-63 0,-3 0-42 0,-5-3-30 0,-3-3 28 15,0 1 18-15,-6 0 60 0,3-5 57 0,-7-2 63 16,3-2 89-16,-4 0 78 0,2-3 69 0,-1 2 60 0,-1-6 48 15,0-1 56-15,5 4 25 0,-4-4 41 0,2 0-12 16,5 0 1-16,2-2-27 0,0-2-28 0,8 0-39 0,-1 2-54 16,1-4-31-16,8 2-47 0,-1 0-13 0,7-1-48 15,-1-3-11-15,5 3-5 0,6-3-1 0,3-1 1 16,5-2-4-16,4 0-9 0,1-2 0 0,5-1-2 0,-2-2-55 16,-1-3-52-16,2 5-59 0,-6-2-84 0,-1 0-65 15,-1-1-70-15,-1 0-86 0</inkml:trace>
  <inkml:trace contextRef="#ctx0" brushRef="#br1" timeOffset="31919.1392">19449 6890 2818 0,'-5'0'37'0,"0"0"37"0,1 0 15 0,4 0 7 0,-3 0 7 15,-2 2-1-15,2 1 3 0,1 0-6 0,2 2-24 16,0 1-40-16,0 5-11 0,2 3-2 0,-2 4-9 0,0 2 8 15,2 3-6-15,-1 5 9 0,3-1-16 0,0 2-29 16,1-2-63-16,6 2-63 0,-6 0-91 0,1 2-108 16,-3-2-113-16</inkml:trace>
  <inkml:trace contextRef="#ctx0" brushRef="#br1" timeOffset="32059.7858">19543 7714 2685 0,'-4'1'28'15,"-3"2"13"-15,2-3 5 0,0-10 0 0,2 5 1 16,-3 1 4-16,-1-2-9 0,7-1-33 0,-3-1-85 16,6 0-69-16,-3 2-89 0,3-2-93 0</inkml:trace>
  <inkml:trace contextRef="#ctx0" brushRef="#br1" timeOffset="32591.9772">19947 7320 1791 0,'-4'-4'17'0,"0"-1"28"15,4 1 25-15,-3-1 26 0,2-1-4 0,-1-1 9 16,0-3 11-16,4 1-2 0,1 0-15 16,0-4-23-16,9-1-26 0,-2 0-20 0,5 1 2 15,4-4-8-15,2 2-14 0,1 1 6 0,3 2-7 0,1 0-4 16,0 3 4-16,-1 1-7 0,2 3 4 0,-3 5 1 16,-4 0-3-16,0 2 1 0,-7 5 10 0,0 1 13 15,-4 4-3-15,-4 5 24 0,-5 3 30 0,-1 2 19 0,-12 6 19 16,2 2 31-16,-8 2 20 0,-3 3 16 0,-3 1 33 0,-4-1 6 0,2 2-10 15,-4-3-4-15,2-1 8 0,3-3-35 0,0 1-23 0,10-8-27 16,-4 1-31-16,5-2-29 16,3-3-28-16,6-2-14 0,2-5-30 0,4-2 17 0,0 1-15 0,7-6 2 15,4 1-11-15,5-6-41 0,1-2-47 0,5-2-62 0,5-4-72 16,3-2-112-16,3-2-81 0,2-4-96 0,3-5-82 16</inkml:trace>
  <inkml:trace contextRef="#ctx0" brushRef="#br1" timeOffset="32764.9361">20641 7011 3339 0,'-8'-9'56'0,"-1"-1"30"15,3 0 53-15,-1 2 32 0,-1-2 22 0,-1 4 5 0,3 4 2 16,2 2 2-16,1-3-61 0,3 6-34 0,0-1-53 16,3 3-29-16,1 5-16 0,-4 4-11 0,3 3 0 15,-2 7 6-15,1 4-2 0,2 2 8 16,0 6-1-16,-3 2-4 0,2-3-31 0,1 1-44 15,0-2-47-15,0-4-77 0,-1-1-80 0,0 0-106 0,1 0-95 0</inkml:trace>
  <inkml:trace contextRef="#ctx0" brushRef="#br1" timeOffset="32888.7548">20690 7677 2329 0,'-6'8'23'0,"3"-3"4"16,-2-2-5-16,0-7 3 0,4 1-1 0,-4 3-36 0,0 0-75 0,-1-3-88 15</inkml:trace>
  <inkml:trace contextRef="#ctx0" brushRef="#br1" timeOffset="33853.7195">20640 5317 1780 0,'-2'0'34'0,"-1"3"24"0,1-3 36 16,4 0 17-16,-4 0 6 0,1 3 5 0,-3-1 15 0,0 2 8 15,1 3-18-15,0 3-11 0,-4 3-34 0,1 3-12 0,-1 9 8 16,-2 4-4-16,1 7-15 0,3 1-3 0,2 6-17 16,2 0-13-16,2 1-7 0,4 2 3 0,1 0-13 0,1-2-7 15,4 1 9-15,-2-1-13 0,8-3-3 0,-1-2-68 16,0-3-64-16,2-2-80 16,0-5-86-16,0-7-77 0</inkml:trace>
  <inkml:trace contextRef="#ctx0" brushRef="#br1" timeOffset="34142.6279">20948 5524 2530 0,'-11'-11'39'0,"-2"1"32"0,0 3 40 0,7 0 12 0,-5 0 17 16,2 4 1-16,-1 1-3 16,4 2 0-16,1 0-43 0,4 2-31 0,1 6-43 0,0 4-13 0,1 5-12 15,-1 5 0-15,2 6 0 0,1 5 6 0,1 4 8 0,0 5-1 16,2-3 1-16,-1 4 1 0,1-4-4 0,2-1 1 15,1-3 2-15,-4-2-2 0,3-2-7 16,-3-6 1-16,3-1 6 0,-3-7-3 0,-2-2 3 16,0-4 0-16,-1-3 27 0,-2-3 9 0,0-5 45 0,0 2 13 0,-2-4 32 0,2 2 10 15,0-5-1-15,-2-2-9 0,1-5-22 0,1-1-19 16,-2-3-38-16,1-4-14 0,-3-4-40 0,1-5-3 16,-3-2-10-16,3-3-4 0,-3-3-33 0,1-4-23 0,1 1-45 15,0-4-25-15,-4 2-39 0,5 2-50 0,-2 1-48 16,2 5-38-16,1 5-47 0,-3 7-41 0,4 5-36 15</inkml:trace>
  <inkml:trace contextRef="#ctx0" brushRef="#br1" timeOffset="34394.9716">21218 5949 1481 0,'2'10'9'16,"-2"-3"9"-16,1-2 7 0,4-5 5 0,-5 4 5 0,0-2 29 0,0 3 28 15,3 0 11-15,-1 1 8 0,4 1-6 0,-3 0 0 0,0 5 6 0,2-2 14 16,0 2-28-16,2 0-29 0,-4 2-8 16,1-2-18-16,-1 4-3 0,-3 0-8 0,0-2-8 0,-5 2-14 15,0 0-3-15,-2 1 4 0,-3-3-5 0,-4 1-32 16,2-1-48-16,-2 1-67 15,-2-3-73-15,3-3-79 0</inkml:trace>
  <inkml:trace contextRef="#ctx0" brushRef="#br1" timeOffset="34732.4757">21353 5584 1569 0,'12'-13'37'0,"-4"3"38"0,-3 1 24 0,1-2 33 16,0 3 27-16,-2 3 17 15,-1 1 22-15,-2-1 17 0,3 2-23 0,-1 0-36 0,2 3-26 16,-1-2-33-16,1 0-29 0,-2 2-15 0,0 0-23 16,-3 4-17-16,0-4-18 0,0 3 5 0,0 2 2 0,0-1-5 0,0 6 7 0,0 0 0 15,-1-1 0-15,-3 4 1 0,1 1 1 0,0 1-10 16,0 1 4-16,2 0 1 0,-3-2-10 0,3 3 5 0,1-2 3 16,3-1-4-16,0 0 10 0,0-4-3 0,5 2-1 0,2 2 2 15,-2-2 10 1,2-2-8-16,2 0 3 0,-3-1-5 0,5 1-10 0,-4 0 14 15,1 0-6-15,1-1 1 0,-2 1-7 0,-3-1 2 16,2-1 1-16,-6 4 1 0,2-4 2 0,-4 3-7 0,-1-1 1 0,-1 2 2 16,-6-2 10-16,1 2-3 0,-5 0-10 0,3 2 9 0,-3-1-1 15,-2-1 6-15,-1 3-5 0,-2-2 0 0,5-1-9 16,-4-1 3-16,3 1-16 0,-2-2-42 0,2-1-53 16,0 0-73-16,0-1-63 0,2 1-86 15</inkml:trace>
  <inkml:trace contextRef="#ctx0" brushRef="#br1" timeOffset="35013.4093">21411 5271 2542 0,'-3'-12'34'15,"-2"7"27"-15,4-2 43 0,1 2 10 0,4 3-2 0,-4-1 2 16,2 1 3-16,1-3-1 0,5 5-30 0,1 0-31 0,4 5-42 15,4-2-2 1,7 4-1-16,0 2-2 0,6 6-12 0,4 2 8 0,0 4-6 0,2 4 8 0,1 4-1 0,-2 5-5 16,-4 0 3-16,1 3 4 0,-4 1 18 0,-3 3 6 0,-1 0 6 15,-4 1 4 1,-7-2 0-16,0 2-2 0,-5-2 3 0,-5 4 5 0,-5-2-14 0,-4 0-8 16,-3 0-4-16,-3-1-13 0,-5 2 4 0,0-2-2 15,-2 1 6-15,-6-2-11 0,5-5-55 0,-3 1-42 0,-1-7-55 0,2 2-65 16,0-4-98-16,-2-3-82 0</inkml:trace>
  <inkml:trace contextRef="#ctx0" brushRef="#br1" timeOffset="35387.964">22487 5446 2329 0,'-10'-5'38'0,"0"-2"37"0,-1 2 28 0,0-3 42 0,-2 3 39 0,-2 1 22 0,0 1 11 16,2 3 11-16,3-2-39 0,1-1-47 0,5 3-27 15,0 5-35-15,4-2-45 0,0 6-16 0,0 8-16 0,0 3-3 16,4 9-2-16,0 8 17 0,1 5-8 0,5 5 3 16,4 6 0-16,0 2 2 0,7-1 7 0,2-1-8 15,3-2-1-15,2-3-18 0,4-2-22 16,-1-4-68-16,1-5-70 0,-2-3-89 0,-2-4-87 15,1-4-92-15</inkml:trace>
  <inkml:trace contextRef="#ctx0" brushRef="#br1" timeOffset="35897.2387">22693 5816 1438 0,'-5'0'20'0,"10"-3"27"16,-2 3 14-16,0-2 22 15,0 0 25-15,1 0 18 0,-1 1 19 0,2-1 17 0,4-1-4 0,-3 1-17 0,5-1-14 16,-2 1-19-16,0 0-30 0,-1 2-13 0,-4 2-24 15,1 0-12-15,-1-2-15 0,0 3-4 0,-3 2 7 0,3 0-4 16,-3 2 4-16,-1 0-3 0,0 3 26 0,0 2 11 16,0 3-2-16,0 1-4 0,-1 1-5 0,-4 2 4 15,1-2-7-15,-1 3 6 0,-2-3-20 0,2 0-23 16,1-3 5-16,-1-2-2 0,2 0 0 16,2-5-5-16,2-1 6 0,2-4-6 0,2 3-3 0,-1-5 15 0,0 0-9 15,4-3 3-15,1 1-3 0,0-3 2 0,1-2 4 16,4-2-3-16,-3-2 1 0,1-5-7 0,1-1 9 0,0-5-9 15,0-2 6-15,0-1 7 0,-5-1 18 0,1-1 18 16,0 1 20-16,-2 1 10 0,-2 1 21 0,-4 5 32 16,-1 2 15-16,5 2 20 0,-5 3 2 0,-5 5 0 0,2 0-11 15,0 4-4-15,0 1-29 0,3 0-29 0,-4 4-23 16,4 0-28-16,-3 1-30 0,3-3-19 0,0 7-12 0,0-2-4 0,0 5 8 16,3 5 1-16,-3 2 8 0,4 1 5 0,-1 6 0 15,3-1-27 1,2 5-28-16,1-3-40 0,4-1-49 0,4-2-66 0,0-3-46 15,1 0-83-15,3-1-70 0,-4-1-61 0,2-8-57 16</inkml:trace>
  <inkml:trace contextRef="#ctx0" brushRef="#br1" timeOffset="36263.6191">23202 5757 2649 0,'0'3'53'0,"-3"-2"54"0,0 1 26 0,-1-4 31 16,8 1 10-16,-8 4 15 0,1-3 12 0,3 0 0 0,0 0-57 16,3-2-45-16,1 2-34 0,2-3-28 0,6 1-17 15,1-1-13-15,4 0-14 16,3-2-32-16,3-1-56 0,3 1-81 0,0 0-67 0,0 0-88 0,-5 5-82 15,0-7-100-15</inkml:trace>
  <inkml:trace contextRef="#ctx0" brushRef="#br1" timeOffset="36467.2138">23489 5448 2294 0,'-6'-4'31'0,"0"1"40"0,3 0 30 0,1 1 25 0,1 0 14 0,-2 2 2 16,1 0-10-16,0 4 2 0,2-1-34 0,0 0-38 0,0 3-28 15,0 4-18-15,4 4-19 0,-3 7-2 0,2 0 13 16,1 8-3-16,-1 3-4 0,4 3-1 0,0-1 0 16,-1 3-3-16,1-1 3 0,3-2 3 0,-3 2-7 15,2-4 4-15,-4 1 4 0,4-1-1 0,-5-1 2 0,2-4-3 16,-3-3-45-16,0-1-45 16,1-3-52-16,-3-2-69 0,-1-3-76 0,2-6-75 0</inkml:trace>
  <inkml:trace contextRef="#ctx0" brushRef="#br1" timeOffset="36700.9075">23559 5373 1972 0,'-3'-15'33'0,"-3"3"32"0,2 0 36 0,4 0 31 0,0 5 13 16,0 3 1-16,0 1 3 0,4 2-2 0,2 2-32 0,4 2-32 15,0 1-35-15,6 4-28 0,3 5-18 0,3 2 6 0,4 4 0 16,1 6-4-16,1 1 4 0,1 3 2 15,-3 5 4-15,1 1-3 0,-2 0 6 0,-5 2-5 0,0-3 1 16,-3 4 0-16,-2-4 2 16,-6 2-2-16,0-1-5 0,-4 1 5 0,-3-2-9 0,-5-1 0 15,-4-1-4-15,-2-1-29 0,-4 1-33 16,-4-5-61-16,-1 1-60 0,-5-1-84 0,-2-2-92 0</inkml:trace>
  <inkml:trace contextRef="#ctx0" brushRef="#br1" timeOffset="37138.3188">24305 5291 2661 0,'-7'-5'18'0,"0"2"15"0,-3-1 11 0,10-1 2 0,-8 2 7 15,-2 3 4-15,-2 0-1 16,4 5 12-16,-1 5-3 0,0 4-18 0,1 3 0 0,-2 12-5 0,2 0-1 16,4 11 0-16,-1 0-2 0,3 8-7 15,4 1-10-15,3 4 0 0,4 1-12 0,5-4 2 0,2 1-7 16,5-3 3-16,2-2 0 0,6-4-31 0,2-6-71 0,-2 0-60 0,2-9-64 15,3-1-91-15,0-9-84 0</inkml:trace>
  <inkml:trace contextRef="#ctx0" brushRef="#br1" timeOffset="37748.6229">24440 5649 1460 0,'-4'-3'38'16,"4"-1"16"-16,4 1 33 0,-4 3 25 0,1 0 24 16,-2 0 13-16,2 2 16 0,-2-2 11 15,4 1-37-15,-2-1-19 0,1 0-39 0,-4 3-19 16,4-2-29-16,-2 2-11 0,2 2-15 0,-1 4 8 0,-1 2 2 0,5 3 3 16,-1 1 9-16,1 3-3 0,-2 2 3 0,4 0-1 0,-2 1 1 15,1 0-22-15,-2-3-3 0,1 1 0 0,2-5-2 16,2-1-2-16,-1-1 3 0,1-5-3 0,-2 0 4 0,4-4 3 15,0-3 18-15,2-1-5 0,1-3 6 0,-1-5 1 16,4-2-7-16,-3-3 7 16,3-1-4-16,-1-2 4 0,0-2-16 0,-1-3 1 15,-3 1 4-15,1-3 5 0,-7 4 11 0,2-4 9 0,-5 4 19 16,0 2 12-16,-3-2-1 0,-2 5 7 0,-1 3-3 16,2 2-5-16,-4 1-8 0,2 6-12 0,0-1-25 0,1 4-22 0,1 4 0 0,-3-1 1 15,4 4-8-15,-3 3-1 0,-2 4 0 0,4 6-3 0,-2 4 1 16,3 5 11-16,0 7-4 0,1 3-2 0,4 4 2 15,1 1 0-15,3 2 3 0,0-2-3 0,0 4 5 16,3-2-5-16,0 0 7 16,-2-1-9-16,-1-3-3 0,3 0 4 0,-3 0-7 0,-1-5 16 15,-4-3-8-15,1 0 0 0,-5-3-3 0,-2-2 6 16,-5-5-1-16,-1-4 4 0,-1-5 4 0,-4-1-11 0,0-3-1 0,-3-5 5 16,0 1 0-16,-1-5-1 0,1-2 5 0,0 2-4 0,3-6-20 15,1-3-48-15,-1-3-57 0,4-3-83 0,-1-3-69 0,2-1-101 16</inkml:trace>
  <inkml:trace contextRef="#ctx0" brushRef="#br1" timeOffset="37935.1339">24936 5702 2566 0,'0'0'43'0,"0"1"48"0,0-1 26 0,6-1 36 0,-6-1 15 16,2 2-2-1,1-3 5-15,3 1-3 0,-1-1-44 0,9-1-48 0,1-1-24 0,3 0-36 0,2 2-13 16,3-1-3-16,2 1-3 0,1 1-17 0,4-1-56 16,-7 1-76-16,0 2-91 0,-1 0-94 0,-5-2-105 0</inkml:trace>
  <inkml:trace contextRef="#ctx0" brushRef="#br1" timeOffset="38263.6148">25280 5479 1405 0,'0'-4'28'0,"0"-1"28"0,4 0 42 15,-3-2 25-15,1 2 29 0,-1 2 37 0,1-2 18 0,1-2 33 16,0 3-17-16,1-1-11 16,2 0-19-16,2 0-9 0,0-2-24 0,1-1-31 0,5 3-22 15,1 1-32-15,2 0-9 0,2-2-13 0,-3 1-29 0,4 3-14 0,-4-1-2 16,1 3-8-16,-1 0-1 0,2 0 6 0,-5 5-4 0,0 0-2 15,0 2 11-15,0 5-5 0,-4-4 1 0,-1 7 3 16,0-1 4-16,-5 5-4 0,-1 3-4 0,-4 0 6 16,-4 4-8-16,-2 1 11 0,-2 4-6 0,-3-2 2 0,0 3 10 15,-4-3 12-15,0 2 5 0,-1-2 0 0,0 1 4 16,2-2-4-16,2-3 4 16,0-3-4-16,4-1-8 0,2-3-21 0,1-4 4 0,4 1-5 0,4-4 4 0,5-1-10 15,0-3-4-15,6 0-1 0,2-4-18 0,3-3-33 16,5 0-63-16,5-3-63 0,2-3-87 0,1-2-50 15,1-6-70-15,-1-1-77 0</inkml:trace>
  <inkml:trace contextRef="#ctx0" brushRef="#br1" timeOffset="38498.1392">25652 5204 1904 0,'-10'-8'43'15,"4"-1"33"-15,-2 1 34 0,7 3 24 0,1-2 14 0,-2 2 9 16,2 3 2-16,2 2-1 0,3-2-44 0,4 5-30 15,4 3-29-15,4-1-17 0,-1 5-16 0,7 4 3 0,4 3-1 16,3 3 6-16,-1 4 3 16,-1 3 3-16,0 4-4 0,-3 0-4 0,0 5 7 15,-5-1 10-15,1 3 2 0,-4 1-5 0,-1 0-5 0,-3-1-5 0,-4 4 7 0,2-2-13 16,-5-1 3-16,-2 1-21 0,-4-2-1 0,-2-1-2 0,-3-1 1 16,-1-1 4-16,-3-2-2 0,-3-3 2 15,0-2-47-15,-2-4-62 0,1-2-61 0,-4-1-80 0,1-4-78 16,2-2-98-16</inkml:trace>
  <inkml:trace contextRef="#ctx0" brushRef="#br1" timeOffset="38955.5685">25789 5024 2283 0,'-1'-11'39'16,"2"1"31"-16,2-2 28 0,2 3 32 0,3-4 17 0,0 3 7 15,3-2 28-15,-3 2 8 0,7 1-40 0,0-1-35 16,2 3-30-16,-1 0-24 0,5 5-14 0,0 1-15 16,1 3-24-16,-2 4-14 0,4 1 4 0,-7 5 10 0,4 0 4 15,-5 2-12 1,1 1-2-16,-4 2 12 0,-2-3 3 0,-2 3 11 0,-2-5 3 0,-6 0 1 0,2-3 4 15,-1 0 16-15,-2-2 21 0,3-3 1 0,-6-3 1 0,6 1 0 0,-6-2 4 16,6 0-5-16,-6-2-4 0,7 2-7 0,0-5-19 16,0 2-7-16,4 1-7 0,10-2-4 0,-1-4-41 15,8 0-52-15,9-1-69 0,2-3-84 0,5-1-131 0,-1-1-113 16</inkml:trace>
  <inkml:trace contextRef="#ctx0" brushRef="#br1" timeOffset="40735.0664">27095 5194 1713 0,'-4'-7'18'0,"-1"2"36"0,0-2 33 15,5 2 34-15,-3-2 28 0,-4 4 28 0,6-2 26 0,-3 3 7 0,3-1-16 16,-3 3-35-16,4 0-37 0,-4 3-30 0,8-3-33 0,-4 2-26 16,4 4-28-16,-3 7-2 0,3 4-8 0,0 8 3 15,1 6-2-15,3 6 2 0,0 6 2 0,1 8-2 0,0 2 6 16,-1 0-8-16,1 1 6 16,0 1-5-16,-2-2 6 0,2-2-3 0,-3 1-9 0,1-7-69 15,-2-1-72-15,-2 0-80 0,0-6-75 0,0-4-101 0</inkml:trace>
  <inkml:trace contextRef="#ctx0" brushRef="#br1" timeOffset="40903.57">26936 5828 2248 0,'-17'-12'30'0,"0"0"26"0,4 0 37 16,0-2 43-16,5 3 13 16,-1 1 5-16,3 2 5 0,4-2 6 0,6 4-34 0,4-3-30 0,5 2-33 15,9-3-42-15,6-2-12 0,5 4-4 0,10-4-9 16,3 3-4-16,7-3-8 0,2 3-43 0,1-1-53 0,4 3-68 15,-3 3-92-15,-3 0-93 0</inkml:trace>
  <inkml:trace contextRef="#ctx0" brushRef="#br1" timeOffset="44060.7737">25445 5995 690 0,'-2'-2'10'0,"-1"-1"-4"0,2 0 25 0,-3 1 11 15,1 0 16-15,0 1 27 0,0-3-5 0,1 4 21 0,-1-1 13 0,2 1 14 16,-1-2-16-16,1 2 4 0,1 0 4 0,-2 0-9 16,4 0 11-16,-2-2 0 0,0 2-15 0,0-2 9 0,1 2 0 15,-1 0 2-15,2-2-8 0,-2 1-11 0,0 1-1 16,0 0 3-16,-2 0-2 0,4 0-17 0,-4 0-4 0,4 0-13 15,-2 1-8 1,1-1-5-16,2 0-2 0,-1 0-23 0,-1 2-3 0,2-4-3 0,2 2-8 16,2-3-5-16,2 1 0 0,4-1-5 0,1 3 3 15,3-3-1-15,5-1-7 0,3 4 7 0,-4 0 3 0,1 0-1 16,-1 3 2-16,-2-1 2 0,-2 0-9 0,-2 3 1 16,-5 0 5-16,2-1-6 0,-6 3 3 0,2-2 3 15,-4 1-8-15,0 1 13 16,-4 0 13-16,-4 2 4 0,0-1-5 0,-1 4 7 0,-3 2-4 15,-5 2 4-15,0 0-4 0,-4 1-8 0,-5 0-10 0,2 2-7 0,-3-2 0 0,0-2 2 16,-1-1 0-16,1-1-10 0,-1-2 12 0,5 0-37 16,-1-2-29-16,1-2-59 0,-2 0-56 0,0 0-85 0,0 1-74 15,-2-1-88-15</inkml:trace>
  <inkml:trace contextRef="#ctx0" brushRef="#br1" timeOffset="44983.1493">28198 5111 1233 0,'-9'-7'16'16,"-4"3"33"-16,4-4 27 0,2 2 47 0,-7-1 42 0,5 1 41 16,-5 1 24-16,2 0 30 0,1-1 3 0,-3 0-29 15,1 4-8-15,3-3-30 0,-6 0-35 0,4 5-37 16,-3-3-25-1,2 6-27-15,1 0-23 0,0 1 3 0,0 6-14 0,2 4-20 0,-3 6 5 0,3 7 2 16,0 6 5-16,0 7-5 0,1 7 11 0,5 2-6 16,-1 7-6-16,1 1 1 0,6 4-8 0,1-1-4 0,1 1-9 15,-1 0 7-15,3-3-14 0,-2-1 6 0,0-1 0 16,2-4-18-16,1-6-49 0,-3-3-59 0,2-4-65 16,-1-4-94-16,-2-5-65 15,1-4-94-15</inkml:trace>
  <inkml:trace contextRef="#ctx0" brushRef="#br1" timeOffset="45123.943">27693 5893 1848 0,'-16'-19'38'0,"2"-1"16"0,6 4 33 0,4-2 18 0,0-1 19 15,4 3 8-15,3 1-2 0,6-2 9 0,5 3-40 16,2-1-18-16,10 2-31 16,0 1-18-16,8-2-20 0,1 3-11 0,4 0-1 15,4 1-5-15,1 3-28 0,5 0-49 0,-5 2-66 0,0 0-71 0,-1 3-75 0</inkml:trace>
  <inkml:trace contextRef="#ctx0" brushRef="#br1" timeOffset="45950.4712">28305 5634 1265 0,'0'0'27'0,"0"0"36"15,0 0 18-15,26-6 37 0,-26 6 8 0,0 0 22 0,0 0 17 16,0 0 5-16,0 0-19 0,0 0-31 0,0 0-21 15,14-1-29-15,-14 1-14 16,0 0-17-16,0 0-21 0,0 0 5 0,0 0 7 16,0 0-10-16,0 0 4 0,0 0 5 15,0 0 11-15,0 0-2 0,0 0 5 0,0 0 9 0,0 0 0 0,3 61-6 0,-7 21 3 16,-5-60-4-16,0-1-3 0,0-4-7 16,-3 3 1-16,2-1-3 0,-1 0-9 0,-2-4-2 0,4 0 7 15,-1-1-10-15,1-4-8 0,2-1 15 0,3-1-10 16,0-6-16-16,1 3 5 0,3-3-1 0,0-2 1 0,0 0 2 15,3 0 9-15,1-2 1 16,-4 0 19-16,4-1-2 0,0-1-2 0,0-4 2 0,6 0-4 0,-2-6 1 16,1-3-9-16,7-5-2 0,-2-4-15 0,3-3 5 0,0-1 3 15,1-5-8-15,3 1-2 0,-5 2 12 0,-2 0 8 16,-1 3 15-16,-4 1 25 0,0 3 25 0,-2 6 21 0,-4 2 31 16,-1 3 35-16,-2 4-1 0,0 5-3 0,-4 1-20 15,3 1-23-15,-1 6-30 0,-3-2-26 16,4 0-29-16,-3 2-32 0,3-2-13 0,-2 4-5 15,0 3-4-15,1 2 0 0,-1 4 11 0,2 2-4 0,-3 6 8 0,3 3-13 0,-1 3 7 16,2 4 2-16,2-3 3 0,1 2-33 0,2-2-44 16,1-2-31-16,3 0-54 0,3-5-25 0,1-1-63 0,0-3-50 15,5-2-78-15,-6-1-36 0,6-3-42 16,-1-2-49-16</inkml:trace>
  <inkml:trace contextRef="#ctx0" brushRef="#br1" timeOffset="46738.3588">28213 5637 608 0,'-2'-2'24'0,"2"1"14"0,-1-1 13 16,-1 2 22-16,2 0 22 0,-2 0 8 0,2 0 13 16,0 0 7-16,0 0-21 0,0 0-8 0,0 0-10 0,2 2-26 15,-2-2-30-15,2 1-5 0,-1-1-15 0,1 0-6 16,2 2-5-16,-2 0-2 0,3 1-4 0,1 1-2 0,-1 1 14 16,1 1 2-16,2 3-8 0,0-1-20 0,-3 1-38 15,3 3-41-15,-4 0-59 0</inkml:trace>
  <inkml:trace contextRef="#ctx0" brushRef="#br1" timeOffset="47372.4105">28567 5654 1105 0,'0'-2'30'0,"0"-1"12"0,1-1 5 16,3 1 26-16,-3 0 14 0,-1-1 8 0,2 3 7 15,-1-4 20-15,-1 3-25 0,5-1-3 0,-2-1 5 0,0 4-30 16,-1-3-3-16,-1-1-7 0,2 4-3 0,-1-1-11 16,0 1 0-16,-1 0-8 0,1 0-12 0,0 1 0 0,-1 1-8 15,2 0 4-15,-1 1-3 0,2-1-9 16,1 4-8-16,-2 1 5 0,2 0 2 0,-2 2 2 16,2 1-1-16,-3 0 1 0,3 2-2 0,0 0 2 0,-1 3 2 0,-1-1 1 0,-1 0-1 15,1 1 3-15,0-1 8 0,-3 1 8 0,2-1 4 16,-2 1 1-16,0-1-7 0,-2-2 1 0,2 1-7 0,-2-3-2 15,1 1-6-15,-1-6-9 0,1 3-4 0,-1-3-2 16,2-1 4-16,0-1-4 0,0-1 11 0,2 0 0 0,-1-2-5 16,2 0-9-16,1 0 3 0,-3-2-2 15,2 0 4-15,-1 1 2 0,2-1 1 0,-4 0 16 16,2 0 8-16,-2-1 4 0,0-4-5 0,2-1 2 0,-2-6 0 0,3 2-1 0,0-5 13 16,2-5-9-16,-4-2 6 0,4-2 7 0,2 1 8 0,-1-2 11 15,0 1 16-15,-1 2-3 0,0-1-2 0,-4 4-10 16,4 1-4-16,-2 3 3 0,-3 0 21 0,0 5-3 0,5 1-8 15,-2 4 11-15,-3-1-12 0,0 5 0 0,0 1-7 0,0 0-11 16,0 2-27-16,0 0-10 16,0 0-7-16,0 4-12 0,0-1 3 0,0 6-8 0,0-1 10 15,0 7 0-15,1 3-5 0,1 2 4 0,1 4-2 0,-3 1 1 0,7 3-4 0,-6 1 4 16,4 3-15-16,-2-3 9 0,5 0 3 0,-2 2-7 0,1-4-11 16,2-2-48-16,0-2-21 0,0-1-48 0,3-3-49 0,2-4-66 15,1 0-65-15,-1-3-66 0,-3-5-61 0,5 2-51 16</inkml:trace>
  <inkml:trace contextRef="#ctx0" brushRef="#br1" timeOffset="49029.1386">29095 5533 347 0,'0'0'21'0,"0"0"-1"0,-32-38-3 0,32 38 10 15,0 0 0-15,0 0 9 0,0 0 0 0,0 0 3 0,0 0 2 0,0 0 5 16,0 0 15-16,0 0 0 0,0 0 18 0,0 0 4 16,0 0 11-16,0 0-2 0,0 0 22 0,0 0-7 0,0 0 3 15,0 0 11-15,0 0 4 0,0 0-2 0,0 0 13 16,0 0 5-16,0 0-6 0,0 0 8 0,0 0-4 0,0 0-6 15,0 0-5 1,0 0 1-16,0 0-17 0,0 0-8 0,0 0-15 0,0 0-15 0,-5-11-5 0,5 11 2 16,0 0-14-16,0 0 3 0,0 0 0 0,0 0-10 0,0 0 0 0,0 0-3 15,0 0-8-15,0 0-9 0,0 0-7 0,0 0-7 16,0 0-8 0,0 0-28-1,0 0 2-15,0 0-1 16,0 0 2-1,-3 54 2-15,3 21 17 0,5-56-2 16,-2 1 2-16,1-1-6 0,3-2 1 0,-2-1 3 16,1-3-1-16,1-1 2 0,0-3 1 0,0-1-4 15,1-1-1-15,0-4 5 0,1-1-1 0,-1-2 2 0,1-2 1 16,2-4 6-16,2 1-5 0,0-6-1 0,2 1 3 0,0-5-2 16,0 1-4-16,-2-3 6 0,1-2 0 0,-2 2-6 15,-4-3 6-15,-1 1-4 0,-2 0 2 16,-2 1-2-16,-1-1 5 0,-2-3-6 0,0 3 1 15,0 0-3-15,-3-1-1 0,1 6 4 0,-1-1-2 16,1 1-2-16,2 14-20 0,0 0 1 0,0 0 2 16,0 0-3-1,8 26 21-15,30 137-8 16,-31-120 1-16,0 3 4 0,0 2-10 0,-1 1-16 0,0 6-2 16,-2-2-16-16,2 1 5 15,-2 4-6-15,0-2-5 0,-4 2-8 0,1 0-17 0,1-3 12 0,-1-1 1 16,-1-1 10-16,2 0-2 0,-2-2 10 0,2-5 3 0,-2 0 7 0,0-7 24 15,-4-1 6-15,1-3 2 0,-2-6 4 0,-5-4-2 16,0-4 3-16,0-5 10 0,-4-3 35 0,2-4 16 0,-4-2 1 16,0-3 26-16,0-4 12 0,-3-2 6 0,0-3-4 15,-4-2 5-15,2-2-29 0,-4-3-18 0,-1-5 2 0,1 0-26 16,0-4-10 0,2-2 2-16,1-3-5 0,1-3-10 0,4-2 1 0,-1-4 6 0,5-1-8 0,0-5-2 15,9-1-7-15,-1-3-3 0,6-1 5 0,4-4-7 16,7-4-14-16,5 3-13 0,5-2-35 0,6-1-17 0,5 6-39 15,9 2-33-15,2 0-42 0,3 7-37 0,2 6-38 16,2 4-53-16,-1 7-25 0,2 2-37 0</inkml:trace>
  <inkml:trace contextRef="#ctx0" brushRef="#br1" timeOffset="49553.4714">27698 6356 990 0,'-12'1'25'15,"3"-2"21"-15,2 1 38 0,0 0 14 0,0 0 35 16,6 0 21-16,-1 0 15 0,2 1 21 0,2-2-12 0,2 1-16 0,5-3 0 16,6 0 17-1,9 2-4-15,6-5 16 0,13-1 10 0,12-2 4 16,15-2 13-16,12-3 10 0,8 0-29 0,9-6-22 0,4 3-22 16,5-2-29-16,-1 3-38 0,1-1-18 0,-1 2-33 15,-3 2-9-15,4-1-7 0,-5 5-13 0,-2 1-4 0,-4 0-13 16,-6 1 14-16,-7 2-5 0,-12 1 2 0,-9-1-38 15,-9 5-30-15,-13-3-31 0,-9 1-20 0,-10 0-46 16,-8 1-35-16,-5-1-51 0,-5 0-36 0,-4 4-11 0,-8 0-18 16,-3-1-14-16,-8 6-48 0,1-2-5 0</inkml:trace>
  <inkml:trace contextRef="#ctx0" brushRef="#br1" timeOffset="50091.7907">28039 6750 1011 0,'-6'-2'34'0,"2"1"32"0,-2-1 31 0,0 2 26 15,2-5 36-15,-1 2 25 0,1-2 25 0,1 0 19 0,0-1-14 16,1 0-21-16,2-1-19 0,2-2-9 0,1 0-28 15,1 1-17-15,4-4-21 0,2 4-12 0,2-1-11 0,3-1 4 16,2 0-20-16,2 1-10 0,2 5-7 0,-1-2-9 16,-1 2-3-16,3 1-10 15,-3 3-11-15,-1 0-12 0,-1 0 10 0,-3 4-13 0,2 0 7 0,-5 3-2 0,-3 3-2 16,3-1 7-16,-6 5-1 0,-5 3 4 0,-2 5-6 16,-4 2 9-16,-8 3-8 0,1 2 9 0,-7 5 12 0,-2 2 1 15,-1 0 11-15,-4 3 19 0,0-5 9 0,4 2 13 16,-1-2 2-16,3-4 0 0,3 1-10 0,0-5-5 0,6-4-3 15,2 2-29-15,4-6-4 16,3-2-11-16,3-2-3 0,6 1-7 0,2-5-1 0,5 0 3 16,4-3-6-16,4-4 13 0,6 1-4 0,6-7-19 0,4-1-25 0,5-6-48 0,0-2-62 0,2-2-67 15,3-7-82-15,-7 0-108 0,3-2-75 0,-6-2-77 0</inkml:trace>
  <inkml:trace contextRef="#ctx0" brushRef="#br1" timeOffset="50264.6742">28587 6580 2458 0,'-5'-7'28'0,"-1"2"28"0,5 1 48 16,-1 0 26-16,1 1 27 0,-4 3 20 0,1-1 5 0,1 1 5 15,3 0-38-15,-1 1-22 0,-1 2-54 0,2 0-24 16,2 4-25-16,-2 1-19 0,-2 7-5 0,0 4-3 0,1 5 6 16,-2 2-5-16,-2 6 11 0,2 1-6 0,-2 4 0 15,0-1 5-15,2 1-4 0,3-1 1 0,0-2-68 0,0 0-83 16,0-1-102-16,0 1-97 15,0-7-133-15</inkml:trace>
  <inkml:trace contextRef="#ctx0" brushRef="#br1" timeOffset="50404.036">28640 7411 2904 0,'-4'3'41'0,"0"-6"26"0,-3 3 24 0,2-4 23 0,5 0 9 16,-5-1 1-16,-2 1 3 0,5-4 0 0,2 4-43 0,0-4-42 0,0 2-62 15,5-2-71-15,-2-2-70 0,2 3-91 0,0-1-100 16,1-3-108-16</inkml:trace>
  <inkml:trace contextRef="#ctx0" brushRef="#br1" timeOffset="50919.7735">29011 6895 1613 0,'-4'3'33'15,"0"-3"48"-15,7-3 35 0,-2 3 16 0,-2-5 25 0,-2 2 20 0,3-4 20 0,3 0 20 0,-6-5-25 16,7 3-33-16,0-6-5 0,-4 2-1 0,6-3-15 15,1-1-9-15,2 0-6 0,2 0-4 0,0-3 10 0,1 1-10 16,0 0-12-16,1 2-3 0,-3 3-2 0,0-1 2 0,-4 3-6 31,4 3 0-31,-6 1-11 0,0 1-4 0,-1 4-17 0,-3 0-15 16,0 3-9-16,0 1-17 0,-3 2-11 0,3 1-14 16,0 5-9-16,0 1 2 0,3 5 0 0,0 2 3 0,0 8-1 0,4 3 3 0,0 3 4 15,0 3-1-15,-1 3 3 0,-3 1 0 0,4-1-6 16,-4-1-32-16,1 1-40 0,-1-4-49 0,-3 0-59 0,0-2-58 15,-1-3-76-15,-1-1-71 0,-4 0-68 0,-2-1-16 16,2-7-5-16,-2 2 16 0,-5-5 9 16,1-1 94-16</inkml:trace>
  <inkml:trace contextRef="#ctx0" brushRef="#br1" timeOffset="51046.3276">29055 7287 598 0,'-18'3'42'0,"1"-1"47"0,3-1 38 0,-2-1 40 0,3 0 42 16,-1-1 54-16,5 1 42 0,-3 1 33 0,0-1-13 16,6 1-10-16,-5-1-26 0,8 0-44 0,0-1-37 0,-1 2-50 15,4-2-45-15,4 1-25 0,0 0-33 0,2-3-35 16,7 0-8-16,3 1 1 0,1-4-8 0,10 1-15 0,3-4-19 15,5-3-51-15,3 4-49 16,5-5-61-16,-1 2-85 0,-1 0-60 0,-1-2-75 0,-2-1-68 0</inkml:trace>
  <inkml:trace contextRef="#ctx0" brushRef="#br1" timeOffset="51226.0443">29506 6662 2661 0,'-5'-4'36'0,"1"3"25"0,1 1 24 0,5-4 11 0,-4 4 8 0,1 0 1 16,-2 4 2-16,3-4-3 0,0 4-36 0,3 0-27 0,0 3-27 16,2 3-6-16,0 5-8 0,-2 3-3 0,5 3 1 15,-2 4 5-15,0 0-1 0,1 4 0 0,-4 1 4 16,0 0-28-16,0 2-88 0,0-3-98 0,-6 5-104 0,2-2-121 16</inkml:trace>
  <inkml:trace contextRef="#ctx0" brushRef="#br1" timeOffset="51356.5166">29542 7427 3226 0,'-6'0'17'0,"2"-1"11"0,1-1 14 0,6-7 7 16,-6 1 5-16,0 3-9 0,1-3-2 16,6 0-9-16,0 1-32 0,3-2-57 0,2 0-70 15,4 1-100-15,-2 0-93 0,1-1-107 0</inkml:trace>
  <inkml:trace contextRef="#ctx0" brushRef="#br1" timeOffset="52221.4555">30089 5317 1837 0,'-6'-2'36'0,"-3"-5"27"0,6 2 40 15,-3 2 35-15,0-2 45 0,-1 3 16 16,-2 0 26-16,1 2 12 0,-1 0-34 0,2 0-29 0,-2 3-37 0,-4-1-41 15,4 5-45-15,-4 3-14 0,0 4-15 0,0 5-16 0,0 8 2 16,-2 4 0-16,3 3-1 0,1 10 9 0,2 2-3 16,2 0-1-16,5 2-9 0,2 4 0 0,4-2-6 0,5-4 6 15,0 4 1-15,4-5-3 0,6-2-41 0,0-4-42 16,0-1-61-16,5-6-82 16,-4 1-83-16,4-9-84 0</inkml:trace>
  <inkml:trace contextRef="#ctx0" brushRef="#br1" timeOffset="52966.4921">30165 5538 959 0,'0'-8'26'0,"-2"1"27"0,4 0 30 0,-6-1 22 0,3 1 33 16,-2 1 22-16,1-2 32 0,1 5 34 0,1-2-9 0,-3 0-10 15,1 1 6-15,2 1-13 0,0 2-29 0,-2-2-22 0,2 3-33 16,-3-1-35-16,5 1-20 0,1 1-16 0,-1 2-37 16,-2 1-8-16,3 1 0 0,-2 6-5 0,5 2 0 0,1 4 5 15,-2 5 4-15,-1 6-8 16,6 2 8-16,-2 3-4 0,0 1 0 0,0 2 1 15,-2-1-1-15,-2-1 2 0,3-1-5 0,-2-2 3 0,-4-3 0 0,6-2-5 0,-7-4-1 16,1-1-1-16,-1-6 9 0,0-2-7 0,0-4 11 0,0-2-1 16,-1-2 0-16,1-3 4 0,0 0-2 0,0-4 9 15,0 2-8-15,0-3 3 0,-4-3-25 0,4 1-21 0,-3-7-40 16,3 2-46-16,-3-5-44 0,-3-3-64 0,1-2-58 0,-4-4-65 16,4-5-57-16</inkml:trace>
  <inkml:trace contextRef="#ctx0" brushRef="#br1" timeOffset="53228.0695">30378 5840 1000 0,'2'9'2'0,"-2"-1"7"15,0 0 35-15,4-6 34 0,-2 5 23 0,-2 1 26 16,-2-1 18-16,2 4 23 0,0-1 1 0,-1 2 0 0,2 2-32 16,-2-1-15-16,1 2-19 0,0-2-24 0,0 1-22 15,-3-1-15-15,1 0-11 0,-1-1-1 16,-2 3-6-16,1-4-20 0,-3 1-2 0,1-2-2 16,-2 0-17-16,-1 0-55 0,-4 1-78 0,-1-3-74 0</inkml:trace>
  <inkml:trace contextRef="#ctx0" brushRef="#br1" timeOffset="53576.283">30533 5509 2052 0,'6'-5'24'16,"1"0"36"-16,-2 2 31 0,2 1 28 0,-2-3 27 0,-3 3 9 15,-1 1 4-15,1-1-1 0,-1 2-26 0,3-2-37 0,-3-1-30 16,2 3-31-16,-1 0-25 0,0 0-12 0,-1 0 1 15,-1 3-2-15,3-1 4 0,-2 1 0 0,-1 4-3 0,2 0 3 16,-4 1-2-16,4 3 10 0,-2 0-11 0,0 3 9 0,2 0-7 16,-1 3-2-16,1-2 4 15,0 1-1-15,2 2-1 0,0-1-6 0,0 0 2 0,6-2 1 0,-2-1-3 0,-2 2 11 0,0-3-8 16,5 1 7-16,-4-4-7 0,2 2-1 0,-1-2 5 16,1 1-8-16,-2-3 14 0,-1 2-9 0,1-3 6 0,-4 1-7 15,1-1 5-15,-1-1-1 0,-4-1 0 0,-1 0 11 0,-2 1-11 16,1 0 10-16,-5 1-7 0,0 1 3 0,-3 0 1 15,1 1 2 1,-3 1-1-16,3-1-10 0,-3 1 7 0,-3 0-5 0,3-1 3 16,2 1-3-16,-1-2 0 0,2 1 0 0,-1 0 3 0,3-3-4 0,0 1-38 0,7-3-29 15,-1-1-44-15,-1 1-32 0,3-1-50 0,-2-1-57 16,1 1-53-16,1-5-52 0</inkml:trace>
  <inkml:trace contextRef="#ctx0" brushRef="#br1" timeOffset="53919.9711">30698 5230 2201 0,'0'-2'39'0,"3"-3"41"16,-3 0 39-16,1 3 30 0,-1-1 33 0,-1 3 17 0,1 0 7 16,0 0 0-16,0 0-47 0,0 5-36 0,0-5-42 15,1 3-26-15,4-1-35 0,-1 5-18 0,6 3-7 0,1 0-2 16,5 7 10-16,3 2 1 0,0 8 1 0,5 1-5 16,-2 6 0-16,-2 2 1 0,1 3 1 15,-1 2 3-15,-4 1-9 0,-2 3 4 0,-2 1-1 16,-4 0 2-16,1-2 8 0,-5-1-6 0,-2-1-3 0,-4 2-2 0,2-3 9 0,-6 0-5 15,-5-5 0-15,-2 3 1 0,0-3-7 0,-7-2-15 0,0-1-43 16,-4-4-35-16,2-4-58 0,-5-1-65 0,2-2-85 16,-2-3-70-16,3-4-99 0</inkml:trace>
  <inkml:trace contextRef="#ctx0" brushRef="#br1" timeOffset="54373.1034">31374 5182 1746 0,'-8'-3'39'0,"2"3"14"15,-1-2 33-15,6-5 21 0,-4 7 31 0,2-3 13 16,-6 3 6-16,4-2 2 0,5 4-44 0,-4-2-13 0,3 3-25 16,-2 6-18-16,-2 2-19 15,2 8-6-15,-3 5-1 0,1 8-5 0,2 3 9 0,-2 6 4 0,3 3-11 0,1 4-1 16,4 1-16-16,2-1-5 0,1-2 0 0,2-2-6 0,1 2 1 0,1-3-3 16,4-2 1-16,-1 0-1 0,1-4-48 0,-1-8-54 0,-1 5-88 15,2-7-58 1,1-4-110-16</inkml:trace>
  <inkml:trace contextRef="#ctx0" brushRef="#br1" timeOffset="54779.0551">31524 5557 2006 0,'0'0'24'0,"5"-3"8"16,-5 3 4-16,4-1 11 15,-4 2 2-15,0 2 5 0,-1-1-5 0,2-2-4 0,1 2-20 16,0-1-9-16,-1 4 3 0,1-1-7 0,3 3-1 0,-2 3-2 0,3 1 6 0,2 0 4 16,-5 3-4-16,0-1 5 0,1 2-10 0,-1-1-2 0,-3 1 1 15,-3-1-1-15,-1 1 0 0,3-1-1 0,-4 0-1 16,2-3-4-16,-2-3 2 0,2 0-1 0,0-3-3 0,0 2 3 16,3-5-3-16,-4-2 3 0,8 0 17 0,-4 0 14 15,0 0 11-15,1-1 21 0,1 0 7 16,3-6-3-16,1 4 6 0,0-4-5 0,1-3-11 0,4-2-19 15,1-2-7-15,1-6-21 0,1-1-9 0,-1-1 0 0,1-4-3 0,-5 1 16 16,3-1 1-16,-3 1 13 0,-1 1 28 0,-5 2 16 0,2 4 19 0,-4 2 39 16,-1 4 16-16,4 3 19 0,-4 1 9 0,0 3 8 15,0 3-36-15,0 0-16 0,-4 2-13 0,4 0-46 0,-3 0-20 16,0 3-33-16,1-1-16 0,1 2-15 0,-2 1 3 0,-1 3-2 16,4 2 4-16,-1 4 1 15,-4 3 4-15,5 3 0 0,-1 3 5 0,1 4-3 0,0-1 0 16,1 3 5-16,5-2-11 0,-2 0 4 0,4-1-1 0,0 1-34 15,6-5-45-15,-6-2-49 0,6-2-57 0,-3-3-69 0,3-3-79 16,-1 0-79-16,1-4-82 0,3-4-66 0</inkml:trace>
  <inkml:trace contextRef="#ctx0" brushRef="#br1" timeOffset="54966.8729">31924 5571 2189 0,'-6'0'54'0,"4"-1"45"0,1 0 46 0,1-4 45 0,0 5 30 16,0 0 35-16,-4-2 12 0,4 1 2 0,4-3-53 0,-3 0-45 16,4 0-46-16,-1 0-46 0,3 0-34 0,1-2-31 0,-2 2-14 0,3 1-2 0,-2 0-3 15,6 1-32-15,-3-1-40 0,3-1-49 0,0 4-59 16,-2-3-77-16,0 6-75 0,0-3-84 16,-1 0-87-16</inkml:trace>
  <inkml:trace contextRef="#ctx0" brushRef="#br1" timeOffset="55201.4063">32147 5134 2120 0,'0'-3'27'0,"-3"0"41"0,-1 0 42 0,8-1 46 0,-8 4 39 16,3 3 21-16,-1-3 9 0,1 0-5 0,1 1-24 0,-2-1-40 15,2 4-48-15,0-4-47 0,2 2-39 0,-2 1-24 0,3 4-5 16,-2 5 3-16,3 2-3 0,-1 5-1 0,2 4 3 15,-4 5 5-15,6 2-3 0,0 3 8 0,-4-1-2 0,4 4 0 16,-1-4 2-16,-2 2 2 16,3-2-2-16,-2-2-4 0,0 2 4 0,0-1-3 0,-1-2 1 15,1-4 4-15,1-1-7 0,-1 2-4 0,-2-7-43 0,2-2-41 0,-2-4-57 0,0 1-71 0,-3-2-75 16,0-4-77-16,0-1-68 0</inkml:trace>
  <inkml:trace contextRef="#ctx0" brushRef="#br1" timeOffset="55450.7629">32329 5056 2306 0,'0'-5'32'0,"-4"3"26"16,4-1 21-16,7-1 8 0,-7 3 2 0,0 1 2 0,0-2-1 16,0 2 2-16,5 2-36 0,-4 1-24 0,8 4-21 0,-1 5-3 0,5 0 4 15,1 5 2-15,1 6-5 0,3 3 7 0,-1 3 3 16,1 2-2-16,-1 4 5 0,-2 0-5 0,-2-1-3 0,-1 1-7 15,-2 0 4 1,-4-1-8-16,2 0 5 0,-5-2 0 0,0 2-2 0,0-1-1 0,-3-1-3 0,-1-3 4 16,-4 0 3-16,-2 2 1 0,-2-2-7 0,1-4-2 0,-3-1-37 15,-1 2-34-15,-3-6-39 0,-2 0-51 0,-1-2-51 0,0-1-65 16,1-6-72-16</inkml:trace>
  <inkml:trace contextRef="#ctx0" brushRef="#br1" timeOffset="56046.5745">32302 4732 2329 0,'-7'-12'25'0,"1"-3"33"0,1 3 27 16,-1-10 43-16,1 6 40 0,-1 1 20 15,3-2 16-15,-1 0 3 0,3 3-16 0,1 2-22 16,1-1-25-16,3 4-43 0,-1 1-40 0,2 2-26 0,-4 3-17 15,4 3-1-15,1 1-12 0,-3 2-13 0,5 2-4 0,2 6 0 16,2-1 2-16,3 3 4 0,-1 6-1 0,2-1 2 0,-2 3 3 0,-1 3 2 16,-4 1 0-16,2-3 4 0,-5 1-6 0,-2-1 7 0,-1-5-2 15,0 3-3-15,-1-6 4 0,-1-3-3 16,-2-3 33-16,2-2 20 0,-1-4 32 0,0 0 30 0,0-2 24 0,0 0 19 0,0-4 33 16,0 3 1-16,0-3-32 0,4 1-27 0,-3-2-27 0,3-5-32 15,4-1-23-15,1-4-24 0,2-4-19 0,8-2-24 16,-2-7-31-16,5 2-36 0,2-3-37 0,3 0-51 0,-2 2-57 15,0 1-61-15,-2 1-88 0,0 4-55 0,-2 5-59 0,-1 5-48 16</inkml:trace>
  <inkml:trace contextRef="#ctx0" brushRef="#br1" timeOffset="56637.9164">32782 4942 1427 0,'0'-7'38'0,"-1"3"9"0,1 1 40 0,1-5 25 0,-1 4 38 16,-1 4 36-16,-3-3 33 0,4 3 10 0,-1 0-27 16,-2 0-10-16,3 0-42 0,0 3-29 0,-5-3-40 0,5 2-34 15,0 1-31-15,-3 1-16 0,1 8-8 0,1 4 2 0,-6 5 1 16,4 4 7-16,-3 5-1 0,-2 4 6 0,2 7-4 0,-1 1 5 16,1-1 1-16,3 0-2 0,-1 2 4 15,3-6-8-15,2 4 0 0,1-3-3 0,1-4 1 0,4 5-1 0,-2-3-4 16,7-7-40-16,-2 5-56 0,1-5-58 0,3-2-81 0,-5-5-67 15,9 0-84-15</inkml:trace>
  <inkml:trace contextRef="#ctx0" brushRef="#br1" timeOffset="57044.3183">32918 5383 2017 0,'-1'-8'15'0,"-1"1"30"0,1 0 31 0,4-5 33 16,-3 9 39-16,0-2 22 0,0 3 5 0,0-3 6 0,0 3-17 15,1-1-31-15,1 3-31 0,1 0-33 0,0 0-39 0,0 3-27 16,0-1-2-16,2 3-9 0,0 2 0 0,0-4 4 0,1 6-4 16,-1-1 8-16,-1 1-8 0,1 4 11 0,-2-2-8 0,-3 2 10 15,4-1 1-15,-8 2 2 0,3-2-1 16,-2 3-5-16,-1-3 7 0,0 0-4 0,-1 0 1 16,-1-2-1-16,1-1-1 0,0-1-3 0,2-1 2 0,0-1 2 15,3-2-5-15,-3-2 0 0,1-1 10 0,2-1-7 0,2-1 7 0,-1-1 2 0,1 2 8 16,-2-3-1-16,3-1 5 0,2-1-1 0,0 0-12 0,-2-2 8 15,6-1-4-15,-1-4-7 0,2-2 1 16,0-3 1-16,-2 0-2 0,0-2 15 0,2 0 6 0,1-4 14 0,-5 4 13 16,1-5 20-16,-2 4 15 0,4-1 18 0,-6 1 21 0,3 6 14 15,-2-3 18-15,-4 5-1 0,3 2-1 0,-3 4-6 0,0 2-8 0,-3 0-27 16,1 4-29-16,-1 0-20 0,1 2-32 0,0-2-17 0,1 5-18 16,1-4-16-16,0 2-16 0,0 3 3 0,0 1 9 15,0 2-7-15,0 2 17 0,0 3-6 0,0 2 11 0,0 5 0 16,1 2 10-16,3-1-3 0,-4 2-5 0,1 0 11 0,3 1-13 15,-1-2-23-15,2-1-37 0,0-2-48 0,2-3-50 0,-1 0-58 16,2-1-60 0,1-1-104-16,-2-1-83 0,-4-1-91 0</inkml:trace>
  <inkml:trace contextRef="#ctx0" brushRef="#br1" timeOffset="57218.5673">33195 5325 2673 0,'0'-2'33'16,"-3"1"41"-16,0 1 31 0,9-2 35 0,-9-1 28 0,44-16 920 15,-30 16-1089-15,3-1-25 0,0 1-42 0,2-2-63 16,-2-2-56-16,3 2-79 0,-4 1-85 0,-1 3-103 16</inkml:trace>
  <inkml:trace contextRef="#ctx0" brushRef="#br1" timeOffset="57575.3718">33478 4916 1329 0,'3'-3'31'0,"0"3"20"0,-1-4 30 0,6-1 27 16,-5 4 32-16,1 0 26 16,-1 1 26-16,1-3 17 0,2 3-23 0,-3-3-14 0,2 3-27 0,0-1-31 0,-1 1-26 0,-1 0-30 15,1 1-27-15,1-1-19 0,-1 0-6 16,-2 3-6-16,1 0-3 0,-1-1 8 0,-1 3-10 15,1-1 5-15,-2 1-3 0,-2 2 5 0,1 0-1 0,-2 3 2 16,-1 0-3-16,3 2-2 0,-4-1 5 0,0 2-6 0,3 4 0 0,-1-2 2 0,-1 0-5 16,2 0-1-16,2-2 6 0,0 3-7 0,2 0-4 0,2-1 9 15,1-1 1-15,3 0-1 0,-1 1 1 0,5-1-2 16,-1 1-1-16,0-3 8 0,3-2-4 16,-1 2-3-16,1-3 6 0,-3-2-5 0,2 1-2 15,-4-1 4-15,-1 0-2 0,1-2-4 0,-4 1 7 0,0-2 0 0,-2 1-3 0,-3 0 3 16,0-1 8-16,0 1 3 0,-1-2 6 0,-4 1 5 0,1 1-4 15,-3 3 2-15,1 0 2 0,-4-1 2 0,0 2-10 0,-3 0 3 16,0-1-8-16,-1 4-10 0,-2-2 12 0,-1 2-11 0,-2 0 9 16,3-3-4-16,-1 4 3 0,0-1-14 0,4 0-44 0,-4-3-34 15,7 6-72-15,-3-6-61 0,0 1-88 0,1-3-72 0</inkml:trace>
  <inkml:trace contextRef="#ctx0" brushRef="#br1" timeOffset="57779.558">33481 4616 2886 0,'1'-5'166'0,"3"5"-10"0,1 2-46 0,-1 1-36 0,9 1-38 0,-4 6-16 0,8 2-12 0,-2 5 2 16,7 7 1-16,0 3 2 0,0 6 1 0,5 4 10 0,-3 2 0 15,3 0-1-15,-5 5 4 0,-1-1-4 0,1 3-4 16,-2-2-3-16,-6 0 7 0,4 1-16 0,-4-2 1 15,0 1-3-15,-1-5-2 0,-3 2-6 0,-1 0 9 0,2 0-4 0</inkml:trace>
  <inkml:trace contextRef="#ctx0" brushRef="#br1" timeOffset="105677.7635">18122 8952 1460 0,'0'-3'8'0,"1"-2"34"0,-1 0 20 0,-3 1 22 16,3 1 24-16,-2 1 21 0,-1-1 25 0,3 2 26 16,-1-3 8-16,1 4-24 0,-2-3-11 0,2 3-1 0,0-1-11 31,0 1-10-31,0 0-27 0,-2 1-25 0,4 1-18 0,-4 0-7 0,2 0-5 16,0-1-22-16,0 1-16 0,0 0-11 0,0 0 7 0,2 6-11 15,-2 1 4-15,0 3 18 0,3 8 0 0,-1 5 3 16,1 5-3-16,0 5 14 0,4 5-9 0,-2 2 13 0,0 3-2 0,2 0-14 15,-1 1-6-15,1 1 1 0,-2 2-9 0,0-3-67 0,-1-1-67 16,1 4-87 0,-9-2-79-16,4-2-96 0</inkml:trace>
  <inkml:trace contextRef="#ctx0" brushRef="#br1" timeOffset="105857.8395">17766 9680 3201 0,'-21'-15'47'15,"-2"-1"40"-15,2 3 26 0,4-1 38 0,1-1 31 0,3 4 7 16,4 1 1-16,4 0-3 0,8 1-49 0,8-3-34 16,7-3-30-16,10 0-36 0,9-4-35 15,10-5-15-15,11-1 2 0,9-1 6 0,10 2 9 16,2-1-15-16,5 3-28 0,1 1-39 0,-4 4-63 0,-2 3-53 0,-4 1-92 0,-6 6-65 16,-9 0-95-16,-2 4-74 0</inkml:trace>
  <inkml:trace contextRef="#ctx0" brushRef="#br1" timeOffset="108529.6952">19452 4579 700 0,'-4'-4'20'0,"0"-1"27"0,2 1 21 0,-1 0 5 16,-1-1 7-16,1 1 25 0,0 1 23 0,-2 1 3 0,5-1-11 0,-3 1-25 15,0 0-15-15,1-1 5 0,-2 3 1 0,2-2-13 16,2 2-22-16,-1 0-4 0,1 0-6 0,-2 0 0 16,0 0-6-16,2 0-17 0,0 2-5 0,-1-2-16 0,-1 5-1 15,1 2 1-15,-1 1-4 0,0 6 4 0,-3 4-4 16,1 3 11 0,-4 5-7-16,3 3 6 0,-3 3 6 0,3 2-1 15,1 0 1-15,-4 2-8 0,2-2 7 0,2 1-8 0,1 0 10 16,2-1-3-16,-1 0-3 0,0-1-2 0,2-3 2 15,0-1-48-15,-1 0-52 0,1 0-59 0,-2-10-67 0,4 0-49 16</inkml:trace>
  <inkml:trace contextRef="#ctx0" brushRef="#br1" timeOffset="108670.1346">19102 4995 802 0,'-11'-11'23'0,"-2"2"26"0,4 0 30 15,2-3 32-15,2 7 10 16,0 1 3-16,0-3 6 0,3 6 1 0,2-4-28 15,4 4-25-15,4 0-31 0,4-4-36 0,2 1-6 0,5-1-2 0,4 2-9 16,7-1-1-16,4-1-11 0,1 0-46 0,4 2-48 0,0 1-61 16</inkml:trace>
  <inkml:trace contextRef="#ctx0" brushRef="#br1" timeOffset="109710.8955">19658 4788 367 0,'0'-1'30'16,"-2"-1"14"-16,2 4 6 0,0-4 22 0,2 0 0 15,-4 2 10-15,4 0 3 0,-2 0 8 0,0 0-23 0,0 0-11 16,0 0-3-16,-2 0-28 0,2 2 2 0,0-2-11 16,0 0 2-16,0 2-16 0,2-1-6 0,-2 1-6 15,0 0-1-15,1 1 7 0,1 0-4 0,0 4 7 0,1 0-7 16,-1 2 9-16,1-1-1 0,2 4 3 0,-1-3 0 15,0-1-2-15,3 4-4 0,0-5-4 0,-1 0 8 16,0-2-3-16,2 2 7 0,-2-2-1 0,1-2-1 0,-1-1 13 0,2 1 0 0,1-3 9 16,-4 0 1-16,3 0 6 0,0-5 7 0,1 2 18 0,-1-3-6 15,1-2-5-15,-2-1 7 16,-1 1 1-16,-1-5-6 0,0 4 3 0,-2-3 1 16,-1 0-7-16,0 0 17 0,-1 2-7 0,-2 0 1 0,2-2-7 15,-1 2 7-15,-1 3 0 0,-1-2-8 0,2 5-13 16,-2 0-15-16,2 0 6 0,0 3-5 0,0 1-11 0,-3 1-2 15,3 0-8-15,0 1-7 0,-2 2 1 0,1 0 3 16,1 4-1-16,-2 2-4 0,2 2 8 0,-1 3 0 0,2 3 2 16,-1 0-4-16,0 3 0 0,2-3 1 0,-1 3-1 0,1-2 7 15,1 0-10-15,1-1-5 0,-1-1 2 16,0 0 5-16,1-1 2 0,-2-3 4 0,1 1-5 0,-1-2-2 16,-1-2 8-16,-2-1-4 0,1-1 0 0,-2-3 0 15,-1 2 0-15,1-3-4 0,-2-1 3 0,-1-1 7 16,0 3-4-16,-1-5-2 0,-1 0 4 0,-2 3 20 0,1-1 4 0,-1-2 12 15,1 2 8-15,-2-2 7 0,2-2 2 0,4 2 11 0,-4-2-8 16,2-1-19-16,2 1-7 0,1-2-14 0,3-1-9 16,0-1-8-16,0 1-11 0,0-2-21 0,3-5-32 15,2 2-39-15,4-4-42 0,-2 0-38 0,4-3-45 0,5 2-56 16,-2-4-41-16</inkml:trace>
  <inkml:trace contextRef="#ctx0" brushRef="#br1" timeOffset="110298.0044">20007 4713 813 0,'2'-3'24'0,"1"1"19"16,-3 2 13-16,0 0-5 0,0 0 8 0,0 0 4 0,0 4-2 15,0-4-1-15,0 3-25 0,0-2-19 0,0 0-15 16,4 4 9-16,-4 0-12 0,1 0-3 0,1 0 6 0,2 1 1 16,-2 1-4-1,2 1 5-15,0 0 1 0,1-3-1 0,-1-1 1 0,0 2-3 0,1-2 1 0,0 1 3 16,2-4 8-16,-2 0 5 0,-1-1 33 0,0 0 8 16,1-2 22-16,0-1 16 0,2-1 3 0,-2-4 6 0,-2 2-1 15,3-4-8-15,-3 1-27 0,7-4 1 0,-6 3-17 16,0-1-9-16,-3-2 2 0,2 3-15 0,-3 0 2 15,0 2 5-15,0-1 0 0,-1 2-11 0,-1 3-6 0,1 3-7 16,1-3-8-16,0 4 2 16,-4 2-3-16,4 0-9 0,0 1-4 0,0 2 0 0,0 7-2 0,4 0 7 15,-3 2-1-15,1 7 3 0,1 0-3 0,0 3 0 0,3 5 3 16,1 0-4-16,1-3 7 0,1 4-8 0,0-2 2 16,3-1 0-16,-3-3 2 0,2 1-5 0,-1-3 9 15,-1-1-3-15,-3-2 0 0,-1-2 4 0,-2-5-5 0,-3-1 4 16,0-2-3-16,0-1 9 15,-1-4-6-15,-3 0 3 0,1-3 0 0,-3 1-6 0,3-2 6 16,-3-2-9-16,-1 0 0 0,-3-4-37 0,0 5-53 0,-3-7-58 0,1-2-72 16,0-4-61-16</inkml:trace>
  <inkml:trace contextRef="#ctx0" brushRef="#br1" timeOffset="110653.4779">20316 4613 1201 0,'6'0'27'0,"-2"0"5"0,-2 3 29 0,0-6 10 0,1 3 10 0,-3 3-1 16,0-1 2-16,-2-1-6 0,4 0-22 0,-2 2-8 16,3-1-25-16,0 5-6 0,1-1-8 0,0 3-1 0,1 1 1 15,1 3 4-15,2 1-5 0,-1 2 8 0,-1 0-2 16,2 2-3-16,-2-1-8 0,-3 1 11 0,0 0-5 16,-3-1-2-16,0-1 5 15,0-2-5-15,-3 1-5 0,2-6 2 0,-3 3 4 0,1-7 1 16,2 2-1-16,1-5 4 0,0 1 0 0,-5-3-3 0,5 2 17 0,5-4 14 15,-5 2 21-15,1 0 4 0,2-3-5 0,1-1 2 0,-3-3-4 0,6-3 4 16,-1-4-16-16,2-1-25 0,-2-3-15 0,0-6-11 16,3 1 8-16,0-4-4 0,0 0 0 0,-2-2 12 0,-1 4 33 15,-3-1 29-15,3 4 10 0,-4 2 34 0,-1 4 5 16,-4 4 11-16,-1 2 11 0,1 5-7 0,0 3-37 0,-4 0-20 16,2 2-9-1,2 0-42-15,1 4-11 0,-1-4-11 0,2 5-12 0,-2-2-4 0,3 5 6 16,3 1 3-16,0 3-4 0,0 4 3 0,3 1-12 15,4 3-45-15,4-1-32 0,2 3-57 0,3-3-61 16,1 5-67-16,3-3-80 0,4-3-62 0</inkml:trace>
  <inkml:trace contextRef="#ctx0" brushRef="#br1" timeOffset="112028.9808">19582 8599 2364 0,'-13'-7'31'0,"-4"-3"38"0,1 5 29 16,5-3 18-16,-5 0 20 0,-4 7 10 16,0-2 4-16,3 6-1 0,0 4-26 0,0 0-38 0,0 8-26 0,0 5-18 15,3 6-17-15,-2 3 1 0,2 10 29 0,-2 7 5 0,4 4 1 16,2 6-2-16,2 4-6 0,1 3 1 0,4 3-4 16,3 4-4-16,0-4-35 0,4-2-5 0,2 2-2 0,2 1 4 15,2-6 3-15,2-1-5 0,0-2 7 0,-1-4-7 0,3-4-59 16,-1-4-30-1,-1-4-66-15,-1-4-64 0,-4-2-60 0,-1-6-57 16,-4-1-55-16,-2-7-47 0</inkml:trace>
  <inkml:trace contextRef="#ctx0" brushRef="#br1" timeOffset="112185.3143">19168 9879 1471 0,'-33'-22'34'0,"-3"0"30"16,2 2 39-16,3-6 41 0,1 2 29 0,1 2 35 16,4 2 42-16,4 1 17 0,6 2-25 0,2 1-29 15,5-1-42-15,5 2-39 0,11-2-36 0,1-3-32 0,12 1-45 16,1-3-16-16,10 1-11 15,7-1-5-15,5 1 7 0,5-1-4 0,5 2 10 0,3 1-10 0,5 0-15 16,1 2-50-16,-1 2-49 0,0 0-46 0,-6 5-82 0,0-1-59 16,-9 1-77-16</inkml:trace>
  <inkml:trace contextRef="#ctx0" brushRef="#br1" timeOffset="114138.0269">19889 9281 1137 0,'-2'0'5'0,"2"-3"8"16,2 3 6-16,-2 0 4 0,0 0-3 0,2 3-7 15,-4-3 2-15,4 3 1 0,-2-2-4 0,1 0-7 0,-1 2 14 16,2-2 4-16,-1 4 7 0,4 1 8 0,-4-2-4 16,2 1 39-16,1 4-2 0,1 3 8 0,-4-4-27 15,2 4-4-15,2-2-7 0,-2-1 5 0,3-1 3 0,-2 2-44 16,0-4 24-16,3 1-6 0,-1-1 9 0,-1-2 1 0,3-1 0 0,-4 0 18 15,3-2 3-15,-1-1 19 0,3-1-5 0,-1-2 1 16,0-4 7-16,1 1 9 0,1-2 7 0,0-3-16 16,0-1 10-16,0-2-1 0,2-3-12 0,-3 4 18 15,0-3 2-15,3 1-10 0,-8 1 5 0,4-3-2 0,-3 2 0 16,0 1-4-16,-5 1 10 16,0 4-13-16,0-1-5 0,-2 1 1 0,0 4-9 0,1 1-13 15,-1-1-7-15,-1 2-9 0,3 2-22 0,0-1-7 0,3 0-6 0,-3 2-9 0,2 0 4 16,-4 0 1-16,2 2-3 0,2 0-5 0,-2-1 5 15,-2 6-4-15,4 1 4 0,-2 6 10 0,1 3-3 16,4 7-2-16,-2 3 2 0,1 4-4 0,2 3 2 0,0 4 0 16,2-1 0-16,2-1-7 15,-1 3 1-15,4-3 2 0,-4 1 1 0,3 1 1 16,-2-2 6-16,-2 0-3 0,0 1-1 0,0-3 0 0,-3 3 0 16,-4-2 7-16,2-3-7 0,-3-3 3 0,0 2-4 0,0-4 7 0,-3-2-9 15,-2-4 10-15,0-1-6 0,1-4-1 0,1-4 9 16,-2-2-6-16,4-3 0 0,-3 0-8 0,1-6 15 0,0 1-11 15,1-1 12-15,1-1 0 0,-1 0-1 0,-4-1-2 16,1 1 5-16,-3-2 11 0,-1-1-11 0,-5 0 4 0,1-1-22 16,-7-1 5-16,-1-2 0 0,-1 0 7 0,1-5-2 15,-1-1 0-15,3-1 5 0,0-3 5 0,1-2 9 0,5-3-8 16,0-3 5-16,4-3-4 0,2-2-7 0,6-1-2 16,4-5-6-16,3 2 0 0,7-3-4 0,4-1-1 15,5-1-7-15,7-2-31 0,4 0-12 0,3 4-59 0,5-4-40 0,4 3-52 16,-2 6-62-16,-1-2-73 0,-2 5-69 15</inkml:trace>
  <inkml:trace contextRef="#ctx0" brushRef="#br1" timeOffset="114966.0442">20504 9249 1287 0,'3'-2'20'15,"-6"2"19"-15,3 0 26 0,0 0 13 16,3-3 9-16,-6 3 22 0,6 0 6 0,-2-1 11 0,1 1-5 0,-1-1-17 15,-1-1-12-15,5 1-8 0,-3 1-5 0,1 0-19 16,-3-1-7-16,2 1-10 0,-1 0-15 0,-1 0-1 0,4 0-16 16,-4 1-8-16,0 0-5 0,0 2 7 0,1 1 7 15,2-1 13-15,3 4 9 0,-1 2 5 0,3 3 2 0,-1 0 5 16,-1 5 1-16,5 0-5 0,-5 3-10 0,1 1-15 16,-1 3-6-16,-2-2-5 0,0 3 1 0,0-3-5 15,-2 2-4-15,0-2 6 0,-2 0 3 0,0-1-4 16,-2-4-3-16,2 2 4 0,0-4-6 0,-2-3 4 0,2 0 4 15,-1-2-9-15,1-3-3 0,1-2 9 0,-1 0 3 16,0-3-12-16,2-2 9 0,0 2 3 0,-1-4-5 16,2 2 5-16,1-3 2 0,-1-2 3 0,0-2-5 0,5-2 5 15,0-4-3-15,-2-4 12 16,2-4 13-16,3-4 14 0,-2-3 10 0,1-1-2 0,-2-2 23 16,-2-1 26-16,1 3 7 0,-3 4-9 0,0-1 24 0,-3 2 0 0,-1 7 12 15,2 0 21-15,-1 5-8 0,2 4-16 0,-7 1-1 16,4 2-9-16,-3 4-33 0,3 2-20 0,-4-1-22 0,3 3-32 15,-2-1-11-15,3 0-2 0,-2 4-16 0,2-2 10 16,2 6-8-16,-1 3 9 0,2 3-4 0,1 3 9 16,0 4-3-16,2 3-11 0,2 0 20 15,0 6-9-15,5-3 3 0,-2 2-28 0,3-6-30 16,2 2-44-16,1-1-33 0,-1-4-49 0,5-3-77 0,0 2-65 0,-3-3-63 16,1-2-60-16,0-3-58 0</inkml:trace>
  <inkml:trace contextRef="#ctx0" brushRef="#br1" timeOffset="115529.456">21126 9295 1680 0,'-3'-2'37'0,"2"-1"24"0,-3 1 28 16,4-1 23-16,-3 3 7 0,3 0 10 15,-1 0-5-15,-2 0 6 0,1 1-39 0,4 1-26 0,-2-1-26 16,3 0-21 0,-2 2-11-16,1 0-11 0,-1 3 10 0,3 0-8 0,0 1 2 0,0 2 2 0,4-1-4 15,-1-1-1-15,1 3 6 0,2-3 3 0,1-3-6 16,2 0 3-16,-4-3 3 0,5-3 0 0,1-1 5 16,0-4-1-16,0 1-3 0,0-5-3 0,1-1 2 0,1-2-1 15,-4-3-2-15,1 0 27 0,-1 0-2 0,1-3 10 16,-4 2 13-16,-4 1 26 0,1-1 15 0,-4 1 4 15,-2 4 13-15,-1-3-9 0,-1 7 8 16,-4-1-5-16,2 5-8 0,0 0-29 0,1 3-11 0,-1 2-9 0,-2 1-15 0,2 0-20 16,1 7-1-16,-4 2-8 0,1 5-4 0,1 6 7 15,-1 7-10-15,-2 10 5 0,0 5 0 0,0 7 2 0,2 6-4 16,2 2 6-16,3 5-3 0,3-2-7 0,4 3 11 16,2-2 1-16,4-2 8 0,4 0-6 0,-1-4-3 0,3-1-7 15,0-6-1-15,-2-1 9 0,-1-4-4 0,-2-6 1 16,-2-1-13-16,-6-8 7 15,0 0 2-15,-4-7 5 0,-6-2 21 0,-1-4 29 16,-4-2 30-16,-2-3 13 0,-3-4 19 0,-3-2 10 0,-5-4 3 16,-7-5-3-16,-1 1-15 0,-3-4-29 0,-7-5-25 15,-1-3-18-15,0-4-5 0,0-2 11 0,0-3 4 0,5-3-3 16,2-4-8-16,6-2 0 0,4 0-11 0,8-3 7 16,7-3-3-16,8 0-32 0,11-1-5 0,6-5 4 15,14 2-11-15,10-3-19 0,7 0-21 0,5 3-43 0,5 2-32 16,3 1-25-16,0 5-62 0,-1 1-51 0,-4 5-36 0,-1 4-44 0,-2 4-43 15,-7 3-31-15,0 1-52 0</inkml:trace>
  <inkml:trace contextRef="#ctx0" brushRef="#br1" timeOffset="117685.7607">19034 10176 2283 0,'-2'3'13'16,"4"-1"1"-16,-2-2-1 0,1-9-1 0,7 4 4 16,3-3 19-16,10-4 23 0,9 0 30 0,14-5 6 0,8-2 25 15,16 0 21-15,13-5 11 16,11 2 8-16,9-1-8 0,8 2-20 0,6 1-29 0,7 4-24 0,5-1-25 16,2 2-19-16,2 3-13 0,5 0-9 0,3 3-11 15,0 1-1-15,-3 0-3 0,-8-1 8 0,-4 5 1 16,-12-1-2-16,-11 1 5 0,-16 0-2 0,-9 1-9 0,-18 1-32 15,-10-2-8-15,-13 3-43 0,-8-1-23 0,-8 0-22 16,-7 2-19-16,-7-1-36 16,-5 2-16-16,-1 1 0 0,-7 0-28 0,-5 1 4 0,-4 1-11 15,-7 4-14-15,-3 2-18 0</inkml:trace>
  <inkml:trace contextRef="#ctx0" brushRef="#br1" timeOffset="118664.1151">24966 8997 2601 0,'0'-21'25'0,"0"1"36"0,-1 3 30 16,1-7 23-16,-5 6 30 0,-3 1 25 0,1 2 36 15,2 3 29-15,-2 3-1 0,2 1-26 0,0 3-32 0,4 0-23 0,-1 2-35 16,2 2-20-16,2 2-42 0,-1 2-20 0,2 7-32 0,4 2-10 16,4 7 14-16,2 8-3 0,2 4 5 0,3 5-6 15,4 8 4-15,1 2 0 0,7 4 4 0,-3 2-1 0,2 1-11 16,-4-3 1-16,2 1 10 0,-2-2-1 0,1 1-44 15,-5-3-73-15,-3-3-60 0,-2-3-77 16,-7-3-89-16,-4 1-86 0,-6-6-106 0</inkml:trace>
  <inkml:trace contextRef="#ctx0" brushRef="#br1" timeOffset="118821.6795">24545 9642 2721 0,'-19'-13'30'0,"11"-1"11"0,5 0 19 0,11-4 18 16,5-1 24-16,6 2 29 0,8 0 15 0,9-2 6 0,5 0-36 15,11-1-7-15,5 1-17 0,8 0-18 0,3-1-26 16,6 5-24-16,-1-2-15 0,1 6-11 0,1 1 8 0,-6 2-17 16,2 2-44-16,-6 1-47 0,-3 2-45 0,-5 0-67 15,-6 3-68-15,-8 0-81 0,-3 3-75 0</inkml:trace>
  <inkml:trace contextRef="#ctx0" brushRef="#br1" timeOffset="131698.2985">19679 10413 979 0,'0'-3'23'15,"0"1"4"-15,1 0 10 0,-2 0 23 0,-1-2 7 0,1-2 12 0,-1-1 7 0,0 0 30 16,1-2-18-16,1-4 2 0,0 2 7 0,0 0-16 16,1 1 15-16,1-2-7 0,0 0 13 0,1 2-19 15,-2 1 12-15,-1 4 0 0,0 0-8 0,4 0 0 0,-4 5-15 16,0-3-5-16,0 5-21 0,-4-2-12 0,4 1-18 16,0-1 2-16,0 0-11 15,-1 4-16-15,-1 1-2 0,2 3 1 0,0 4 0 16,-1 1 7-16,-1 6-7 0,0 5-1 0,1 3-2 0,-2 2 4 0,3 2-1 15,0-2-1-15,0 0-1 0,0 0-4 0,1-1 4 16,2-3-2-16,2-4 1 0,-2 2 6 0,2-4-6 16,1 2 9-16,-3-4-64 0,1 0-37 0,-4-1-44 0,0-1-54 15,-4 2-36-15,1-1-51 0</inkml:trace>
  <inkml:trace contextRef="#ctx0" brushRef="#br1" timeOffset="131840.855">19560 10936 793 0,'-16'14'19'15,"-1"-4"32"-15,4 1 36 0,1-5 28 0,2 1 35 16,1-5 34-16,5 1 15 0,1 0 27 0,1-2 3 0,2-1-16 15,2-1-27-15,0 1-14 0,-1-3-36 0,6 1-26 16,-1-1-19-16,2-2-24 0,6-2-14 0,2-2-18 16,6 0-15-16,3-2-7 0,4-3 2 0,1-1-8 0,2 1 5 15,1-1-3-15,2 1-10 0,-1-1 1 0,0 1-17 16,-1-1-55-16,-3 2-55 0,-2 1-63 16,-1-1-62-16,-2 0-64 0</inkml:trace>
  <inkml:trace contextRef="#ctx0" brushRef="#br1" timeOffset="132090.8806">19903 10340 2283 0,'-8'-10'19'0,"-1"3"31"0,4-6 30 0,0 4 27 0,0 2 46 15,-1-2 16-15,0 2 36 0,3 1 13 0,1 2-18 16,2 1-28-16,-1-1-25 0,1 3-34 0,1 1-46 0,-1 0-16 15,2 0-39-15,-1 1-7 0,-1-1-8 0,0 4 4 16,4-1-12-16,-1 2 17 0,0 4-6 0,1 3 0 16,1 1 7-16,2 5-10 0,-1 0 6 15,0 4-3-15,2 5-4 0,-2-2-71 0,1 2-30 0,-2-2-60 16,-4 3-65-16,-1 2-63 0,0 1-68 0,0-1-79 16</inkml:trace>
  <inkml:trace contextRef="#ctx0" brushRef="#br1" timeOffset="132253.0139">19916 11004 1915 0,'3'8'25'0,"-3"-2"37"0,3-9 17 0,0 3 20 0,-6-1 21 15,3 1 15-15,-1-1 5 0,-1 1 2 0,4-1-24 0,-1 0-46 16,-1 0-13-16,0 1-13 0,3-2-29 0,-1-1-11 16,4 1-9-16,0-1-33 0,-1 0-55 0,0-1-35 15,1 0-60-15,4 1-65 0,-2-1-60 0</inkml:trace>
  <inkml:trace contextRef="#ctx0" brushRef="#br1" timeOffset="133396.7635">20496 10272 1148 0,'2'-4'9'0,"-2"1"23"0,-2-1 8 0,4-3 17 16,-6 1 18-16,4 0 17 0,0-4 11 0,2 4 7 15,-2-2 16-15,2-3-7 0,2 1-10 0,-2-1 14 0,4 1-15 16,-5 2 0-16,3 0 6 0,-3 2 7 0,3 1-19 16,-4 2-7-16,1 0 3 0,-1 3-34 0,0-1 0 15,0 2-19-15,0 0-14 0,0-1-14 0,-1 3-10 16,1 6-4-16,3-1 1 0,-2 4 11 0,6 5 12 0,0 3 8 16,3 3-5-16,1 8-4 0,2-4 9 0,-1 2-7 15,2 0 0-15,-2 0-10 0,1 0-13 0,0-2-10 16,-1 0 9-16,2-1 1 0,-2-1-32 0,-2-3-47 0,4-1-57 15,-6-1-45-15,-3-1-54 0,-2 1-48 0,0-1-56 16</inkml:trace>
  <inkml:trace contextRef="#ctx0" brushRef="#br1" timeOffset="133544.6175">20499 10882 1244 0,'-8'8'32'0,"2"-1"21"16,1-3 25-16,-3 1 11 0,5-4 23 0,2-1 19 0,1 0 8 0,0 1 1 15,1-2-18-15,2 1-16 0,-1-3-23 0,4 3-8 0,-1-3-20 16,4 3-19-16,-2-2-8 0,5-1-4 0,3-1-18 15,2-3-4-15,2 1 1 0,5-2-5 0,2-2-14 16,0 0-41-16,0-2-49 0,0 0-57 0,-2 0-66 0</inkml:trace>
  <inkml:trace contextRef="#ctx0" brushRef="#br1" timeOffset="133764.1368">20810 10239 2673 0,'-7'-4'22'0,"3"1"22"0,-2-4 19 15,6 4 27-15,-3 3 6 0,0-3-1 0,-1 2 9 0,4-2-3 16,0 3-26-16,0 0-23 0,4 0-16 0,0 3-28 16,1 1-9-16,2 0-1 0,0 6-9 0,4 2 10 15,-1 1 9-15,2 3-8 0,1 4 3 0,4 1-2 16,-4 1-58-16,0 3-48 0,-1-1-77 0,-3 2-66 0,-1 3-83 15</inkml:trace>
  <inkml:trace contextRef="#ctx0" brushRef="#br1" timeOffset="133903.3727">20981 10855 1592 0,'3'1'32'0,"1"1"8"0,1-5 13 15,-3 2 7-15,-2 0 6 0,3-1-8 0,-3-1 4 16,5-2-5-16,2-1-36 0,1 0-14 0,-1-3-36 0,3 1-51 15,-1-2-57-15,5 2-51 16</inkml:trace>
  <inkml:trace contextRef="#ctx0" brushRef="#br1" timeOffset="134466.4605">21669 10230 1233 0,'-2'-8'32'16,"0"1"32"-16,1-2 23 0,-2 3 37 0,-2-1 24 0,4 0 40 0,-3 2 38 0,0 2 12 15,-3-1 9-15,7 3-29 0,-1 0-21 0,-1 0-29 16,0-1-28-16,-1 2-46 0,3 0-36 0,0 2-14 15,2-1-46-15,-1 0-1 0,1 2 0 0,1 6-10 0,0-1 13 16,1 6 7-16,0 4-7 0,1 1 0 0,3 4 9 16,-2 0-1-16,2 4 2 0,0-4-10 0,3 2-1 0,-5-1-4 15,4-4 11-15,-1 1-3 16,-1 0-9-16,0-3-37 0,0 1-60 0,3-2-58 0,-8 0-98 0,0 0-86 16</inkml:trace>
  <inkml:trace contextRef="#ctx0" brushRef="#br1" timeOffset="135455.349">21515 10647 1603 0,'-1'3'41'0,"1"-5"18"16,0 1 37-16,-4-1 0 0,6 0 35 0,-2-2 15 15,-2-1 12-15,2-3 17 0,2-1-36 0,0-6-19 0,-1 2-45 16,4-3 4-16,0 1-32 0,1-1-18 0,3-4-18 15,-2 3-13-15,3 1-6 0,-6 0 5 0,4 0 5 0,-3-1-4 0,-2 4-7 16,2-1 9-16,-2 1 14 0,-1 0-5 0,-1 1-21 16,2 1-35-16,2-1-24 15,-1 3-26-15,-4 2-27 0,4 0-51 0,-4 3-44 0,1-2-50 0,3 1-29 16</inkml:trace>
  <inkml:trace contextRef="#ctx0" brushRef="#br1" timeOffset="135934.5414">21547 10848 1417 0,'0'0'21'0,"0"0"37"15,0 0 27-15,0 0 21 16,0 0 12-16,0 0 18 0,0 0 8 0,0 0 5 0,0 0-20 0,0 0-37 0,0 0-29 15,0 0-23-15,49-45-12 0,46-16-31 16,-79 52-34 0,1 1-42-16,-3 1-40 0,0 0-44 0,-3 2-47 0,2-1-47 15</inkml:trace>
  <inkml:trace contextRef="#ctx0" brushRef="#br1" timeOffset="136232.1078">21835 10546 854 0,'0'0'6'0,"1"0"11"0,5 2 7 16,-6 0 12-16,4-1 20 0,-4 4 19 0,1 0-4 15,2 2 11-15,1 3-5 0,0 0-5 0,0 3-8 16,2 0-14-16,2-1-17 0,-4 4-22 0,1-3 8 0,3 4-12 15,-3-4-5-15,3 2-4 0,-4-2 6 0,1-1-7 16,2 1-16-16,-4-4-31 0,0 2-13 0,-3-5-19 16,8 4-7-16,-8-6-9 0,4 3-14 0,-2-6 3 0,1 2 7 15,0-3 25-15,-1 0 8 0,0 3 18 0,-1-3 21 16,1-3 10-16,-2 3 6 0,2 0 19 0,-2 0 9 0,0-1 0 0,1-1 9 0,2-3-3 16,-3 2-24-16,6-1-8 0</inkml:trace>
  <inkml:trace contextRef="#ctx0" brushRef="#br1" timeOffset="136420.7276">22257 10824 1848 0,'-7'-2'-45'16,"3"1"-60"-16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6FC2-7D14-44DE-A53D-8C3FF11A6046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BC24-C03F-4470-9AB2-EA0E1D8E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475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6FC2-7D14-44DE-A53D-8C3FF11A6046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BC24-C03F-4470-9AB2-EA0E1D8E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61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6FC2-7D14-44DE-A53D-8C3FF11A6046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BC24-C03F-4470-9AB2-EA0E1D8E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022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6FC2-7D14-44DE-A53D-8C3FF11A6046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BC24-C03F-4470-9AB2-EA0E1D8E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31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6FC2-7D14-44DE-A53D-8C3FF11A6046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BC24-C03F-4470-9AB2-EA0E1D8E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09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6FC2-7D14-44DE-A53D-8C3FF11A6046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BC24-C03F-4470-9AB2-EA0E1D8E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25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6FC2-7D14-44DE-A53D-8C3FF11A6046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BC24-C03F-4470-9AB2-EA0E1D8E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5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6FC2-7D14-44DE-A53D-8C3FF11A6046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BC24-C03F-4470-9AB2-EA0E1D8E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01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6FC2-7D14-44DE-A53D-8C3FF11A6046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BC24-C03F-4470-9AB2-EA0E1D8E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6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6FC2-7D14-44DE-A53D-8C3FF11A6046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BC24-C03F-4470-9AB2-EA0E1D8E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204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6FC2-7D14-44DE-A53D-8C3FF11A6046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BC24-C03F-4470-9AB2-EA0E1D8E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166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86FC2-7D14-44DE-A53D-8C3FF11A6046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5BC24-C03F-4470-9AB2-EA0E1D8E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75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emf"/><Relationship Id="rId5" Type="http://schemas.openxmlformats.org/officeDocument/2006/relationships/customXml" Target="../ink/ink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emf"/><Relationship Id="rId5" Type="http://schemas.openxmlformats.org/officeDocument/2006/relationships/customXml" Target="../ink/ink4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emf"/><Relationship Id="rId5" Type="http://schemas.openxmlformats.org/officeDocument/2006/relationships/customXml" Target="../ink/ink6.xml"/><Relationship Id="rId4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25" y="181551"/>
            <a:ext cx="12192000" cy="294647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83120" y="634680"/>
              <a:ext cx="10420200" cy="615924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6640" y="624240"/>
                <a:ext cx="10431720" cy="617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8377200" y="6358680"/>
              <a:ext cx="2268360" cy="4042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68200" y="6353280"/>
                <a:ext cx="2287800" cy="41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501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44" y="386402"/>
            <a:ext cx="3952875" cy="571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286200" y="873360"/>
              <a:ext cx="6176160" cy="42566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0440" y="864720"/>
                <a:ext cx="6185880" cy="427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/>
              <p14:cNvContentPartPr/>
              <p14:nvPr/>
            </p14:nvContentPartPr>
            <p14:xfrm>
              <a:off x="975960" y="131040"/>
              <a:ext cx="11220480" cy="663804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8760" y="126000"/>
                <a:ext cx="11238120" cy="665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1354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60" y="262009"/>
            <a:ext cx="2952750" cy="4381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57120" y="429840"/>
              <a:ext cx="11283840" cy="600948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0280" y="424440"/>
                <a:ext cx="11301120" cy="602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5934240" y="600480"/>
              <a:ext cx="6263280" cy="33663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30640" y="597240"/>
                <a:ext cx="6275880" cy="337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704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Shahed Alam</dc:creator>
  <cp:lastModifiedBy>Shahed Alam</cp:lastModifiedBy>
  <cp:revision>1</cp:revision>
  <dcterms:created xsi:type="dcterms:W3CDTF">2024-12-09T06:18:11Z</dcterms:created>
  <dcterms:modified xsi:type="dcterms:W3CDTF">2024-12-09T06:18:45Z</dcterms:modified>
</cp:coreProperties>
</file>