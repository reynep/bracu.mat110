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5"/>
  </p:notesMasterIdLst>
  <p:sldIdLst>
    <p:sldId id="256" r:id="rId2"/>
    <p:sldId id="294" r:id="rId3"/>
    <p:sldId id="279" r:id="rId4"/>
    <p:sldId id="280" r:id="rId5"/>
    <p:sldId id="295" r:id="rId6"/>
    <p:sldId id="257" r:id="rId7"/>
    <p:sldId id="258" r:id="rId8"/>
    <p:sldId id="259" r:id="rId9"/>
    <p:sldId id="273" r:id="rId10"/>
    <p:sldId id="307" r:id="rId11"/>
    <p:sldId id="308" r:id="rId12"/>
    <p:sldId id="292" r:id="rId13"/>
    <p:sldId id="293" r:id="rId14"/>
    <p:sldId id="277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4" r:id="rId26"/>
    <p:sldId id="283" r:id="rId27"/>
    <p:sldId id="296" r:id="rId28"/>
    <p:sldId id="297" r:id="rId29"/>
    <p:sldId id="302" r:id="rId30"/>
    <p:sldId id="303" r:id="rId31"/>
    <p:sldId id="304" r:id="rId32"/>
    <p:sldId id="305" r:id="rId33"/>
    <p:sldId id="306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Limits and continuity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A6034-B2DE-4AC2-B678-1F1CD4E89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739E979-1DA6-43AF-AE3A-221784E82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7696" y="1883497"/>
            <a:ext cx="1628775" cy="923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0BA6F9-8087-4FED-8546-CC2F40418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769" y="2807422"/>
            <a:ext cx="3467100" cy="4286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9D694A-4D02-4BA1-8B49-693702CCE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769" y="3429000"/>
            <a:ext cx="2324100" cy="238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2A0D28-F1D7-4B29-8F6A-4919105581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0769" y="3860078"/>
            <a:ext cx="3514725" cy="381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BDF42E-9500-4AF3-A050-B8CBF410C3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6708" y="1607271"/>
            <a:ext cx="6800850" cy="282892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57B5CC-0AB9-4210-9D40-15044C633BF4}"/>
              </a:ext>
            </a:extLst>
          </p:cNvPr>
          <p:cNvCxnSpPr/>
          <p:nvPr/>
        </p:nvCxnSpPr>
        <p:spPr>
          <a:xfrm>
            <a:off x="4735494" y="1607271"/>
            <a:ext cx="99742" cy="41285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496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Infinite Limits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1772817"/>
            <a:ext cx="8229600" cy="328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1572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Continuity Definition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24361"/>
            <a:ext cx="8229600" cy="4477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8814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FA4D8-9302-4E22-9EF8-B28813A19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117" y="2869174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PRACTICE PROBLEMS</a:t>
            </a:r>
          </a:p>
        </p:txBody>
      </p:sp>
    </p:spTree>
    <p:extLst>
      <p:ext uri="{BB962C8B-B14F-4D97-AF65-F5344CB8AC3E}">
        <p14:creationId xmlns:p14="http://schemas.microsoft.com/office/powerpoint/2010/main" val="1466507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9355" y="451126"/>
            <a:ext cx="4466811" cy="5955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1581" y="2009774"/>
            <a:ext cx="10484958" cy="3953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133" y="122582"/>
            <a:ext cx="6477960" cy="6612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1541EDD9-B108-47BC-A018-C6FFA594F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308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975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 descr="C:\Users\Shahed\Desktop\Tutorials\MAT110\Continuity Problem_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750729"/>
            <a:ext cx="9252520" cy="6124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3" descr="C:\Users\Shahed\Desktop\Tutorials\MAT110\Continuity Problem_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486991"/>
            <a:ext cx="9144000" cy="6352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182" y="494929"/>
            <a:ext cx="10199635" cy="5868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4140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903" y="207836"/>
            <a:ext cx="9454032" cy="644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3503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0FE7464-B42E-40F5-A5EE-EC384E452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3" y="18017"/>
            <a:ext cx="9948269" cy="6779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3289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581" y="151041"/>
            <a:ext cx="7779689" cy="6555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608" y="266100"/>
            <a:ext cx="5035392" cy="632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5213" y="637212"/>
            <a:ext cx="6294783" cy="558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549" y="158584"/>
            <a:ext cx="5632174" cy="6540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113" y="258554"/>
            <a:ext cx="6435275" cy="6340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523" y="516835"/>
            <a:ext cx="6044066" cy="6062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929" y="248064"/>
            <a:ext cx="5728044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16429" y="2433844"/>
            <a:ext cx="3313043" cy="3737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313" y="5067255"/>
            <a:ext cx="9872870" cy="1583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313" y="206974"/>
            <a:ext cx="6308411" cy="4731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0938" y="1144725"/>
            <a:ext cx="9071114" cy="5574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5130" y="0"/>
            <a:ext cx="8070573" cy="1099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3291" y="219075"/>
            <a:ext cx="7143750" cy="641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87EC181F-7A5D-4172-912E-E85356CF9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220"/>
            <a:ext cx="10696575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068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404664"/>
            <a:ext cx="8325506" cy="5900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7937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C9BC2-AAB7-4817-A52E-7C5C03C39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34" y="2601888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LIMITS WITH h</a:t>
            </a:r>
          </a:p>
        </p:txBody>
      </p:sp>
    </p:spTree>
    <p:extLst>
      <p:ext uri="{BB962C8B-B14F-4D97-AF65-F5344CB8AC3E}">
        <p14:creationId xmlns:p14="http://schemas.microsoft.com/office/powerpoint/2010/main" val="25225037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lh3.googleusercontent.com/uobbTp5URCyeb9B_BXYzj9hqy1w5-BnVUgPn4ab9-GBhCo9Rchh-tn6-wwT5MYYboDo0UtZmz0vECU5NS1PRzFevLv_S3Z9vnac7e9SLCZJpv8OuBYf2NAtT-nJ6jl6YMESUX9JxZW2CsNbSdL_7Ts90BaII-b6JcdANOd-FjbMP5K6r_EPUxNkr4cPE1Hz__PKOp2FRG91P1gzJjrSckM1EIVlKdkkzgwh-6riISz2Gtv8cKhyGqcIC5xeaKeUp53DWMNG9VsRAH8CaXAC8pD0mtKxtJuNpt2NqkSaKhRMP8UlZNHNHXK_GB1Cw9zNlDPPb7H3ZjW_p5jMFRTXdESzyT3Ab-7kgqWAvW3kzj2_zDijpqkiJ3HON77bb4peuJfmMmnHL-BKaNE2dAem-VM9roBKNWNcwhPfm-A7B8fyYeMiA-fAezgTW8LphJytGJveIfdDB9Qf_Mq1ny-yRr3_SfPfs4G4BUIn68wN036uqX6XIqNx_NjTcsDfri5y2rpnAc9HvblEjjsvwDP5hkqv_D8Cnb2y7wv5CbhrN4zVXYnpFsnaM8W4a-cVf-Vmcp3hcXOwsPLsHCaFzdrfv8fBKvNY8VjOtGUlA_CFb2Q00ZrI5MWD5ZkBlg95BxH6hDjuL1IWRLQDGuCHKHjn8xgyN8jTPax7ugvgFX4TY-sZJyW9OTnLS-gStExl8Dw=w717-h657-no?authuser=0">
            <a:extLst>
              <a:ext uri="{FF2B5EF4-FFF2-40B4-BE49-F238E27FC236}">
                <a16:creationId xmlns:a16="http://schemas.microsoft.com/office/drawing/2014/main" id="{12CECF33-8CFE-45D2-B88A-BA25B4F077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527" y="153645"/>
            <a:ext cx="7148946" cy="655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62994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4FCE77-0B2E-474E-8535-B102B0143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009" y="773723"/>
            <a:ext cx="9402813" cy="574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615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C95833-EB01-4FC3-9C0C-FB346476F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025" y="24426"/>
            <a:ext cx="9144000" cy="642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387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D31E1E-C61F-444C-9B3D-63422E2D4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1" y="1068"/>
            <a:ext cx="7835704" cy="688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6819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F6E300-AD1A-4305-BA75-794DE114A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54" y="-48015"/>
            <a:ext cx="7680960" cy="670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8498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07D70E-720E-442C-BE45-1A5BAF091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3" y="362159"/>
            <a:ext cx="10733943" cy="613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826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</Words>
  <Application>Microsoft Office PowerPoint</Application>
  <PresentationFormat>Widescreen</PresentationFormat>
  <Paragraphs>6</Paragraphs>
  <Slides>33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Limits and continuity</vt:lpstr>
      <vt:lpstr>Formula</vt:lpstr>
      <vt:lpstr>Infinite Limits</vt:lpstr>
      <vt:lpstr>Continuity Definition</vt:lpstr>
      <vt:lpstr>PRACTICE PROBLEMS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LIMITS WITH 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Limits and continuity</dc:title>
  <cp:lastModifiedBy>Md. Saif Kabir</cp:lastModifiedBy>
  <cp:revision>12</cp:revision>
  <dcterms:modified xsi:type="dcterms:W3CDTF">2023-02-12T06:07:06Z</dcterms:modified>
</cp:coreProperties>
</file>