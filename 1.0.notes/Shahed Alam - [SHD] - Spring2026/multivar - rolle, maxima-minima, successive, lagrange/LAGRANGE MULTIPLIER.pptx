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e68ee33f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4e68ee33f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e68ee33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4e68ee33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LAGRANGE MULTIPLIER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13.9 Of Howard Anton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468" y="520861"/>
            <a:ext cx="10409527" cy="5660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Lagrange Multiplier Theory?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728" y="2030895"/>
            <a:ext cx="11504543" cy="1533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22" y="477078"/>
            <a:ext cx="5977135" cy="158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038" y="2058849"/>
            <a:ext cx="8337896" cy="1935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9758" y="2772831"/>
            <a:ext cx="3949752" cy="387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313" y="3835190"/>
            <a:ext cx="7619181" cy="2650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164" y="883604"/>
            <a:ext cx="7659757" cy="509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934" y="174156"/>
            <a:ext cx="9051222" cy="65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247" y="251854"/>
            <a:ext cx="8159911" cy="660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006003" y="-2107084"/>
            <a:ext cx="6047470" cy="1099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5250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87626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PRACTICE PROBLEMS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986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664" y="842661"/>
            <a:ext cx="7024123" cy="601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8486" y="5588101"/>
            <a:ext cx="5253514" cy="126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31" y="94269"/>
            <a:ext cx="4943060" cy="676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8591" y="200287"/>
            <a:ext cx="5735707" cy="420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3">
            <a:alphaModFix/>
          </a:blip>
          <a:srcRect b="88725" l="0" r="0" t="0"/>
          <a:stretch/>
        </p:blipFill>
        <p:spPr>
          <a:xfrm>
            <a:off x="528950" y="696250"/>
            <a:ext cx="12116800" cy="18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6770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705100"/>
            <a:ext cx="38195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9526" y="2705101"/>
            <a:ext cx="2940090" cy="4144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9616" y="2271330"/>
            <a:ext cx="4930814" cy="4617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516038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40484" cy="392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25445"/>
            <a:ext cx="5540484" cy="1787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0484" y="1614910"/>
            <a:ext cx="6443704" cy="440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826" y="0"/>
            <a:ext cx="8472668" cy="6808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163" y="541358"/>
            <a:ext cx="10706945" cy="595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7183" y="-1"/>
            <a:ext cx="6840936" cy="6935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2"/>
          <p:cNvPicPr preferRelativeResize="0"/>
          <p:nvPr/>
        </p:nvPicPr>
        <p:blipFill rotWithShape="1">
          <a:blip r:embed="rId3">
            <a:alphaModFix/>
          </a:blip>
          <a:srcRect b="92637" l="0" r="0" t="0"/>
          <a:stretch/>
        </p:blipFill>
        <p:spPr>
          <a:xfrm>
            <a:off x="474250" y="1410900"/>
            <a:ext cx="16765000" cy="116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5"/>
          <p:cNvSpPr txBox="1"/>
          <p:nvPr/>
        </p:nvSpPr>
        <p:spPr>
          <a:xfrm>
            <a:off x="5380382" y="5976730"/>
            <a:ext cx="3238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the working in the next slide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255" y="202095"/>
            <a:ext cx="6445489" cy="6453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