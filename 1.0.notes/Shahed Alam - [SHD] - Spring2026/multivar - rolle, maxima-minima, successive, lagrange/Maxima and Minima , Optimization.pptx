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1" r:id="rId4"/>
    <p:sldId id="263" r:id="rId5"/>
    <p:sldId id="264" r:id="rId6"/>
    <p:sldId id="262" r:id="rId7"/>
    <p:sldId id="267" r:id="rId8"/>
    <p:sldId id="271" r:id="rId9"/>
    <p:sldId id="270" r:id="rId10"/>
    <p:sldId id="272" r:id="rId11"/>
    <p:sldId id="265" r:id="rId12"/>
    <p:sldId id="266" r:id="rId13"/>
    <p:sldId id="257" r:id="rId14"/>
    <p:sldId id="2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47B180-D0EC-4C2E-827F-DF2FF011B5FD}" type="doc">
      <dgm:prSet loTypeId="urn:microsoft.com/office/officeart/2005/8/layout/orgChart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F67B295-D42E-4DA3-9E0D-AB4A8021A3A6}">
      <dgm:prSet phldrT="[Text]"/>
      <dgm:spPr/>
      <dgm:t>
        <a:bodyPr/>
        <a:lstStyle/>
        <a:p>
          <a:r>
            <a:rPr lang="en-US" dirty="0"/>
            <a:t>Critical Points</a:t>
          </a:r>
        </a:p>
      </dgm:t>
    </dgm:pt>
    <dgm:pt modelId="{F1C97D83-6C8F-481A-8377-ABD793598B55}" type="parTrans" cxnId="{1D2B940B-DED3-4A0B-91E9-7703CB166730}">
      <dgm:prSet/>
      <dgm:spPr/>
      <dgm:t>
        <a:bodyPr/>
        <a:lstStyle/>
        <a:p>
          <a:endParaRPr lang="en-US"/>
        </a:p>
      </dgm:t>
    </dgm:pt>
    <dgm:pt modelId="{16E20C34-3BA5-4C60-8A6E-107B4C3D785F}" type="sibTrans" cxnId="{1D2B940B-DED3-4A0B-91E9-7703CB166730}">
      <dgm:prSet/>
      <dgm:spPr/>
      <dgm:t>
        <a:bodyPr/>
        <a:lstStyle/>
        <a:p>
          <a:endParaRPr lang="en-US"/>
        </a:p>
      </dgm:t>
    </dgm:pt>
    <dgm:pt modelId="{1E349862-2924-479F-945B-8493CC6CF375}">
      <dgm:prSet phldrT="[Text]"/>
      <dgm:spPr/>
      <dgm:t>
        <a:bodyPr/>
        <a:lstStyle/>
        <a:p>
          <a:r>
            <a:rPr lang="en-US" dirty="0"/>
            <a:t>f </a:t>
          </a:r>
          <a:r>
            <a:rPr lang="en-US" dirty="0">
              <a:latin typeface="Bahnschrift SemiBold SemiConden" panose="020B0502040204020203" pitchFamily="34" charset="0"/>
            </a:rPr>
            <a:t>’</a:t>
          </a:r>
          <a:r>
            <a:rPr lang="en-US" dirty="0"/>
            <a:t>(x)=0</a:t>
          </a:r>
        </a:p>
        <a:p>
          <a:r>
            <a:rPr lang="en-US" dirty="0"/>
            <a:t>Stationary Point</a:t>
          </a:r>
        </a:p>
      </dgm:t>
    </dgm:pt>
    <dgm:pt modelId="{AE147328-1D73-483A-AF36-426CE7F1A7E3}" type="parTrans" cxnId="{87D18C64-C98E-4693-BD9D-4C3D6AC23872}">
      <dgm:prSet/>
      <dgm:spPr/>
      <dgm:t>
        <a:bodyPr/>
        <a:lstStyle/>
        <a:p>
          <a:endParaRPr lang="en-US"/>
        </a:p>
      </dgm:t>
    </dgm:pt>
    <dgm:pt modelId="{4108E937-EFC0-44DB-B982-97442DA56B60}" type="sibTrans" cxnId="{87D18C64-C98E-4693-BD9D-4C3D6AC23872}">
      <dgm:prSet/>
      <dgm:spPr/>
      <dgm:t>
        <a:bodyPr/>
        <a:lstStyle/>
        <a:p>
          <a:endParaRPr lang="en-US"/>
        </a:p>
      </dgm:t>
    </dgm:pt>
    <dgm:pt modelId="{76CC6831-5DE1-4E13-BE96-E99365981E77}">
      <dgm:prSet phldrT="[Text]"/>
      <dgm:spPr/>
      <dgm:t>
        <a:bodyPr/>
        <a:lstStyle/>
        <a:p>
          <a:r>
            <a:rPr lang="en-US" dirty="0"/>
            <a:t>f </a:t>
          </a:r>
          <a:r>
            <a:rPr lang="en-US" dirty="0">
              <a:latin typeface="Bahnschrift SemiBold" panose="020B0502040204020203" pitchFamily="34" charset="0"/>
            </a:rPr>
            <a:t>’</a:t>
          </a:r>
          <a:r>
            <a:rPr lang="en-US" dirty="0"/>
            <a:t>(x)=undefined</a:t>
          </a:r>
        </a:p>
        <a:p>
          <a:r>
            <a:rPr lang="en-US" dirty="0"/>
            <a:t>Only Critical point</a:t>
          </a:r>
        </a:p>
      </dgm:t>
    </dgm:pt>
    <dgm:pt modelId="{E8C63449-D08B-4801-97F6-FB6F1C92E738}" type="parTrans" cxnId="{AB6C357B-F01F-4E36-B53E-80B58A55B983}">
      <dgm:prSet/>
      <dgm:spPr/>
      <dgm:t>
        <a:bodyPr/>
        <a:lstStyle/>
        <a:p>
          <a:endParaRPr lang="en-US"/>
        </a:p>
      </dgm:t>
    </dgm:pt>
    <dgm:pt modelId="{0AC24881-988C-43EB-8BAB-8B0D482AB16D}" type="sibTrans" cxnId="{AB6C357B-F01F-4E36-B53E-80B58A55B983}">
      <dgm:prSet/>
      <dgm:spPr/>
      <dgm:t>
        <a:bodyPr/>
        <a:lstStyle/>
        <a:p>
          <a:endParaRPr lang="en-US"/>
        </a:p>
      </dgm:t>
    </dgm:pt>
    <dgm:pt modelId="{C3775872-8CAA-47CE-B873-6847E6BE3AF8}" type="pres">
      <dgm:prSet presAssocID="{4A47B180-D0EC-4C2E-827F-DF2FF011B5F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19F09E5-55AF-4EC4-8710-5F4812C36063}" type="pres">
      <dgm:prSet presAssocID="{4F67B295-D42E-4DA3-9E0D-AB4A8021A3A6}" presName="hierRoot1" presStyleCnt="0">
        <dgm:presLayoutVars>
          <dgm:hierBranch val="init"/>
        </dgm:presLayoutVars>
      </dgm:prSet>
      <dgm:spPr/>
    </dgm:pt>
    <dgm:pt modelId="{85C0AD67-D6D2-40F6-AAEE-E760BEFF96AF}" type="pres">
      <dgm:prSet presAssocID="{4F67B295-D42E-4DA3-9E0D-AB4A8021A3A6}" presName="rootComposite1" presStyleCnt="0"/>
      <dgm:spPr/>
    </dgm:pt>
    <dgm:pt modelId="{C06074CC-6987-49B3-B8CD-8037C64D43BE}" type="pres">
      <dgm:prSet presAssocID="{4F67B295-D42E-4DA3-9E0D-AB4A8021A3A6}" presName="rootText1" presStyleLbl="node0" presStyleIdx="0" presStyleCnt="1">
        <dgm:presLayoutVars>
          <dgm:chPref val="3"/>
        </dgm:presLayoutVars>
      </dgm:prSet>
      <dgm:spPr/>
    </dgm:pt>
    <dgm:pt modelId="{15AA703B-53A4-4434-8A41-64BCAF707A30}" type="pres">
      <dgm:prSet presAssocID="{4F67B295-D42E-4DA3-9E0D-AB4A8021A3A6}" presName="rootConnector1" presStyleLbl="node1" presStyleIdx="0" presStyleCnt="0"/>
      <dgm:spPr/>
    </dgm:pt>
    <dgm:pt modelId="{C56C97EA-2DE5-4CED-972E-3F38CD3B6E56}" type="pres">
      <dgm:prSet presAssocID="{4F67B295-D42E-4DA3-9E0D-AB4A8021A3A6}" presName="hierChild2" presStyleCnt="0"/>
      <dgm:spPr/>
    </dgm:pt>
    <dgm:pt modelId="{1FC4717C-8306-4F22-A86F-98D8216A913B}" type="pres">
      <dgm:prSet presAssocID="{AE147328-1D73-483A-AF36-426CE7F1A7E3}" presName="Name37" presStyleLbl="parChTrans1D2" presStyleIdx="0" presStyleCnt="2"/>
      <dgm:spPr/>
    </dgm:pt>
    <dgm:pt modelId="{5C7B2427-8424-466F-863F-6436C92AD42D}" type="pres">
      <dgm:prSet presAssocID="{1E349862-2924-479F-945B-8493CC6CF375}" presName="hierRoot2" presStyleCnt="0">
        <dgm:presLayoutVars>
          <dgm:hierBranch val="init"/>
        </dgm:presLayoutVars>
      </dgm:prSet>
      <dgm:spPr/>
    </dgm:pt>
    <dgm:pt modelId="{6DB43C09-9B05-495F-827C-58F81CBB9332}" type="pres">
      <dgm:prSet presAssocID="{1E349862-2924-479F-945B-8493CC6CF375}" presName="rootComposite" presStyleCnt="0"/>
      <dgm:spPr/>
    </dgm:pt>
    <dgm:pt modelId="{7E3DDAEC-0B47-4C60-91DF-A273C5025E7E}" type="pres">
      <dgm:prSet presAssocID="{1E349862-2924-479F-945B-8493CC6CF375}" presName="rootText" presStyleLbl="node2" presStyleIdx="0" presStyleCnt="2">
        <dgm:presLayoutVars>
          <dgm:chPref val="3"/>
        </dgm:presLayoutVars>
      </dgm:prSet>
      <dgm:spPr/>
    </dgm:pt>
    <dgm:pt modelId="{50AD0B47-B690-4D76-A5D2-01F883E06235}" type="pres">
      <dgm:prSet presAssocID="{1E349862-2924-479F-945B-8493CC6CF375}" presName="rootConnector" presStyleLbl="node2" presStyleIdx="0" presStyleCnt="2"/>
      <dgm:spPr/>
    </dgm:pt>
    <dgm:pt modelId="{0282B0F6-8259-4273-8081-666ED66D45D8}" type="pres">
      <dgm:prSet presAssocID="{1E349862-2924-479F-945B-8493CC6CF375}" presName="hierChild4" presStyleCnt="0"/>
      <dgm:spPr/>
    </dgm:pt>
    <dgm:pt modelId="{DE3601C0-EAA6-412E-9FFF-CDDF391F7A4B}" type="pres">
      <dgm:prSet presAssocID="{1E349862-2924-479F-945B-8493CC6CF375}" presName="hierChild5" presStyleCnt="0"/>
      <dgm:spPr/>
    </dgm:pt>
    <dgm:pt modelId="{E158B6BF-8BCE-4BC9-96B3-4CEE585F426D}" type="pres">
      <dgm:prSet presAssocID="{E8C63449-D08B-4801-97F6-FB6F1C92E738}" presName="Name37" presStyleLbl="parChTrans1D2" presStyleIdx="1" presStyleCnt="2"/>
      <dgm:spPr/>
    </dgm:pt>
    <dgm:pt modelId="{1DBD5ED6-B9F3-4F82-9EB1-D28B8010CB0A}" type="pres">
      <dgm:prSet presAssocID="{76CC6831-5DE1-4E13-BE96-E99365981E77}" presName="hierRoot2" presStyleCnt="0">
        <dgm:presLayoutVars>
          <dgm:hierBranch val="init"/>
        </dgm:presLayoutVars>
      </dgm:prSet>
      <dgm:spPr/>
    </dgm:pt>
    <dgm:pt modelId="{D7577DB4-93AC-40D1-9229-F1D97A2C15DB}" type="pres">
      <dgm:prSet presAssocID="{76CC6831-5DE1-4E13-BE96-E99365981E77}" presName="rootComposite" presStyleCnt="0"/>
      <dgm:spPr/>
    </dgm:pt>
    <dgm:pt modelId="{4A92E634-5A9A-4304-9C09-835B33A60066}" type="pres">
      <dgm:prSet presAssocID="{76CC6831-5DE1-4E13-BE96-E99365981E77}" presName="rootText" presStyleLbl="node2" presStyleIdx="1" presStyleCnt="2">
        <dgm:presLayoutVars>
          <dgm:chPref val="3"/>
        </dgm:presLayoutVars>
      </dgm:prSet>
      <dgm:spPr/>
    </dgm:pt>
    <dgm:pt modelId="{51FA39C7-1769-417C-A9FB-97F32C65C54C}" type="pres">
      <dgm:prSet presAssocID="{76CC6831-5DE1-4E13-BE96-E99365981E77}" presName="rootConnector" presStyleLbl="node2" presStyleIdx="1" presStyleCnt="2"/>
      <dgm:spPr/>
    </dgm:pt>
    <dgm:pt modelId="{82F35D6F-CD15-4260-9717-11DE2C7D9BC4}" type="pres">
      <dgm:prSet presAssocID="{76CC6831-5DE1-4E13-BE96-E99365981E77}" presName="hierChild4" presStyleCnt="0"/>
      <dgm:spPr/>
    </dgm:pt>
    <dgm:pt modelId="{2505A838-A199-4097-B2E9-4A330266CAD8}" type="pres">
      <dgm:prSet presAssocID="{76CC6831-5DE1-4E13-BE96-E99365981E77}" presName="hierChild5" presStyleCnt="0"/>
      <dgm:spPr/>
    </dgm:pt>
    <dgm:pt modelId="{3B2C9C3F-4230-49AD-9EB0-64D40C5281A8}" type="pres">
      <dgm:prSet presAssocID="{4F67B295-D42E-4DA3-9E0D-AB4A8021A3A6}" presName="hierChild3" presStyleCnt="0"/>
      <dgm:spPr/>
    </dgm:pt>
  </dgm:ptLst>
  <dgm:cxnLst>
    <dgm:cxn modelId="{1D2B940B-DED3-4A0B-91E9-7703CB166730}" srcId="{4A47B180-D0EC-4C2E-827F-DF2FF011B5FD}" destId="{4F67B295-D42E-4DA3-9E0D-AB4A8021A3A6}" srcOrd="0" destOrd="0" parTransId="{F1C97D83-6C8F-481A-8377-ABD793598B55}" sibTransId="{16E20C34-3BA5-4C60-8A6E-107B4C3D785F}"/>
    <dgm:cxn modelId="{C979200D-B69A-4A2B-B284-9CF182890BE7}" type="presOf" srcId="{76CC6831-5DE1-4E13-BE96-E99365981E77}" destId="{51FA39C7-1769-417C-A9FB-97F32C65C54C}" srcOrd="1" destOrd="0" presId="urn:microsoft.com/office/officeart/2005/8/layout/orgChart1"/>
    <dgm:cxn modelId="{4B35D90E-C385-44D1-B028-940FD61A096C}" type="presOf" srcId="{4F67B295-D42E-4DA3-9E0D-AB4A8021A3A6}" destId="{15AA703B-53A4-4434-8A41-64BCAF707A30}" srcOrd="1" destOrd="0" presId="urn:microsoft.com/office/officeart/2005/8/layout/orgChart1"/>
    <dgm:cxn modelId="{D3407411-9B08-4599-82B5-93B4B9316BBF}" type="presOf" srcId="{4A47B180-D0EC-4C2E-827F-DF2FF011B5FD}" destId="{C3775872-8CAA-47CE-B873-6847E6BE3AF8}" srcOrd="0" destOrd="0" presId="urn:microsoft.com/office/officeart/2005/8/layout/orgChart1"/>
    <dgm:cxn modelId="{1F55C116-C912-4D60-B517-42409B94D83E}" type="presOf" srcId="{AE147328-1D73-483A-AF36-426CE7F1A7E3}" destId="{1FC4717C-8306-4F22-A86F-98D8216A913B}" srcOrd="0" destOrd="0" presId="urn:microsoft.com/office/officeart/2005/8/layout/orgChart1"/>
    <dgm:cxn modelId="{70D9FC1A-C996-4B38-8782-2CB6AF94693A}" type="presOf" srcId="{1E349862-2924-479F-945B-8493CC6CF375}" destId="{50AD0B47-B690-4D76-A5D2-01F883E06235}" srcOrd="1" destOrd="0" presId="urn:microsoft.com/office/officeart/2005/8/layout/orgChart1"/>
    <dgm:cxn modelId="{87D18C64-C98E-4693-BD9D-4C3D6AC23872}" srcId="{4F67B295-D42E-4DA3-9E0D-AB4A8021A3A6}" destId="{1E349862-2924-479F-945B-8493CC6CF375}" srcOrd="0" destOrd="0" parTransId="{AE147328-1D73-483A-AF36-426CE7F1A7E3}" sibTransId="{4108E937-EFC0-44DB-B982-97442DA56B60}"/>
    <dgm:cxn modelId="{275E7550-22C5-490A-BE6B-3280441488DB}" type="presOf" srcId="{E8C63449-D08B-4801-97F6-FB6F1C92E738}" destId="{E158B6BF-8BCE-4BC9-96B3-4CEE585F426D}" srcOrd="0" destOrd="0" presId="urn:microsoft.com/office/officeart/2005/8/layout/orgChart1"/>
    <dgm:cxn modelId="{AB6C357B-F01F-4E36-B53E-80B58A55B983}" srcId="{4F67B295-D42E-4DA3-9E0D-AB4A8021A3A6}" destId="{76CC6831-5DE1-4E13-BE96-E99365981E77}" srcOrd="1" destOrd="0" parTransId="{E8C63449-D08B-4801-97F6-FB6F1C92E738}" sibTransId="{0AC24881-988C-43EB-8BAB-8B0D482AB16D}"/>
    <dgm:cxn modelId="{577F3FA1-C0D9-4A10-B99D-B548F3CFFE35}" type="presOf" srcId="{1E349862-2924-479F-945B-8493CC6CF375}" destId="{7E3DDAEC-0B47-4C60-91DF-A273C5025E7E}" srcOrd="0" destOrd="0" presId="urn:microsoft.com/office/officeart/2005/8/layout/orgChart1"/>
    <dgm:cxn modelId="{7B9BDBC9-F8D1-4A8E-BD7B-C906E0607641}" type="presOf" srcId="{4F67B295-D42E-4DA3-9E0D-AB4A8021A3A6}" destId="{C06074CC-6987-49B3-B8CD-8037C64D43BE}" srcOrd="0" destOrd="0" presId="urn:microsoft.com/office/officeart/2005/8/layout/orgChart1"/>
    <dgm:cxn modelId="{502408F5-61C8-42EA-A3AF-9C58320C8419}" type="presOf" srcId="{76CC6831-5DE1-4E13-BE96-E99365981E77}" destId="{4A92E634-5A9A-4304-9C09-835B33A60066}" srcOrd="0" destOrd="0" presId="urn:microsoft.com/office/officeart/2005/8/layout/orgChart1"/>
    <dgm:cxn modelId="{211CB854-ED8C-4017-9FD5-0C8DAD0530C4}" type="presParOf" srcId="{C3775872-8CAA-47CE-B873-6847E6BE3AF8}" destId="{419F09E5-55AF-4EC4-8710-5F4812C36063}" srcOrd="0" destOrd="0" presId="urn:microsoft.com/office/officeart/2005/8/layout/orgChart1"/>
    <dgm:cxn modelId="{E5DCAFD0-22E0-4D6A-A73F-33DE8ED3AE90}" type="presParOf" srcId="{419F09E5-55AF-4EC4-8710-5F4812C36063}" destId="{85C0AD67-D6D2-40F6-AAEE-E760BEFF96AF}" srcOrd="0" destOrd="0" presId="urn:microsoft.com/office/officeart/2005/8/layout/orgChart1"/>
    <dgm:cxn modelId="{55137082-6D2E-4461-B5CC-6719A3A18A89}" type="presParOf" srcId="{85C0AD67-D6D2-40F6-AAEE-E760BEFF96AF}" destId="{C06074CC-6987-49B3-B8CD-8037C64D43BE}" srcOrd="0" destOrd="0" presId="urn:microsoft.com/office/officeart/2005/8/layout/orgChart1"/>
    <dgm:cxn modelId="{D3472BCB-2CC6-4747-8299-68EE1814788B}" type="presParOf" srcId="{85C0AD67-D6D2-40F6-AAEE-E760BEFF96AF}" destId="{15AA703B-53A4-4434-8A41-64BCAF707A30}" srcOrd="1" destOrd="0" presId="urn:microsoft.com/office/officeart/2005/8/layout/orgChart1"/>
    <dgm:cxn modelId="{9BAEE764-D6ED-41EA-8422-8A4A33D32B5C}" type="presParOf" srcId="{419F09E5-55AF-4EC4-8710-5F4812C36063}" destId="{C56C97EA-2DE5-4CED-972E-3F38CD3B6E56}" srcOrd="1" destOrd="0" presId="urn:microsoft.com/office/officeart/2005/8/layout/orgChart1"/>
    <dgm:cxn modelId="{77CC90FA-7F28-4F7D-88F7-5CBF513B6ECD}" type="presParOf" srcId="{C56C97EA-2DE5-4CED-972E-3F38CD3B6E56}" destId="{1FC4717C-8306-4F22-A86F-98D8216A913B}" srcOrd="0" destOrd="0" presId="urn:microsoft.com/office/officeart/2005/8/layout/orgChart1"/>
    <dgm:cxn modelId="{787998FA-82D0-4743-BFD0-CB3EC1CA9C01}" type="presParOf" srcId="{C56C97EA-2DE5-4CED-972E-3F38CD3B6E56}" destId="{5C7B2427-8424-466F-863F-6436C92AD42D}" srcOrd="1" destOrd="0" presId="urn:microsoft.com/office/officeart/2005/8/layout/orgChart1"/>
    <dgm:cxn modelId="{9C46E098-DE81-415E-B6CF-7F31F7DEBAD4}" type="presParOf" srcId="{5C7B2427-8424-466F-863F-6436C92AD42D}" destId="{6DB43C09-9B05-495F-827C-58F81CBB9332}" srcOrd="0" destOrd="0" presId="urn:microsoft.com/office/officeart/2005/8/layout/orgChart1"/>
    <dgm:cxn modelId="{29FC5753-7059-4D64-8C2A-2288392EB28A}" type="presParOf" srcId="{6DB43C09-9B05-495F-827C-58F81CBB9332}" destId="{7E3DDAEC-0B47-4C60-91DF-A273C5025E7E}" srcOrd="0" destOrd="0" presId="urn:microsoft.com/office/officeart/2005/8/layout/orgChart1"/>
    <dgm:cxn modelId="{E5223707-4AAA-4D28-976F-E0284E0F75AD}" type="presParOf" srcId="{6DB43C09-9B05-495F-827C-58F81CBB9332}" destId="{50AD0B47-B690-4D76-A5D2-01F883E06235}" srcOrd="1" destOrd="0" presId="urn:microsoft.com/office/officeart/2005/8/layout/orgChart1"/>
    <dgm:cxn modelId="{D108102A-D061-41C1-A85F-D349A50AFE81}" type="presParOf" srcId="{5C7B2427-8424-466F-863F-6436C92AD42D}" destId="{0282B0F6-8259-4273-8081-666ED66D45D8}" srcOrd="1" destOrd="0" presId="urn:microsoft.com/office/officeart/2005/8/layout/orgChart1"/>
    <dgm:cxn modelId="{80B120F0-6625-4EF2-8CA2-AB12969945DA}" type="presParOf" srcId="{5C7B2427-8424-466F-863F-6436C92AD42D}" destId="{DE3601C0-EAA6-412E-9FFF-CDDF391F7A4B}" srcOrd="2" destOrd="0" presId="urn:microsoft.com/office/officeart/2005/8/layout/orgChart1"/>
    <dgm:cxn modelId="{FB764FC0-F6BB-45E8-B90E-82D2631A81BB}" type="presParOf" srcId="{C56C97EA-2DE5-4CED-972E-3F38CD3B6E56}" destId="{E158B6BF-8BCE-4BC9-96B3-4CEE585F426D}" srcOrd="2" destOrd="0" presId="urn:microsoft.com/office/officeart/2005/8/layout/orgChart1"/>
    <dgm:cxn modelId="{06697CAA-0409-49C7-A851-99BEEBD7EA8F}" type="presParOf" srcId="{C56C97EA-2DE5-4CED-972E-3F38CD3B6E56}" destId="{1DBD5ED6-B9F3-4F82-9EB1-D28B8010CB0A}" srcOrd="3" destOrd="0" presId="urn:microsoft.com/office/officeart/2005/8/layout/orgChart1"/>
    <dgm:cxn modelId="{FF114FF0-874A-4660-8EB9-4C710B8566EE}" type="presParOf" srcId="{1DBD5ED6-B9F3-4F82-9EB1-D28B8010CB0A}" destId="{D7577DB4-93AC-40D1-9229-F1D97A2C15DB}" srcOrd="0" destOrd="0" presId="urn:microsoft.com/office/officeart/2005/8/layout/orgChart1"/>
    <dgm:cxn modelId="{2B0FD34D-94C5-445F-87C5-E4F63C0539B9}" type="presParOf" srcId="{D7577DB4-93AC-40D1-9229-F1D97A2C15DB}" destId="{4A92E634-5A9A-4304-9C09-835B33A60066}" srcOrd="0" destOrd="0" presId="urn:microsoft.com/office/officeart/2005/8/layout/orgChart1"/>
    <dgm:cxn modelId="{2CD92A73-67C7-4A61-866D-2FB76ABBBB95}" type="presParOf" srcId="{D7577DB4-93AC-40D1-9229-F1D97A2C15DB}" destId="{51FA39C7-1769-417C-A9FB-97F32C65C54C}" srcOrd="1" destOrd="0" presId="urn:microsoft.com/office/officeart/2005/8/layout/orgChart1"/>
    <dgm:cxn modelId="{15E40315-7213-4D50-98BF-D58F1EC85743}" type="presParOf" srcId="{1DBD5ED6-B9F3-4F82-9EB1-D28B8010CB0A}" destId="{82F35D6F-CD15-4260-9717-11DE2C7D9BC4}" srcOrd="1" destOrd="0" presId="urn:microsoft.com/office/officeart/2005/8/layout/orgChart1"/>
    <dgm:cxn modelId="{3B8CB5D2-E39B-4C1A-9AD2-9DECBFEFBB8B}" type="presParOf" srcId="{1DBD5ED6-B9F3-4F82-9EB1-D28B8010CB0A}" destId="{2505A838-A199-4097-B2E9-4A330266CAD8}" srcOrd="2" destOrd="0" presId="urn:microsoft.com/office/officeart/2005/8/layout/orgChart1"/>
    <dgm:cxn modelId="{449E9E9C-3AF9-458A-91E8-587E3B7BC824}" type="presParOf" srcId="{419F09E5-55AF-4EC4-8710-5F4812C36063}" destId="{3B2C9C3F-4230-49AD-9EB0-64D40C5281A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8B6BF-8BCE-4BC9-96B3-4CEE585F426D}">
      <dsp:nvSpPr>
        <dsp:cNvPr id="0" name=""/>
        <dsp:cNvSpPr/>
      </dsp:nvSpPr>
      <dsp:spPr>
        <a:xfrm>
          <a:off x="5029199" y="1972604"/>
          <a:ext cx="2384511" cy="8276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3840"/>
              </a:lnTo>
              <a:lnTo>
                <a:pt x="2384511" y="413840"/>
              </a:lnTo>
              <a:lnTo>
                <a:pt x="2384511" y="827681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C4717C-8306-4F22-A86F-98D8216A913B}">
      <dsp:nvSpPr>
        <dsp:cNvPr id="0" name=""/>
        <dsp:cNvSpPr/>
      </dsp:nvSpPr>
      <dsp:spPr>
        <a:xfrm>
          <a:off x="2644688" y="1972604"/>
          <a:ext cx="2384511" cy="827681"/>
        </a:xfrm>
        <a:custGeom>
          <a:avLst/>
          <a:gdLst/>
          <a:ahLst/>
          <a:cxnLst/>
          <a:rect l="0" t="0" r="0" b="0"/>
          <a:pathLst>
            <a:path>
              <a:moveTo>
                <a:pt x="2384511" y="0"/>
              </a:moveTo>
              <a:lnTo>
                <a:pt x="2384511" y="413840"/>
              </a:lnTo>
              <a:lnTo>
                <a:pt x="0" y="413840"/>
              </a:lnTo>
              <a:lnTo>
                <a:pt x="0" y="827681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6074CC-6987-49B3-B8CD-8037C64D43BE}">
      <dsp:nvSpPr>
        <dsp:cNvPr id="0" name=""/>
        <dsp:cNvSpPr/>
      </dsp:nvSpPr>
      <dsp:spPr>
        <a:xfrm>
          <a:off x="3058529" y="1934"/>
          <a:ext cx="3941340" cy="19706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Critical Points</a:t>
          </a:r>
        </a:p>
      </dsp:txBody>
      <dsp:txXfrm>
        <a:off x="3058529" y="1934"/>
        <a:ext cx="3941340" cy="1970670"/>
      </dsp:txXfrm>
    </dsp:sp>
    <dsp:sp modelId="{7E3DDAEC-0B47-4C60-91DF-A273C5025E7E}">
      <dsp:nvSpPr>
        <dsp:cNvPr id="0" name=""/>
        <dsp:cNvSpPr/>
      </dsp:nvSpPr>
      <dsp:spPr>
        <a:xfrm>
          <a:off x="674018" y="2800286"/>
          <a:ext cx="3941340" cy="19706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f </a:t>
          </a:r>
          <a:r>
            <a:rPr lang="en-US" sz="4100" kern="1200" dirty="0">
              <a:latin typeface="Bahnschrift SemiBold SemiConden" panose="020B0502040204020203" pitchFamily="34" charset="0"/>
            </a:rPr>
            <a:t>’</a:t>
          </a:r>
          <a:r>
            <a:rPr lang="en-US" sz="4100" kern="1200" dirty="0"/>
            <a:t>(x)=0</a:t>
          </a:r>
        </a:p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Stationary Point</a:t>
          </a:r>
        </a:p>
      </dsp:txBody>
      <dsp:txXfrm>
        <a:off x="674018" y="2800286"/>
        <a:ext cx="3941340" cy="1970670"/>
      </dsp:txXfrm>
    </dsp:sp>
    <dsp:sp modelId="{4A92E634-5A9A-4304-9C09-835B33A60066}">
      <dsp:nvSpPr>
        <dsp:cNvPr id="0" name=""/>
        <dsp:cNvSpPr/>
      </dsp:nvSpPr>
      <dsp:spPr>
        <a:xfrm>
          <a:off x="5443040" y="2800286"/>
          <a:ext cx="3941340" cy="19706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f </a:t>
          </a:r>
          <a:r>
            <a:rPr lang="en-US" sz="4100" kern="1200" dirty="0">
              <a:latin typeface="Bahnschrift SemiBold" panose="020B0502040204020203" pitchFamily="34" charset="0"/>
            </a:rPr>
            <a:t>’</a:t>
          </a:r>
          <a:r>
            <a:rPr lang="en-US" sz="4100" kern="1200" dirty="0"/>
            <a:t>(x)=undefined</a:t>
          </a:r>
        </a:p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Only Critical point</a:t>
          </a:r>
        </a:p>
      </dsp:txBody>
      <dsp:txXfrm>
        <a:off x="5443040" y="2800286"/>
        <a:ext cx="3941340" cy="1970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D321-5E32-4451-BE77-12908242A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9BDE2-D79C-4284-86CD-C7BB67E0C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7BF64-B687-4B07-A141-40952B1BB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A4356-3F1B-4F07-9601-12EC807D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35C66-BA1A-4102-9F3C-B1961CB2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49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E2FE-AE2A-4CA3-A724-1BBC1B81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F1B3A-D771-4387-B54D-7E9EE5EAF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783A-5AEB-401C-8560-C0421FB2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F4827-88CD-4075-A925-5D9CD528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BEF8D-E2E3-42AA-9782-A0FB1DEA6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45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E0D5-6623-4B32-9B85-AB1D6266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BCAA0-8E11-4693-80E4-2BE18E0DD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FC0A8-B57F-4BDA-9D58-791A9746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56A19-0E99-46E7-8D73-A535CC8F2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50B3C-586E-4331-9AA0-9869A4EA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85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2DF8-3A8B-40A3-B4C8-1C51719A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E2BE0-E779-4F9F-AA3E-6F8C891B6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2DC50-0645-4B45-923F-DF4E1AA3D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72344-1EBE-4B68-85B5-D337E83D5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5EC09-3AD1-4466-90AE-6C9515CA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F146-DC53-41F8-A4C5-DDF83C2E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8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B94F-7E74-4E66-A2C9-96EF4A6AA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9D1DA-EDAA-40DF-BE7B-7F4A06D5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CBAB4-AF3A-49D4-991A-1B0C0530C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F6249-E4B6-4603-8EF8-18335BEDC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9D2F61-4609-47F6-B2A6-C4C76B067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FC2982-A9B8-4181-A0C9-75B27414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C203B-EF57-4E4E-89D8-20147508D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BA48AC-2F6A-41B1-8EEC-A07C63A9E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6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681D-212A-4E17-8232-07CD016A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2DA3C-F81A-47F6-8159-B84387B3E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21B19-5232-44F2-B6DF-885D82B8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902EA-1634-42E5-9968-96CA3E28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DF5567-828F-46A5-876A-72D0CFF0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B6E09-DA0E-4C8D-89C1-ACAA782F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F0AD2-A17A-493C-A491-8E7BDD51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0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E6EAB-A0E1-4AC5-B2A9-2F7E72E3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E7265-DFB6-4D0A-A396-C78D19D5B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008ED-C216-4AC9-9CA0-354F1FC84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ADB10-5072-4863-A4B3-DD58A5BD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8E230-27C7-4CC9-B763-65912390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63D47-EC3D-4262-A91C-BAC9F136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10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8F6E-1BAC-478D-B3B5-1D124B5F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30C40-BF19-45F4-8E07-A91FA82F3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59056-11DA-4A5E-977C-97F121A38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C5379-E7B8-4461-9061-70393C927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8A0FA-137B-469A-AC35-200D4FAD4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B8227-4CFC-4C45-A839-170180D6C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4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6C28-B5CB-46A2-90C2-D5F139ACB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679BD-0F91-454A-AF16-FE2A2A809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236FD-D9EA-415D-BC46-42F0A4922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2B185-8EB2-4C6B-BE06-84DA1C09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8609E-FE11-46CD-B2EE-318E605A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33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5CCF1-CE94-4442-A848-7D603BE83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227D8-1115-4161-9605-1B0304A30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B5948-5B76-4E7A-BF01-AF4215C78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A76C8-67A4-4068-B239-989F56415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9DF37-B056-4E00-A3EA-2E8D74FC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06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37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795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360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674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820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583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58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81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2/22/2022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5799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9539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42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12F8BC-678D-4364-BD0A-5A0E4BE0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FC65E-D034-4F9D-BDCD-5A61CB55C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613C1-ED32-42D0-AAC2-2C9CE91A4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70AD1-71E4-4FEA-B054-16F3A8E256D3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2244-7915-49AE-9992-B7514B14E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0C3F-B7AC-477B-98FA-3D50DEA23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7D3CE-73E1-4034-97F6-2FD4B154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5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46C8-9D6B-46DD-8A3D-91E423CA6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5702"/>
            <a:ext cx="9144000" cy="2387600"/>
          </a:xfrm>
        </p:spPr>
        <p:txBody>
          <a:bodyPr>
            <a:normAutofit/>
          </a:bodyPr>
          <a:lstStyle/>
          <a:p>
            <a:r>
              <a:rPr kumimoji="0" lang="en-US" sz="5400" b="0" i="0" u="none" strike="noStrike" kern="1200" cap="all" spc="0" normalizeH="0" baseline="0" noProof="0" dirty="0">
                <a:ln>
                  <a:noFill/>
                </a:ln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effectLst/>
                <a:uLnTx/>
                <a:uFillTx/>
                <a:latin typeface="Rockwell Condensed" panose="02060603050405020104"/>
                <a:ea typeface="+mj-ea"/>
                <a:cs typeface="+mj-cs"/>
              </a:rPr>
              <a:t>maxima and minima , OPTIMIZATION</a:t>
            </a:r>
            <a:br>
              <a:rPr kumimoji="0" lang="en-US" sz="5400" b="0" i="0" u="none" strike="noStrike" kern="1200" cap="all" spc="0" normalizeH="0" baseline="0" noProof="0" dirty="0">
                <a:ln>
                  <a:noFill/>
                </a:ln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effectLst/>
                <a:uLnTx/>
                <a:uFillTx/>
                <a:latin typeface="Rockwell Condensed" panose="02060603050405020104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9AC04-715C-4F82-B64F-97BB02D78582}"/>
              </a:ext>
            </a:extLst>
          </p:cNvPr>
          <p:cNvSpPr txBox="1"/>
          <p:nvPr/>
        </p:nvSpPr>
        <p:spPr>
          <a:xfrm>
            <a:off x="4306956" y="3429000"/>
            <a:ext cx="2916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Prepared by</a:t>
            </a:r>
          </a:p>
          <a:p>
            <a:pPr algn="ctr"/>
            <a:r>
              <a:rPr lang="en-US" sz="2400" dirty="0"/>
              <a:t>Md Saif Kabir</a:t>
            </a:r>
          </a:p>
          <a:p>
            <a:pPr algn="ctr"/>
            <a:r>
              <a:rPr lang="en-US" sz="2400" dirty="0" err="1"/>
              <a:t>Lecturer,OAA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94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0793-E311-4682-BA94-8E559479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665" y="135267"/>
            <a:ext cx="10058400" cy="1609344"/>
          </a:xfrm>
        </p:spPr>
        <p:txBody>
          <a:bodyPr/>
          <a:lstStyle/>
          <a:p>
            <a:r>
              <a:rPr lang="en-US" dirty="0"/>
              <a:t>Relative maxima and minima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1AD360-0082-4659-90C8-0540F0BE3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573"/>
          <a:stretch/>
        </p:blipFill>
        <p:spPr>
          <a:xfrm>
            <a:off x="2107095" y="1448386"/>
            <a:ext cx="6082748" cy="46457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A27B50-0E72-4C47-A8B9-C2E5D280CD74}"/>
              </a:ext>
            </a:extLst>
          </p:cNvPr>
          <p:cNvSpPr txBox="1"/>
          <p:nvPr/>
        </p:nvSpPr>
        <p:spPr>
          <a:xfrm>
            <a:off x="4837043" y="20408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668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776533-6BF5-46CA-83DA-0321D0FCED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80812" y="928254"/>
          <a:ext cx="10058400" cy="4772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391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F86F66-D441-457E-AF60-0F709E482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0982" y="320139"/>
            <a:ext cx="8568460" cy="579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2D14B8-0E3D-460A-BAF1-7A2AF45F2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702"/>
          <a:stretch/>
        </p:blipFill>
        <p:spPr>
          <a:xfrm>
            <a:off x="0" y="934277"/>
            <a:ext cx="12192000" cy="432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08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F5EF-7593-415B-A60B-FBFA6FF95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derivative test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771B6F-F72C-4EC5-9044-AC6A707CC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752" y="1733757"/>
            <a:ext cx="10409480" cy="410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54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3B8B311-E1E8-4A33-B0B5-6F85DAD48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84175" y="32153"/>
            <a:ext cx="6619400" cy="682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91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65507CB-65B7-4C2F-8FAF-4BFB8F343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10371" y="92765"/>
            <a:ext cx="6771257" cy="6672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716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0A5F7C-C9DC-443C-8903-64840590A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85" y="1192488"/>
            <a:ext cx="11147429" cy="447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16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9F2F7-4763-48EE-BCBB-A4C3A1AB6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derivative test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D2D7A0-F77F-48AA-871E-8C954FC42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6677" y="2012745"/>
            <a:ext cx="8854378" cy="27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92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759465-21E1-4754-9F67-A3EDBA956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4508" y="235527"/>
            <a:ext cx="10141527" cy="638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45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94B193-5E5D-449D-96F6-E565B211D7AC}"/>
              </a:ext>
            </a:extLst>
          </p:cNvPr>
          <p:cNvSpPr/>
          <p:nvPr/>
        </p:nvSpPr>
        <p:spPr>
          <a:xfrm>
            <a:off x="852055" y="473609"/>
            <a:ext cx="104878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 rectangular storage area is to be constructed along the side of a tall building. A security fence is required along the remaining 3 sides of the area. What is the maximum area that can be enclosed with </a:t>
            </a:r>
            <a:r>
              <a:rPr lang="en-US" dirty="0">
                <a:solidFill>
                  <a:srgbClr val="000000"/>
                </a:solidFill>
                <a:latin typeface="KaTeX_Main"/>
              </a:rPr>
              <a:t>800 m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 of fencing?</a:t>
            </a:r>
            <a:endParaRPr lang="en-US" dirty="0"/>
          </a:p>
        </p:txBody>
      </p:sp>
      <p:pic>
        <p:nvPicPr>
          <p:cNvPr id="1026" name="Picture 2" descr="Fenced area - finding maximum by derivatives">
            <a:extLst>
              <a:ext uri="{FF2B5EF4-FFF2-40B4-BE49-F238E27FC236}">
                <a16:creationId xmlns:a16="http://schemas.microsoft.com/office/drawing/2014/main" id="{074DE926-B1A2-4E9A-A9BA-108A44AB1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5" y="1396939"/>
            <a:ext cx="819150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B925FD-EAE0-481F-A6D1-45165366B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138" y="1396939"/>
            <a:ext cx="8197514" cy="47498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C3364B-9DD1-42AD-82EE-A36D029B9699}"/>
              </a:ext>
            </a:extLst>
          </p:cNvPr>
          <p:cNvSpPr txBox="1"/>
          <p:nvPr/>
        </p:nvSpPr>
        <p:spPr>
          <a:xfrm>
            <a:off x="159025" y="104277"/>
            <a:ext cx="182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OPTIMIZATION</a:t>
            </a:r>
          </a:p>
        </p:txBody>
      </p:sp>
    </p:spTree>
    <p:extLst>
      <p:ext uri="{BB962C8B-B14F-4D97-AF65-F5344CB8AC3E}">
        <p14:creationId xmlns:p14="http://schemas.microsoft.com/office/powerpoint/2010/main" val="2133556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A36E90-53A7-4536-A45F-5D81CB0F6FC1}"/>
              </a:ext>
            </a:extLst>
          </p:cNvPr>
          <p:cNvSpPr/>
          <p:nvPr/>
        </p:nvSpPr>
        <p:spPr>
          <a:xfrm>
            <a:off x="882315" y="464767"/>
            <a:ext cx="106920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 box with a square base has no top. If </a:t>
            </a:r>
            <a:r>
              <a:rPr lang="en-US" dirty="0">
                <a:solidFill>
                  <a:srgbClr val="000000"/>
                </a:solidFill>
                <a:latin typeface="KaTeX_Main"/>
              </a:rPr>
              <a:t>64 cm</a:t>
            </a:r>
            <a:r>
              <a:rPr lang="en-US" baseline="30000" dirty="0">
                <a:solidFill>
                  <a:srgbClr val="000000"/>
                </a:solidFill>
                <a:latin typeface="KaTeX_Main"/>
              </a:rPr>
              <a:t>2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 of material is used, what is the maximum possible volume for the box?</a:t>
            </a:r>
            <a:endParaRPr lang="en-US" dirty="0"/>
          </a:p>
        </p:txBody>
      </p:sp>
      <p:pic>
        <p:nvPicPr>
          <p:cNvPr id="2050" name="Picture 2" descr="Maximizing volume of a box using differentiation">
            <a:extLst>
              <a:ext uri="{FF2B5EF4-FFF2-40B4-BE49-F238E27FC236}">
                <a16:creationId xmlns:a16="http://schemas.microsoft.com/office/drawing/2014/main" id="{81C2A86F-762F-4724-A847-2A5A0018E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15" y="1111098"/>
            <a:ext cx="118110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t for a box">
            <a:extLst>
              <a:ext uri="{FF2B5EF4-FFF2-40B4-BE49-F238E27FC236}">
                <a16:creationId xmlns:a16="http://schemas.microsoft.com/office/drawing/2014/main" id="{EFC363E5-109A-4E27-9E35-32EF49D14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" y="3481454"/>
            <a:ext cx="255270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D0967D-4058-49EA-8290-D6549D196D9A}"/>
              </a:ext>
            </a:extLst>
          </p:cNvPr>
          <p:cNvSpPr/>
          <p:nvPr/>
        </p:nvSpPr>
        <p:spPr>
          <a:xfrm>
            <a:off x="207190" y="2973622"/>
            <a:ext cx="3211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The net for this box would be: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5D0E9B-503C-4052-A2AB-0C0C6E0AB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325" y="787932"/>
            <a:ext cx="7674791" cy="579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047E63-4887-4570-A364-131BFD603B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416167"/>
            <a:ext cx="3858160" cy="285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49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63486E-4508-45E4-88BC-ABFECFF6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12" y="657225"/>
            <a:ext cx="596265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2738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123</Words>
  <Application>Microsoft Office PowerPoint</Application>
  <PresentationFormat>Widescreen</PresentationFormat>
  <Paragraphs>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Bahnschrift SemiBold</vt:lpstr>
      <vt:lpstr>Bahnschrift SemiBold SemiConden</vt:lpstr>
      <vt:lpstr>Calibri</vt:lpstr>
      <vt:lpstr>Calibri Light</vt:lpstr>
      <vt:lpstr>KaTeX_Main</vt:lpstr>
      <vt:lpstr>Rockwell</vt:lpstr>
      <vt:lpstr>Rockwell Condensed</vt:lpstr>
      <vt:lpstr>Wingdings</vt:lpstr>
      <vt:lpstr>Office Theme</vt:lpstr>
      <vt:lpstr>Wood Type</vt:lpstr>
      <vt:lpstr>maxima and minima , OPTIMIZATION </vt:lpstr>
      <vt:lpstr>Relative maxima and minima</vt:lpstr>
      <vt:lpstr>PowerPoint Presentation</vt:lpstr>
      <vt:lpstr>PowerPoint Presentation</vt:lpstr>
      <vt:lpstr>PowerPoint Presentation</vt:lpstr>
      <vt:lpstr>1st derivative test</vt:lpstr>
      <vt:lpstr>PowerPoint Presentation</vt:lpstr>
      <vt:lpstr>PowerPoint Presentation</vt:lpstr>
      <vt:lpstr>PowerPoint Presentation</vt:lpstr>
      <vt:lpstr>2nd derivative test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maxima and minima</dc:title>
  <dc:creator>SAIF-PC</dc:creator>
  <cp:lastModifiedBy>SAIF-PC</cp:lastModifiedBy>
  <cp:revision>6</cp:revision>
  <dcterms:created xsi:type="dcterms:W3CDTF">2021-11-09T14:18:32Z</dcterms:created>
  <dcterms:modified xsi:type="dcterms:W3CDTF">2022-02-22T11:22:17Z</dcterms:modified>
</cp:coreProperties>
</file>