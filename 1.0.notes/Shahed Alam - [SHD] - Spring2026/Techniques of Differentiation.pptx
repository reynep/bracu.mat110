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6" roundtripDataSignature="AMtx7mgItskD4Q5DBXCUctWNWYezR22d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9" name="Google Shape;29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3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3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4294967295" type="ctrTitle"/>
          </p:nvPr>
        </p:nvSpPr>
        <p:spPr>
          <a:xfrm>
            <a:off x="534572" y="2411779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GB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156" y="562708"/>
            <a:ext cx="8729688" cy="5303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804" y="45317"/>
            <a:ext cx="6316395" cy="6812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116" y="787791"/>
            <a:ext cx="7646802" cy="3588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iz &amp; Worksheet - Inverse Trigonometric Functions | Study.com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154" y="168812"/>
            <a:ext cx="8762837" cy="6689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>
            <p:ph type="title"/>
          </p:nvPr>
        </p:nvSpPr>
        <p:spPr>
          <a:xfrm>
            <a:off x="555674" y="25676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/>
              <a:t>Practice Problems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6598303" cy="3826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43" y="3826413"/>
            <a:ext cx="7319842" cy="2656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799281" cy="2817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157" y="2968284"/>
            <a:ext cx="8636650" cy="326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390432" cy="31721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989" y="3126252"/>
            <a:ext cx="7248203" cy="3731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07" y="186397"/>
            <a:ext cx="8110452" cy="648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4652" y="164470"/>
            <a:ext cx="6794695" cy="6529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858" y="0"/>
            <a:ext cx="8335485" cy="6597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58" y="801858"/>
            <a:ext cx="8876549" cy="5261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450166"/>
            <a:ext cx="8920955" cy="3587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66" y="675249"/>
            <a:ext cx="8824803" cy="5373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073" y="1266092"/>
            <a:ext cx="8449853" cy="3109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9263" y="1097280"/>
            <a:ext cx="7045474" cy="407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859" y="243766"/>
            <a:ext cx="4445390" cy="6282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181" y="732252"/>
            <a:ext cx="7709578" cy="5007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911" y="2722831"/>
            <a:ext cx="4716192" cy="3777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900" y="152400"/>
            <a:ext cx="3758311" cy="2418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9939" y="486068"/>
            <a:ext cx="7184122" cy="614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3551" y="457816"/>
            <a:ext cx="6478758" cy="5942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3.googleusercontent.com/hZR1hyLhEd_E1qkn6_LHicRzIj5m4BRgujbtnjLBiT6kK4t6g3610tLDTS4SKCZNvN594xo27otLPnakqE77lWUx3C4vJ4cXNrecQh-86469dNMnAuGB77OpiSnHpLkqPgLY8o1mVfD4JNXHwn6PtpNozJ80abxUCSkb2crhoQ9IUJus7CiF4ul042EnqgOmHI4-mvdf8RlOxDTBLooLa3oA3dsmUs3_fMs7aBVyb_WDCfyw9sliOG6gIILx7pN5thM0fk56F0nbhpglizaiNZB35suXJwZrfLpjo1Jn9unipSkQBLUYkY6M3I9DgsL6iuCmTP7B09CfoKwjHKGNTvm6YmfrCWIIgshmbmvC-RAjFd0TIbBQ9hrLMhVTuewa4ci64hwL8eswnJ7wdqv7eYfmghqX3Sokg17lb4nKr9cSY_bGkEk9dDD61BvjFFRwkTg1baUnsIvmPzW5b2VO0-bIyJd6IzmlIAtHvbNKj-OPo0CJ6xH758a8Vt5vziDWPPHE-l3KDCjv3uHtf896wE8ltsEBP37h0opwyW1Q7ghi2CU8PaE8NcSZHHS9AXnOx0GJ4CLa1Ik_NzDEbwg1XvAubdFjnqhS8goXBn11GOIgg0_DX6C-PxqHn33_IbXg4CPY_CbVzQFrGHA7pKnvoz-aIynjMN0LRdVlQMcNfvaLUrw04UtrXXvPJg5tQA=w848-h608-no?authuser=0" id="198" name="Google Shape;198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543961"/>
            <a:ext cx="6739574" cy="5770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Administrator\Desktop\MAT110\image1-1.jpg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764704"/>
            <a:ext cx="6564886" cy="52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1700808"/>
            <a:ext cx="8229600" cy="243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925" y="76200"/>
            <a:ext cx="4509872" cy="670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908720"/>
            <a:ext cx="7633744" cy="5001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980728"/>
            <a:ext cx="7050973" cy="4525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474539"/>
            <a:ext cx="5971122" cy="5908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lh3.googleusercontent.com/MoCJspPMmuMecgqo3IBvKb_FlqzV3AmujkdE2munX1ZsApd1DR5eiSoOXZnFa1HBBJxHJRh78ZkZYwNWsMJszJ_7VYv0xRczIA_mOUjkjA-cK4DQktzF8zBySCCaekyb9hvp3rj5JmAMF5iB9uzMn1qbS4yKlLmVl0DoYHPSKEGH_P5q95c0WJDj_jUcX7WptMwivLlHGLR7-xF6z1YNtsAYwpV5TujkPucCIxM7ZqL8EoEtAOWE5xZGtjuV6NJXG8As__1LbjjOm4baoWAwesUKQ31eyJtYUD1BlybYaFc_j4MueMYlelJnEZKVvyluEd2blfGg-v-Lwv3Sr5YyUBXvhcYEaMnLW6YzpY-0Uu3mfnYwAYzO89NbSWeIQfDe70hkQKbv2G7Iit1k1G1SvkoRJIE3WjOMuBgMU9cwWWedFy-pSMAVlNHJTlMCbQpBpYNPpsNB9OCmG94QTMi4a7yj9SS9-6i9f5tagDs0JEXbIT85vZMM8GUk11VNtY540hq0Lbv12HdTJtqPNkdMfgcWlDi5LB4BI7P8783XRCY0ZcDMMZEzqUFD4vLGKFmBBCG2ZJRC7Xlxpl12SL-84JBPN3am8nXM_3fJ_A4ns8l5h-jNDGiSQBR-lwhnq2dq5I5i6vEJj1fR-7wzZlUWE5FF97JB0Cw0odnOlrytCdkVHItfninhpfjc_Q3c3g=w861-h608-no?authuser=0" id="233" name="Google Shape;233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570923"/>
            <a:ext cx="8208912" cy="5716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