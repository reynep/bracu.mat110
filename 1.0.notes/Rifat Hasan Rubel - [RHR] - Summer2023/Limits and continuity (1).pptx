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52" roundtripDataSignature="AMtx7miDhrIafz0bVO31vJh2zlSNY6J6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2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1b7232a7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21b7232a75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1b7232aaa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21b7232aaa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1b7232aaa0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21b7232aaa0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1b7232aaa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21b7232aaa0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1b7232aaa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21b7232aaa0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1b7232a75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21b7232a755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5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5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3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Relationship Id="rId4" Type="http://schemas.openxmlformats.org/officeDocument/2006/relationships/image" Target="../media/image2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png"/><Relationship Id="rId4" Type="http://schemas.openxmlformats.org/officeDocument/2006/relationships/image" Target="../media/image4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1.jpg"/><Relationship Id="rId4" Type="http://schemas.openxmlformats.org/officeDocument/2006/relationships/image" Target="../media/image44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Relationship Id="rId4" Type="http://schemas.openxmlformats.org/officeDocument/2006/relationships/image" Target="../media/image4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Limits and continuity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Formula</a:t>
            </a:r>
            <a:endParaRPr/>
          </a:p>
        </p:txBody>
      </p:sp>
      <p:pic>
        <p:nvPicPr>
          <p:cNvPr id="90" name="Google Shape;90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7696" y="1883497"/>
            <a:ext cx="162877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0769" y="2807422"/>
            <a:ext cx="34671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0769" y="3429000"/>
            <a:ext cx="23241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20769" y="3860078"/>
            <a:ext cx="35147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46708" y="1607271"/>
            <a:ext cx="6800850" cy="2828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2"/>
          <p:cNvCxnSpPr/>
          <p:nvPr/>
        </p:nvCxnSpPr>
        <p:spPr>
          <a:xfrm>
            <a:off x="4735494" y="1607271"/>
            <a:ext cx="99742" cy="4128511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Infinite Limits</a:t>
            </a:r>
            <a:endParaRPr/>
          </a:p>
        </p:txBody>
      </p:sp>
      <p:pic>
        <p:nvPicPr>
          <p:cNvPr id="101" name="Google Shape;101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536" y="1772817"/>
            <a:ext cx="8229600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Continuity Definition</a:t>
            </a:r>
            <a:endParaRPr/>
          </a:p>
        </p:txBody>
      </p:sp>
      <p:pic>
        <p:nvPicPr>
          <p:cNvPr id="107" name="Google Shape;107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624361"/>
            <a:ext cx="8229600" cy="4477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355" y="451126"/>
            <a:ext cx="4466811" cy="5955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613117" y="286917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5400"/>
              <a:t>PRACTICE PROBLEMS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1b7232a755_0_0"/>
          <p:cNvSpPr txBox="1"/>
          <p:nvPr>
            <p:ph type="title"/>
          </p:nvPr>
        </p:nvSpPr>
        <p:spPr>
          <a:xfrm>
            <a:off x="613117" y="286917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5400"/>
              <a:t>Limits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576" y="211015"/>
            <a:ext cx="7110413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133" y="122582"/>
            <a:ext cx="6477960" cy="6612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130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24" y="0"/>
            <a:ext cx="516413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581" y="2009774"/>
            <a:ext cx="10484958" cy="3953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581" y="151041"/>
            <a:ext cx="7779689" cy="6555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608" y="266100"/>
            <a:ext cx="5035392" cy="632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5213" y="637212"/>
            <a:ext cx="6294783" cy="558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3.googleusercontent.com/wsZD2DR_oCiUSmf7EZA_ypvGQpWLsq6IceV2DIzE6br9ivWXEsp62JOhrK1EpJC5jIxuPaSSnKFjIeVMvh5ZMu27HgckJOBgq2vC6Ry9cVAtCfLMwxac2DQ6-s-LE37hgD_g3Kyg40ZhlihSz2eJZgFqryi7R_GtRCYGKyeO4DiDawBC6SvvGHviG_RjtgxvPTgXm2lBXybfBRc3A305Zr2F4kL3wARDv0ygPiqc0zUJRHIZhHdeXXqVR1fEHYS290-k3K9dqHrdiA4IpT230uGoq-T3FaxfXLmjnLd_CAC1JYM7IBC5ezpQUZseFhnOm18KPNBleFfciE1ngGdb9M6wkSP-xWC-jaOiF1p1MPTSo7PqZW2CXhAyDdgoyXyCvVBEjYd7fC9UOR16y64pbv09vHOkURnKH0T6OB4ghbHpsjpigTpBsyknGXgQtcmgn4oP46EdxVdyRsLo1KsAiey5UqOm0-bA9Bib3GA9vW3I6BcQFHP4-TE-bzgDg2PN3-z9gTMnX6zsuLYK0pSut-2PMvuMWt7igvSCa16rRKpzIUBP5n2P92cHpMb4vyR4w1I7gTlbNj2rxLMT1KQqbpfECLUmu3V60dbizVJj1YiQfBWzLCJu_BTXz3JJBPc_-6-9x1ut830ZCMkdTXSBFgplymM4JzQvleCg0VVT6W7boN3RmH_WNlWFCZrspQ=w1272-h657-no?authuser=0" id="167" name="Google Shape;167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654" y="807027"/>
            <a:ext cx="9788345" cy="52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0154" y="-48015"/>
            <a:ext cx="7680960" cy="6700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21b7232aaa0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009" y="773723"/>
            <a:ext cx="9402813" cy="5742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21b7232aaa0_1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025" y="24426"/>
            <a:ext cx="9144000" cy="6426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21b7232aaa0_1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4561" y="1068"/>
            <a:ext cx="7835704" cy="6884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21b7232aaa0_1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083" y="362159"/>
            <a:ext cx="10733944" cy="6133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1b7232a755_0_4"/>
          <p:cNvSpPr txBox="1"/>
          <p:nvPr>
            <p:ph type="title"/>
          </p:nvPr>
        </p:nvSpPr>
        <p:spPr>
          <a:xfrm>
            <a:off x="613117" y="286917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5400"/>
              <a:t>Continuity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7528" y="260648"/>
            <a:ext cx="8670978" cy="6196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1624" y="332656"/>
            <a:ext cx="6488748" cy="5620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Shahed\Desktop\Tutorials\MAT110\Continuity Problem_1.jpg" id="212" name="Google Shape;2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750729"/>
            <a:ext cx="9252520" cy="6124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925" y="88427"/>
            <a:ext cx="8049000" cy="609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536" y="404664"/>
            <a:ext cx="8325506" cy="5900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8966" y="22443"/>
            <a:ext cx="7195322" cy="6835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182" y="494929"/>
            <a:ext cx="10199635" cy="5868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6903" y="207836"/>
            <a:ext cx="9454032" cy="644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295" y="237089"/>
            <a:ext cx="11095957" cy="6383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8972" y="-1"/>
            <a:ext cx="7160456" cy="6802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3" y="18017"/>
            <a:ext cx="9948269" cy="6779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19494" cy="2475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3.googleusercontent.com/1oQmnNg7UpmNaUKqJi2FMGoIOdrgEz86A1kZNqkuKrMMGlmp9uBM0EmG4ORhbxbhRuUu8WTgdXzNqUrHO0MK4QISha93Qfmku5NHBmmkvZS3NwVbjr_OW1MsFBLWjkBHJ3NRGSzAve7dTL2lh63z_jC2HJuwEAbBeI2QsycqKtdATFHDOEkAmhpfeykpM-RkFtXFPXeSN28dgUSsEbJKmiQXiXjXz55akCdcUqx03fZls1cv4PbJobP4z4kaCDbCKDurzmf2L-KXUVFSUXEb2z9_DqBQzyNg8zupMLMAR0yAUfX316b2K8c_KBoGipAlqW8Z-TaU9OMZ5b3MFkD9lyS4DyvopY34N-px6qAqxCCkrCfICatF5FHsgqg6ROC_uvAkaKRQ0xyafg5k2gZiLp80nEPbsuie7f_aF-cg5FVPdu49gkhfTHd5PR1ifPVcP3Beca3yODda36T30iAcqJL1lGmPstQky1lDqpNehAEB9mb7_k9mxZtzGCwrIUmOONI9qxC02DY75rKlI7g_QYAcizri1ziBftm42y6ISB93HtNOOiDra8KIUU_CWyMDJSJVTgqvLTrjP8EUvCFo61p2MEcwF6st9bDkSOuH8Tq_jIHvSsdo70H3-EvkFELYazDmDPrUwlAIvi3-5hKAaxXAPLaFWDVapLqd1vGZZKWiJdZviK7qDeZNPORj2w=w685-h730-no?authuser=0" id="258" name="Google Shape;2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4363" y="0"/>
            <a:ext cx="6297637" cy="6864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549" y="158584"/>
            <a:ext cx="5632174" cy="6540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113" y="258554"/>
            <a:ext cx="6435275" cy="6340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523" y="516835"/>
            <a:ext cx="6044066" cy="6062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929" y="248064"/>
            <a:ext cx="5728044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6429" y="2433844"/>
            <a:ext cx="3313043" cy="3737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313" y="5067255"/>
            <a:ext cx="9872870" cy="1583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313" y="206974"/>
            <a:ext cx="6308411" cy="4731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938" y="1144725"/>
            <a:ext cx="9071114" cy="5574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130" y="0"/>
            <a:ext cx="8070573" cy="1099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291" y="219075"/>
            <a:ext cx="7143750" cy="64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7220"/>
            <a:ext cx="10696575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8"/>
          <p:cNvSpPr txBox="1"/>
          <p:nvPr>
            <p:ph type="title"/>
          </p:nvPr>
        </p:nvSpPr>
        <p:spPr>
          <a:xfrm>
            <a:off x="388034" y="260188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4800"/>
              <a:t>LIMITS WITH h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3.googleusercontent.com/uobbTp5URCyeb9B_BXYzj9hqy1w5-BnVUgPn4ab9-GBhCo9Rchh-tn6-wwT5MYYboDo0UtZmz0vECU5NS1PRzFevLv_S3Z9vnac7e9SLCZJpv8OuBYf2NAtT-nJ6jl6YMESUX9JxZW2CsNbSdL_7Ts90BaII-b6JcdANOd-FjbMP5K6r_EPUxNkr4cPE1Hz__PKOp2FRG91P1gzJjrSckM1EIVlKdkkzgwh-6riISz2Gtv8cKhyGqcIC5xeaKeUp53DWMNG9VsRAH8CaXAC8pD0mtKxtJuNpt2NqkSaKhRMP8UlZNHNHXK_GB1Cw9zNlDPPb7H3ZjW_p5jMFRTXdESzyT3Ab-7kgqWAvW3kzj2_zDijpqkiJ3HON77bb4peuJfmMmnHL-BKaNE2dAem-VM9roBKNWNcwhPfm-A7B8fyYeMiA-fAezgTW8LphJytGJveIfdDB9Qf_Mq1ny-yRr3_SfPfs4G4BUIn68wN036uqX6XIqNx_NjTcsDfri5y2rpnAc9HvblEjjsvwDP5hkqv_D8Cnb2y7wv5CbhrN4zVXYnpFsnaM8W4a-cVf-Vmcp3hcXOwsPLsHCaFzdrfv8fBKvNY8VjOtGUlA_CFb2Q00ZrI5MWD5ZkBlg95BxH6hDjuL1IWRLQDGuCHKHjn8xgyN8jTPax7ugvgFX4TY-sZJyW9OTnLS-gStExl8Dw=w717-h657-no?authuser=0" id="311" name="Google Shape;311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1527" y="153645"/>
            <a:ext cx="7148946" cy="6550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3.googleusercontent.com/8XJTDVCDF1r3qL_FiHucSxRZoJxLCItvRPmvULIAsuvyg6OwmvFE5Mgt80XRsh8mJIPX5cWm1OCBELpKtyvK2t6-Zbh2F99b-6yef9fMpXxfwdiXWDKJmYznpVk5VE_IdUmrpQ9nwC4l7JhEOI0-P8YeDziap8ZdgHRRizbOZ9I5WzxgxwKPLhoqfVQEGBqRtfGnB26wOrc4dVQoL54d5HBvPZ25tbx1umMw-6sFykQ-EoeD8www_02M2ZaA44fkzpgcnElXVIQU-FdfeKXAnxCxSB7YNS8MMikdJ-fNU5Ouzm9SiIDzvkDQJ-s8kwKLj-XgCpccBbWzjC6QPa5bBwar63wI00pg3olqbzPM60UrugkIt9yDQQxCfB1CjM7thqC8hiSmKkHBF0s8aStMTGazysXqJ26oTANV2Kv9CZSUkA2_FyJ7dOHk90nC6NMyAPCpSfTfC6yNdm-qhsrMqgXnwNFjouDWIv5m34v_YiJdyzDNTln3HFnWpaOQ9yxwJ4xsP7uCMgI8zcaV-c9QZWWB0fAWUEnz_swD-ZeqmfNZIaHchuadbOmDaEoEk8xQxDidUDNGyY9juOVDmV69FLzWBo1g0XxMI0e9pBkxW0xWunEGgJzllRraVOK44vpifvcCpeWk_B3yXI4uTu4AJeYYd2RlhT_H_6QsZ_W4sF42fgyNRdrP9R3VezM8-g=w533-h657-no?authuser=0" id="316" name="Google Shape;316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084" y="267599"/>
            <a:ext cx="5119832" cy="6322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3.googleusercontent.com/aSyHNfHh0rcBYkjW_x-SITsQszmzQyIqdItbR3xgn7UwLwJgUGsFGqasN22sbkwpbwuyQG7Z2nXhCQRVSvGKoEAxILBReBtldnbG2YPqq2h-VDVierd02EY0VHTZ4hg1GDxhovK6wjXF1RdsC2vtK8JlS67qhxyacknDVwZyyF70M-BluYOepm4QnJLo0miCBiNZDNfV1PGvt2aDXApePmfX3nLD78FEE0OFBojEB7tUH2KAX0KMydY-GCbmIiEQ0y6MWqtU_-K0lyBJCKzZ3HUD7vf6Yx6n35Q1Jrnlv6S56qu0IlhZlkv8a1uajGgcqVDTn5Ka69xO6oTEGf77-d4kxewDve2wNB5PUdEK9zDm6Gu1cruybo1JM3-nYiYHohm0r8cyaKcrWzpoWIMWuxt3GLVGF7PZTm2JfXJ0Oxjzws0p6hTY7rWC4lJyv8LrcuTzvk_ynjQlCG0pXRABAZyKf4LORaF5EbM1ar5KR3b8pHi7niDw7hEPGqu_xs318ddWdH1aI8jhBv2ryrZV6li8N0vn4LcVFJmp-ZfCVFTtMfJY8Hq3AVKR6dD3FJL8IxkdzvwjUckH6i2e4gbfJYKBtbnmAU8y0rFUd58IRVjE7FTHGfJUKYxhD-PRae5kz28ubTFnJc7m7MM4A-UwEEoqMydYPq0RQc0AlThBHTRRnVVo3uWu65sc2m-mPg=w755-h657-no?authuser=0" id="321" name="Google Shape;321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5382" y="605642"/>
            <a:ext cx="6725806" cy="5646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3.googleusercontent.com/6a3J0kUVB9tcOf8umq51IA02wx5Pr8kIFe5VAHZMK9rOBABsc0-8825_h5qp1B7_mlaT9_urO4REs9H0FTCSI1yqdih9mZRN1PaQtbGEuk0CogRDW7LmqlXrov_0pvtkh1-5lqIJ5VNUXMGngKYrvsRt86nSFIGflmrMd0uID1teHAQ0MJgTquTpqL1Dl3VuZ7I6OK3ngU39RZH5jIbQnXWub_5quCW2wF5aNRGIXJjunvKxjxDg_MeRP-Rz-4C-rZKJ-MBAJ0CPmP8EnqWJNKIM9IGwYmyZQnso6_xOfopzBnrldAe20oXscqAy77jyO2Z6jhiFdiW6bJrQQhMYmQm5VG_7-nTdOcJ1KUvsb_8kISsb3nNhgnZlzl8VB7IQJN217QribkH76dJ31dhe-dVXDP_7ESOk6pT1FHjPta0xa5Ixyrez8_aPFhrkj5jcprcsvUQiuBhk00PzqaEcM8IzWVBbzBxCelyCF1Xt76YzYYYvEu9AYyj9DgVeUBR5yZs4g_20Ka-s2d3wIRfbDFemP9iUXdazZsW6X2DAOFEuq4IrU9q-AVqZo_58BmVKefEbALbTY3iVzIoWH8shjKtUW-biApVaZMFYo_J2mZOGHdWi4FH196gs0_OyUZMwpLAZReFrB3ufjrJ0arcjlF_JfmLr1VrbHu2hU1AuyYaD_EATkekWMVvBwwcbQQ=w730-h657-no?authuser=0" id="326" name="Google Shape;326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0691" y="234055"/>
            <a:ext cx="7099878" cy="6389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