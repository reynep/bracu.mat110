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73" r:id="rId3"/>
    <p:sldId id="271" r:id="rId4"/>
    <p:sldId id="272" r:id="rId5"/>
    <p:sldId id="266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65" r:id="rId19"/>
    <p:sldId id="267" r:id="rId20"/>
    <p:sldId id="268" r:id="rId21"/>
    <p:sldId id="270" r:id="rId22"/>
    <p:sldId id="269" r:id="rId23"/>
    <p:sldId id="263" r:id="rId24"/>
    <p:sldId id="257" r:id="rId25"/>
    <p:sldId id="258" r:id="rId26"/>
    <p:sldId id="259" r:id="rId27"/>
    <p:sldId id="260" r:id="rId28"/>
    <p:sldId id="261" r:id="rId29"/>
    <p:sldId id="262" r:id="rId30"/>
    <p:sldId id="264" r:id="rId3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 idx="4294967295"/>
          </p:nvPr>
        </p:nvSpPr>
        <p:spPr>
          <a:xfrm>
            <a:off x="534572" y="2411779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Differentiation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2FCDC8-324C-4285-A15A-7823CADD5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56" y="562708"/>
            <a:ext cx="8729688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118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F337FA-513D-4600-8EAD-0716C8989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04" y="45317"/>
            <a:ext cx="6316395" cy="681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627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CE9A81-7891-4E94-83A2-B74680D42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16" y="787791"/>
            <a:ext cx="7646802" cy="358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366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iz &amp; Worksheet - Inverse Trigonometric Functions | Study.com">
            <a:extLst>
              <a:ext uri="{FF2B5EF4-FFF2-40B4-BE49-F238E27FC236}">
                <a16:creationId xmlns:a16="http://schemas.microsoft.com/office/drawing/2014/main" id="{84453A00-5A50-497C-9526-C02E8A41D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54" y="168812"/>
            <a:ext cx="8762837" cy="668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947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0AD93-CAD7-49B3-B220-BF399EB8C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674" y="2567672"/>
            <a:ext cx="8229600" cy="1143000"/>
          </a:xfrm>
        </p:spPr>
        <p:txBody>
          <a:bodyPr/>
          <a:lstStyle/>
          <a:p>
            <a:r>
              <a:rPr lang="en-US" dirty="0"/>
              <a:t>Practice Problems</a:t>
            </a:r>
          </a:p>
        </p:txBody>
      </p:sp>
    </p:spTree>
    <p:extLst>
      <p:ext uri="{BB962C8B-B14F-4D97-AF65-F5344CB8AC3E}">
        <p14:creationId xmlns:p14="http://schemas.microsoft.com/office/powerpoint/2010/main" val="3325936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D1B021-9E7F-45DC-9BDC-A771CF736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598303" cy="38264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25A05F-22B6-45C8-BA3B-3162574F7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43" y="3826413"/>
            <a:ext cx="7319842" cy="265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862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DB0401-1EB1-4AB9-B183-40FC45338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99281" cy="28175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F4E8FC-9F8B-461F-9671-3540CA78B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57" y="2968284"/>
            <a:ext cx="8636650" cy="326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368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BFB317-BF8A-475A-8984-AABE1AB23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90432" cy="31721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A55114-88DC-4A94-B87B-47CE2A3CB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89" y="3126252"/>
            <a:ext cx="7248203" cy="373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620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C067BA-B6D9-4CAB-84D5-22CFE8C59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07" y="186397"/>
            <a:ext cx="8110452" cy="648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44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5A173D-E242-4FF4-BE7B-BFCD2747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652" y="164470"/>
            <a:ext cx="6794695" cy="652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96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6D16FE4-48F5-4C69-9DF1-6635156BD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58" y="0"/>
            <a:ext cx="8335485" cy="659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74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064D96-898B-44B1-BD9D-AEA04BAD6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58" y="801858"/>
            <a:ext cx="8876549" cy="526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46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0ABDC0-EE6B-4601-9BA6-73F1D84C9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50166"/>
            <a:ext cx="8920955" cy="358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337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A7D372-4FD5-49FE-B254-2AD90C0D1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6" y="675249"/>
            <a:ext cx="8824803" cy="537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12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AACA5E-C35A-4EA2-9EAF-1F6266A91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73" y="1266092"/>
            <a:ext cx="8449853" cy="310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51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6114CC-7E23-4960-B6C9-05DFD53A6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63" y="1097280"/>
            <a:ext cx="7045474" cy="407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033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BD61A3-14C0-4E63-A9E1-42CD64950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59" y="243766"/>
            <a:ext cx="4445390" cy="628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889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EE3EF8-1957-4AE7-9F48-F3F241371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81" y="732252"/>
            <a:ext cx="7709578" cy="50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374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1EB5D4-EC7F-4FE7-94CE-1F82CCB00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11" y="138673"/>
            <a:ext cx="3745843" cy="2584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C2DFF5-7BE1-485D-A5CC-08BEE7048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11" y="2722831"/>
            <a:ext cx="4716192" cy="377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85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1B07BC-F7E0-42DE-9645-C82ECE799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39" y="486068"/>
            <a:ext cx="7184122" cy="614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9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C7D12B-062F-468C-B220-14FE8DB9C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551" y="457816"/>
            <a:ext cx="6478758" cy="594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823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 descr="https://lh3.googleusercontent.com/hZR1hyLhEd_E1qkn6_LHicRzIj5m4BRgujbtnjLBiT6kK4t6g3610tLDTS4SKCZNvN594xo27otLPnakqE77lWUx3C4vJ4cXNrecQh-86469dNMnAuGB77OpiSnHpLkqPgLY8o1mVfD4JNXHwn6PtpNozJ80abxUCSkb2crhoQ9IUJus7CiF4ul042EnqgOmHI4-mvdf8RlOxDTBLooLa3oA3dsmUs3_fMs7aBVyb_WDCfyw9sliOG6gIILx7pN5thM0fk56F0nbhpglizaiNZB35suXJwZrfLpjo1Jn9unipSkQBLUYkY6M3I9DgsL6iuCmTP7B09CfoKwjHKGNTvm6YmfrCWIIgshmbmvC-RAjFd0TIbBQ9hrLMhVTuewa4ci64hwL8eswnJ7wdqv7eYfmghqX3Sokg17lb4nKr9cSY_bGkEk9dDD61BvjFFRwkTg1baUnsIvmPzW5b2VO0-bIyJd6IzmlIAtHvbNKj-OPo0CJ6xH758a8Vt5vziDWPPHE-l3KDCjv3uHtf896wE8ltsEBP37h0opwyW1Q7ghi2CU8PaE8NcSZHHS9AXnOx0GJ4CLa1Ik_NzDEbwg1XvAubdFjnqhS8goXBn11GOIgg0_DX6C-PxqHn33_IbXg4CPY_CbVzQFrGHA7pKnvoz-aIynjMN0LRdVlQMcNfvaLUrw04UtrXXvPJg5tQA=w848-h608-no?authuser=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83568" y="543961"/>
            <a:ext cx="6739574" cy="5770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 descr="C:\Users\Administrator\Desktop\MAT110\image1-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3648" y="764704"/>
            <a:ext cx="6564886" cy="524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11560" y="1700808"/>
            <a:ext cx="8229600" cy="243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 descr="https://lh3.googleusercontent.com/yU9xesgZnFr7UZE_ie9o3zD2avLSDHMemHix3gDwdPXsE5B_aLfjN81MbWMafxzUVA93kIIIqU_FKyVQuAl4rLEKX2WP5CoV2dpXujmVFK3cVBhDdrWYfzjxxGQGgfN1pvKUTl-pJpRSgB8d2j0JIRVy8ePjpTPZZw9dg4i0LkpziZktKGXjere_43rLeqip6vbMtJToRhGv-2pLJJDiKsal3Xj-jMcjv8ooXhEO_SZ-2kUOwkD38JjYa5EAiFB197wE-ALRxA7Cyx9Mj-1gcZMkTrLWRzgUAjskrvkGHwwhzN3GiQlGqWSOBqu2ZGlXNfWaySOjo2VZX2DGRDrOI3_tFsFMUxZK58sqaY26_6xqmuckYyl8WhhmIkYMhXlxohbXsDzzDv1Nei850wSdCc6lOs7l0RjJJUrGTRCfY82YiPRG0SA5gGgy6fse2vTXiCekaeUiySSaOUs547YbX0msiHkqwoeOULCuvWAbXU0b9gNUnVXN0dds3xjcc-Pq6eaIXFG3NKSb-kPG-osV-WpdatDI5A7CclkjjCO5eaqZm5Sn6QeYZ8VeLWFX8PJOtruKvW6pjH2_86SXEQMLYXwd5W2-yiBvUGuflux92rwjmjnGPp6Lb7hV-CacdVBqwUfEt_BrNkjSh_uBEZiR7xJuyQuiN5YoD2uaDo2zo088phBw8SuisItTy9Of=w592-h570-no?authuser=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75656" y="476672"/>
            <a:ext cx="6136986" cy="5908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27584" y="908720"/>
            <a:ext cx="7633744" cy="5001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15616" y="980728"/>
            <a:ext cx="7050973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15616" y="474539"/>
            <a:ext cx="5971122" cy="5908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 descr="https://lh3.googleusercontent.com/MoCJspPMmuMecgqo3IBvKb_FlqzV3AmujkdE2munX1ZsApd1DR5eiSoOXZnFa1HBBJxHJRh78ZkZYwNWsMJszJ_7VYv0xRczIA_mOUjkjA-cK4DQktzF8zBySCCaekyb9hvp3rj5JmAMF5iB9uzMn1qbS4yKlLmVl0DoYHPSKEGH_P5q95c0WJDj_jUcX7WptMwivLlHGLR7-xF6z1YNtsAYwpV5TujkPucCIxM7ZqL8EoEtAOWE5xZGtjuV6NJXG8As__1LbjjOm4baoWAwesUKQ31eyJtYUD1BlybYaFc_j4MueMYlelJnEZKVvyluEd2blfGg-v-Lwv3Sr5YyUBXvhcYEaMnLW6YzpY-0Uu3mfnYwAYzO89NbSWeIQfDe70hkQKbv2G7Iit1k1G1SvkoRJIE3WjOMuBgMU9cwWWedFy-pSMAVlNHJTlMCbQpBpYNPpsNB9OCmG94QTMi4a7yj9SS9-6i9f5tagDs0JEXbIT85vZMM8GUk11VNtY540hq0Lbv12HdTJtqPNkdMfgcWlDi5LB4BI7P8783XRCY0ZcDMMZEzqUFD4vLGKFmBBCG2ZJRC7Xlxpl12SL-84JBPN3am8nXM_3fJ_A4ns8l5h-jNDGiSQBR-lwhnq2dq5I5i6vEJj1fR-7wzZlUWE5FF97JB0Cw0odnOlrytCdkVHItfninhpfjc_Q3c3g=w861-h608-no?authuser=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7544" y="570923"/>
            <a:ext cx="8208912" cy="5716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</Words>
  <Application>Microsoft Office PowerPoint</Application>
  <PresentationFormat>On-screen Show (4:3)</PresentationFormat>
  <Paragraphs>2</Paragraphs>
  <Slides>30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Differentiation</vt:lpstr>
      <vt:lpstr>PowerPoint Presentation</vt:lpstr>
      <vt:lpstr>PowerPoint Presentation</vt:lpstr>
      <vt:lpstr>PowerPoint Presentation</vt:lpstr>
      <vt:lpstr>PowerPoint Presentation</vt:lpstr>
      <vt:lpstr>Practice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Differentiation</dc:title>
  <cp:lastModifiedBy>Shaheera Rahman</cp:lastModifiedBy>
  <cp:revision>15</cp:revision>
  <dcterms:modified xsi:type="dcterms:W3CDTF">2022-10-23T04:33:59Z</dcterms:modified>
</cp:coreProperties>
</file>