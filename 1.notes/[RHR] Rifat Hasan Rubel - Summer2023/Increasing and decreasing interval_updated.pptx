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4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0C2E8-BA52-415D-9F36-76FA32EC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F935A0-56C5-45DB-8C13-78F0AD93E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2B32E-4C77-4640-A7C1-BC46DDF47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E307-BBED-4A43-83B5-D1DDFA7244DA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6BA69-17B0-403F-ADF4-B652B4237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65DCA-EA5A-4033-85C9-106A369FD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C0BF-1449-4D01-8D55-9E8B49677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300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D8F8A-361D-4711-ADD9-B7B10D0AB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86F25-CEED-4EBD-9643-F8F15AB1E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DF17F-5D70-4682-B1ED-C5093AA96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E307-BBED-4A43-83B5-D1DDFA7244DA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B4FA4-49BF-4960-989F-419FCE82E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316D7-ECAB-4C95-8AC9-5074B7858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C0BF-1449-4D01-8D55-9E8B49677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63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ED8B0-27A7-41C2-9101-20180C0C3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37A8A-399F-43EE-9169-21863C0ED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B3B03-4449-4D61-AB31-76E50D35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E307-BBED-4A43-83B5-D1DDFA7244DA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FC0CD-DF94-4EC6-A295-7AD5EBC8B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4A747-F585-4709-9CCB-60B01BAE9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C0BF-1449-4D01-8D55-9E8B49677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17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45FD4-2F0A-4445-B5F8-BD78B3B00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CCA3F-D316-4B1D-95A1-D66FB51EEB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555D3-0E37-40A4-B1D9-277EA307F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A6D61-431D-481E-9CC0-39A293573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E307-BBED-4A43-83B5-D1DDFA7244DA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C627CD-A958-4C37-BD32-E5DD511A4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9207E-0463-4131-AD3F-F2F5A748D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C0BF-1449-4D01-8D55-9E8B49677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0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BCA3D-DA94-4C0A-883D-9BD2CC5EE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E8C74-6555-4B57-94ED-900FD4AB7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061A16-BA85-44E3-875A-D136D7A5D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FA2BCD-DF30-4998-A52C-E935EDFFCD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48AF8E-15A4-4111-8BB8-A386A10F0C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D29ED4-9F2D-498C-A6D6-696EBD9C3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E307-BBED-4A43-83B5-D1DDFA7244DA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AFD098-C5E4-4428-BC41-FF931C1BC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FDC403-50C4-40A8-B02E-DAC7C91B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C0BF-1449-4D01-8D55-9E8B49677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751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C5B0E-5F1F-4651-8500-E730D99B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5C13B0-020C-47A9-8D1E-A2D394C35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E307-BBED-4A43-83B5-D1DDFA7244DA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1A7B1-65B6-473C-A3DC-6580B8710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8CE387-2522-4450-9227-9F2CA64B4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C0BF-1449-4D01-8D55-9E8B49677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58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E58C3-B412-4F08-AAEB-8BBC6FB2F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E307-BBED-4A43-83B5-D1DDFA7244DA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CED1B-EB2A-438E-A453-CBFD4EC31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1CB89-E62F-44B3-AFBB-8E361AD4C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C0BF-1449-4D01-8D55-9E8B49677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41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DBCB3-7213-45BC-8605-5D5323935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012FE-1E52-4021-B420-C4EF1B4E6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BD470-B829-45BC-A42B-B4FE91F5C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47397-1085-486F-9927-2363952C9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E307-BBED-4A43-83B5-D1DDFA7244DA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B35D1-83FA-4337-BA0D-648A829AB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C5001-379A-424A-85DB-21258FFEA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C0BF-1449-4D01-8D55-9E8B49677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39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843D4-E145-40E1-BAAB-18D609BCA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2DE41-93A7-4447-A64C-5BCB6D5FA8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95F94-F636-4226-A789-B18350763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2D9D2-D12D-4760-9102-FCC5802AE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E307-BBED-4A43-83B5-D1DDFA7244DA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FDB26-5CF0-46C4-AC64-8A423A380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10C79-F342-44BF-A396-1F0B888A3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C0BF-1449-4D01-8D55-9E8B49677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49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B7BC3-A4E1-4516-8935-732E7E823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FA377-6A98-4DA4-B9FD-E435EA112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397F0-6827-4825-99DE-0996864EA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E307-BBED-4A43-83B5-D1DDFA7244DA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8EA88-31FB-46CB-BF0B-E88781E7B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C95B2-B0BE-42A2-BC99-BEBD14D3D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C0BF-1449-4D01-8D55-9E8B49677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457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899C12-952C-4A40-A387-3A5167B4BC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21547-FE44-4A8A-B948-5880FDCA7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0DCA7-57BB-4DF9-8FAC-9E6936779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E307-BBED-4A43-83B5-D1DDFA7244DA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78BBE-6296-4793-A72F-C8BA18273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7A3AD-8187-4D4A-BB9F-FA7B5E136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5C0BF-1449-4D01-8D55-9E8B49677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2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CC7C73-22F8-451F-814A-94134BF41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F74AF-3D78-44E3-9ECE-B609C6DE5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270D8-B166-4CBC-A0A7-DAC9F7B37B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FE307-BBED-4A43-83B5-D1DDFA7244DA}" type="datetimeFigureOut">
              <a:rPr lang="en-US" smtClean="0"/>
              <a:t>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44104-6B6A-4EB1-935A-934600E971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922E2-D878-44F6-A45E-C3FEF3C96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5C0BF-1449-4D01-8D55-9E8B49677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16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9E467-9AB0-438E-A3DC-A7156799DE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Increasing and decreasing interval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C1F27-6EA6-4212-AA2D-AEBF57EE9D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 Md Saif Kabir,</a:t>
            </a:r>
          </a:p>
          <a:p>
            <a:r>
              <a:rPr lang="en-US" dirty="0"/>
              <a:t>Lecturer, OAA</a:t>
            </a:r>
          </a:p>
        </p:txBody>
      </p:sp>
    </p:spTree>
    <p:extLst>
      <p:ext uri="{BB962C8B-B14F-4D97-AF65-F5344CB8AC3E}">
        <p14:creationId xmlns:p14="http://schemas.microsoft.com/office/powerpoint/2010/main" val="667765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3E1126-1020-4100-B103-E5F2430C2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85" y="1192488"/>
            <a:ext cx="11147429" cy="447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56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C0573A-43B7-40DD-B2F9-FD46605D3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174"/>
            <a:ext cx="7556016" cy="6725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203079-3323-4D76-BC08-F0232865E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469" y="203130"/>
            <a:ext cx="4339671" cy="611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577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31D7C0-2A1B-4212-A1F9-B67CC2DF0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52" y="187530"/>
            <a:ext cx="9017069" cy="648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079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B100D6-2916-46D7-AC84-AD3B181DF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52" y="400878"/>
            <a:ext cx="6599583" cy="623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071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4D48DE-B587-4ACC-B395-F60DCEF2A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27" y="235641"/>
            <a:ext cx="9198220" cy="616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147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5DFB7C-EF2B-4C28-9721-C50771B5B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40" y="1255642"/>
            <a:ext cx="10066764" cy="415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775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1381</TotalTime>
  <Words>13</Words>
  <Application>Microsoft Office PowerPoint</Application>
  <PresentationFormat>Widescreen</PresentationFormat>
  <Paragraphs>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Increasing and decreasing interval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Increasing and decreasing interval</dc:title>
  <dc:creator>SAIF-PC</dc:creator>
  <cp:lastModifiedBy>SAIF-PC</cp:lastModifiedBy>
  <cp:revision>4</cp:revision>
  <dcterms:created xsi:type="dcterms:W3CDTF">2021-11-07T09:10:29Z</dcterms:created>
  <dcterms:modified xsi:type="dcterms:W3CDTF">2022-02-22T11:21:55Z</dcterms:modified>
</cp:coreProperties>
</file>