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3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7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61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9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2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4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8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6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1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D5B7E-1643-4D90-9596-4A584B2D9D0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2D68B-69F4-4BF1-9A56-4AFABB38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8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5D4332-C611-44F4-AD76-77A4F1E7D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CONICS</a:t>
            </a:r>
          </a:p>
        </p:txBody>
      </p:sp>
    </p:spTree>
    <p:extLst>
      <p:ext uri="{BB962C8B-B14F-4D97-AF65-F5344CB8AC3E}">
        <p14:creationId xmlns:p14="http://schemas.microsoft.com/office/powerpoint/2010/main" val="2576505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DB72FC5-5140-4069-8288-A56BEC9E9B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9" t="3842" r="18370" b="26172"/>
          <a:stretch/>
        </p:blipFill>
        <p:spPr>
          <a:xfrm>
            <a:off x="352975" y="465126"/>
            <a:ext cx="10394537" cy="559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0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473C613-7F38-4C62-892F-82032D2746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" r="15761" b="21339"/>
          <a:stretch/>
        </p:blipFill>
        <p:spPr>
          <a:xfrm>
            <a:off x="370206" y="503583"/>
            <a:ext cx="10267890" cy="597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6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AC84894-1095-42BD-9E41-C3DF07E881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" b="3576"/>
          <a:stretch/>
        </p:blipFill>
        <p:spPr>
          <a:xfrm>
            <a:off x="1524000" y="106017"/>
            <a:ext cx="9144000" cy="65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8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CONICS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CONICS</dc:title>
  <dc:creator>Md. Saif Kabir</dc:creator>
  <cp:lastModifiedBy>Md. Saif Kabir</cp:lastModifiedBy>
  <cp:revision>2</cp:revision>
  <dcterms:created xsi:type="dcterms:W3CDTF">2023-08-23T07:45:25Z</dcterms:created>
  <dcterms:modified xsi:type="dcterms:W3CDTF">2023-08-23T07:47:28Z</dcterms:modified>
</cp:coreProperties>
</file>