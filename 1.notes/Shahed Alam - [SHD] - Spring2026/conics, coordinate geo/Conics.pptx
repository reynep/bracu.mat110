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PnoCwigPrQiwFh96Oo6SDbQ0q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4c687367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4c68736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4c687367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4c687367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Conics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Prepared by 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Shahed Alam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381000" y="76200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Ellipse</a:t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144" r="1918" t="0"/>
          <a:stretch/>
        </p:blipFill>
        <p:spPr>
          <a:xfrm>
            <a:off x="150312" y="533400"/>
            <a:ext cx="6725711" cy="571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1889342"/>
            <a:ext cx="2216020" cy="2987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873" l="5833" r="6943" t="0"/>
          <a:stretch/>
        </p:blipFill>
        <p:spPr>
          <a:xfrm>
            <a:off x="266700" y="152400"/>
            <a:ext cx="3987800" cy="60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29421" l="8297" r="2700" t="8163"/>
          <a:stretch/>
        </p:blipFill>
        <p:spPr>
          <a:xfrm>
            <a:off x="4343400" y="596900"/>
            <a:ext cx="4495800" cy="466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46706"/>
            <a:ext cx="5143500" cy="155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7914" y="1600200"/>
            <a:ext cx="5722128" cy="507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0129" l="0" r="0" t="0"/>
          <a:stretch/>
        </p:blipFill>
        <p:spPr>
          <a:xfrm>
            <a:off x="1752600" y="381000"/>
            <a:ext cx="5638800" cy="5808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6966" l="0" r="0" t="0"/>
          <a:stretch/>
        </p:blipFill>
        <p:spPr>
          <a:xfrm>
            <a:off x="381000" y="381000"/>
            <a:ext cx="6400800" cy="506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152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Hyperbola</a:t>
            </a:r>
            <a:endParaRPr/>
          </a:p>
        </p:txBody>
      </p:sp>
      <p:pic>
        <p:nvPicPr>
          <p:cNvPr id="120" name="Google Shape;12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13825"/>
            <a:ext cx="5715000" cy="52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2286000"/>
            <a:ext cx="2743198" cy="2283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5">
            <a:alphaModFix/>
          </a:blip>
          <a:srcRect b="11707" l="9421" r="12453" t="66676"/>
          <a:stretch/>
        </p:blipFill>
        <p:spPr>
          <a:xfrm>
            <a:off x="589625" y="152400"/>
            <a:ext cx="7143750" cy="11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4c6873678_0_0"/>
          <p:cNvSpPr txBox="1"/>
          <p:nvPr>
            <p:ph idx="1" type="body"/>
          </p:nvPr>
        </p:nvSpPr>
        <p:spPr>
          <a:xfrm>
            <a:off x="183600" y="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Find the standard form of the equation for an ellipse centered at (-2,1), a vertex at (-2,4) and passing through the point (0,1).                                            </a:t>
            </a:r>
            <a:endParaRPr/>
          </a:p>
        </p:txBody>
      </p:sp>
      <p:pic>
        <p:nvPicPr>
          <p:cNvPr id="128" name="Google Shape;128;g354c6873678_0_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139" r="1918" t="0"/>
          <a:stretch/>
        </p:blipFill>
        <p:spPr>
          <a:xfrm>
            <a:off x="2845301" y="1620600"/>
            <a:ext cx="6164700" cy="52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54c6873678_0_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139" r="1918" t="0"/>
          <a:stretch/>
        </p:blipFill>
        <p:spPr>
          <a:xfrm>
            <a:off x="455926" y="1091650"/>
            <a:ext cx="6164700" cy="52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2021-12-27T08:50:05Z</dcterms:created>
  <dc:creator>Shahed</dc:creator>
</cp:coreProperties>
</file>