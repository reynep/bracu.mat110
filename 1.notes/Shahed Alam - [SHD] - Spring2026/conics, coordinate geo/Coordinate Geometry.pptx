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0" r:id="rId3"/>
    <p:sldId id="281" r:id="rId4"/>
    <p:sldId id="282" r:id="rId5"/>
    <p:sldId id="283" r:id="rId6"/>
    <p:sldId id="284" r:id="rId7"/>
    <p:sldId id="257" r:id="rId8"/>
    <p:sldId id="258" r:id="rId9"/>
    <p:sldId id="272" r:id="rId10"/>
    <p:sldId id="275" r:id="rId11"/>
    <p:sldId id="276" r:id="rId12"/>
    <p:sldId id="260" r:id="rId13"/>
    <p:sldId id="273" r:id="rId14"/>
    <p:sldId id="274" r:id="rId15"/>
    <p:sldId id="267" r:id="rId16"/>
    <p:sldId id="279" r:id="rId17"/>
    <p:sldId id="259" r:id="rId18"/>
    <p:sldId id="261" r:id="rId19"/>
    <p:sldId id="262" r:id="rId20"/>
    <p:sldId id="263" r:id="rId21"/>
    <p:sldId id="264" r:id="rId22"/>
    <p:sldId id="265" r:id="rId23"/>
    <p:sldId id="266" r:id="rId24"/>
    <p:sldId id="286" r:id="rId25"/>
    <p:sldId id="285" r:id="rId26"/>
    <p:sldId id="287" r:id="rId27"/>
    <p:sldId id="288" r:id="rId28"/>
    <p:sldId id="289" r:id="rId29"/>
    <p:sldId id="278" r:id="rId30"/>
    <p:sldId id="268" r:id="rId31"/>
    <p:sldId id="269" r:id="rId32"/>
    <p:sldId id="270" r:id="rId33"/>
    <p:sldId id="277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83" d="100"/>
          <a:sy n="83" d="100"/>
        </p:scale>
        <p:origin x="7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7FEECF-541D-580C-D696-0BEF4C1636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2D6D67-D068-A488-6DFD-138923FE1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5C62-AC15-93AC-9A47-DFCBA75CC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745B79-3C5E-B3F1-94CE-E4FD6996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D2D6E-6722-74D0-49BF-CAE254D0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4957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57A3A-434B-232D-D25C-F868C8558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8D61B0-703C-D169-A1FB-FE83A8456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D98B0-B247-E10C-303F-ED32EEDE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4E9FBD-146A-DD66-3309-88685D94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79D4F-1324-F918-53BE-D0FABF95D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435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3642E-0866-00FE-3666-51BA4CCB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52F8B-2F16-1C54-C7C2-421D37091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4FBB4A-2774-6816-B8D7-2001E78E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103925-2BE3-9F7D-E432-C6E97B4D0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AC9DA-9409-977F-1186-AD149D1B5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2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5E9CD-B374-31E4-5D3C-7450184C2B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649D4-63F3-39E1-9AF2-F879D61ED5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FBBC0D-2280-3576-1533-D6859B5F95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494602-B2B3-4AB4-AAB8-6135C2B5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90598A-D30E-E775-E5A5-37FD677C80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B5804C-5156-91E4-B4C9-3993CAAB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B125E-08DE-0CC8-B50A-66ED77B2B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6E1356-543F-E549-C621-72D6BCA65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D4428-1277-8D6D-38B3-0F3EBD2CC5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18488-CD17-5581-5B58-9B7C37F08E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9F7005-4091-5A1A-686B-D4B102687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EBE6F-20D9-E153-158C-71A07D42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941D9-D78F-135B-45BA-F36DDC320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D26BA9-0EAD-E45C-0738-7D591F442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617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875AA-4543-4A42-E9D3-EB9C8A525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0B20E-1083-C09D-0E0A-CE6A90B1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4CF15-44EC-63DB-0F4A-19D27A6EB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4FEBB2-BDD9-F1A6-F2D9-EECEB1444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1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66DE66-7DEE-218F-BEDC-F5552F69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BAEE2A-6A6A-AA85-D43C-A61B90739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188409-E962-4050-3EFB-E7ED7BAD7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950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BBC52-6D03-9F60-BA80-D58D64E6A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2C143-9704-741A-923F-068A38129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95A1B-1629-FA86-50E4-15CB8FA3A5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D6F2D-17FA-BBDE-5122-D2B434036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F9F67-AADE-0B44-41A8-C80131386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9C8CE6-4682-5D95-5B6C-F5899664F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72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2984E-A799-D986-B7C5-37FBDE40E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5AD28-7D6E-6FE5-6401-BCBB4DFBA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D3C9DC-DC5A-18F3-621A-B3204FC768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05B049-33C0-0A87-8E65-33438D38C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89D0E3-1077-4638-C1D9-00398781D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AA52-A51B-832C-F3E7-EDB8D3EEC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1063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B12BA-C6C9-8594-A15E-350E54E65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854BC4-0AF0-E062-9EE5-EA23B62E60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2F155-0D25-CF5E-C51C-FDFE8EDC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C42A9-3EFA-7273-6F62-748CD1991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6D3AC8-0163-5503-CE00-AAA5CE3E6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95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BB3FE2-C405-4158-6F22-B8C0F593BB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8E72F2-1BB5-10E4-9343-68CC0089B1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AFBD7A-803E-9749-F223-CD7FBB6D9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10C57-6DC1-1E7C-81C6-6A040A5F7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CA015-48EC-C8D2-6747-54A536CCC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8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187A8F-7F63-D2E3-12AD-D8E4EC97B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8EF93A-5C7B-6643-8B78-C67334EF70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BB0B52-812E-F891-B129-8C0991DC46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2A7820-135F-41BF-8531-B04A8F0A7F72}" type="datetimeFigureOut">
              <a:rPr lang="en-US" smtClean="0"/>
              <a:t>3/29/2023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C4B8A4-54A8-9A2F-5C1C-16EE1EE20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2CBB8F-A588-4E9C-5975-F28604C5C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F542A9-D822-4DC5-9DB4-4D61C1B9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85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BDE1-1930-D67D-CA4C-4C2FAB956B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Coordinate Geometry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DCE23E-C2B9-3AA7-64EB-CABFB1FA83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09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4E466-5B7E-29A3-0A7F-B541ADA4D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960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Polar Coordinate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63AA-D13A-CADA-E876-45DE80EA0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792" y="952977"/>
            <a:ext cx="9471528" cy="590502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BA0B09-7D30-9CC5-518D-840D26EF55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778" y="5787343"/>
            <a:ext cx="3969824" cy="54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11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937E6-1254-9B53-93A9-C33EC91C2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Coordinate conversions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B4FAB5-8317-F766-5A43-8DA1BFA6B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651" y="1466849"/>
            <a:ext cx="10584304" cy="251484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FC27CC9-9578-7DA0-4BA4-FFC4057A8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51" y="4710735"/>
            <a:ext cx="11408298" cy="1782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64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888E4-4BE8-B3EE-B8F4-7C3151415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9909" y="2419110"/>
            <a:ext cx="3573744" cy="1672672"/>
          </a:xfrm>
        </p:spPr>
        <p:txBody>
          <a:bodyPr>
            <a:normAutofit fontScale="90000"/>
          </a:bodyPr>
          <a:lstStyle/>
          <a:p>
            <a:r>
              <a:rPr lang="en-US" dirty="0"/>
              <a:t>Coordinate Conversion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95D9BA-A2F6-3D67-108B-3ED64991DE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2" y="388093"/>
            <a:ext cx="8274030" cy="647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75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53484-2039-2F26-EC63-0F43EBDC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53094" y="2888405"/>
            <a:ext cx="2526596" cy="1325563"/>
          </a:xfrm>
        </p:spPr>
        <p:txBody>
          <a:bodyPr>
            <a:normAutofit fontScale="90000"/>
          </a:bodyPr>
          <a:lstStyle/>
          <a:p>
            <a:r>
              <a:rPr lang="en-US" dirty="0"/>
              <a:t>Equation Conversion Examples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9DF73-EBF7-BC53-57C6-67E2B81835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10" y="234629"/>
            <a:ext cx="9338792" cy="6073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051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BB26-015C-3512-3F83-AB76457D6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817" y="132978"/>
            <a:ext cx="10265779" cy="1027906"/>
          </a:xfrm>
        </p:spPr>
        <p:txBody>
          <a:bodyPr/>
          <a:lstStyle/>
          <a:p>
            <a:pPr algn="ctr"/>
            <a:r>
              <a:rPr lang="en-US" dirty="0"/>
              <a:t>Circles in Polar coordinates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2424A-B13F-F5B8-DAC0-C8442EA5B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27906"/>
            <a:ext cx="12013446" cy="5743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226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4FEC69D-0815-5735-C3A3-5687F174AE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292" y="196529"/>
            <a:ext cx="7297416" cy="6274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3806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2DF1BA-484B-7A85-F2B9-90AD260F0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448" y="608393"/>
            <a:ext cx="9983104" cy="506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381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95CC65D-0481-F706-7FD7-1B019742BF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5" y="1624494"/>
            <a:ext cx="11372850" cy="490537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028498A-0611-1C55-CE3B-B0D81D90C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203080"/>
            <a:ext cx="10515600" cy="1325563"/>
          </a:xfrm>
        </p:spPr>
        <p:txBody>
          <a:bodyPr/>
          <a:lstStyle/>
          <a:p>
            <a:r>
              <a:rPr lang="en-US" dirty="0"/>
              <a:t>Cylindrical coordinate system</a:t>
            </a:r>
          </a:p>
        </p:txBody>
      </p:sp>
    </p:spTree>
    <p:extLst>
      <p:ext uri="{BB962C8B-B14F-4D97-AF65-F5344CB8AC3E}">
        <p14:creationId xmlns:p14="http://schemas.microsoft.com/office/powerpoint/2010/main" val="2450506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E85BD8-027A-01E9-0B23-65A7F8C5F1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17" y="1690688"/>
            <a:ext cx="11236966" cy="41954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261207-903C-4F52-2EC7-F32FF8EDD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 of conversion</a:t>
            </a:r>
          </a:p>
        </p:txBody>
      </p:sp>
    </p:spTree>
    <p:extLst>
      <p:ext uri="{BB962C8B-B14F-4D97-AF65-F5344CB8AC3E}">
        <p14:creationId xmlns:p14="http://schemas.microsoft.com/office/powerpoint/2010/main" val="1689921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AFC99A-7A22-69C1-3808-CDD31F74F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083" y="1131092"/>
            <a:ext cx="10387315" cy="555957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3AF6C40-91A6-7AC7-8A6B-8B5C0671A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884"/>
            <a:ext cx="10515600" cy="1325563"/>
          </a:xfrm>
        </p:spPr>
        <p:txBody>
          <a:bodyPr/>
          <a:lstStyle/>
          <a:p>
            <a:r>
              <a:rPr lang="en-US" dirty="0"/>
              <a:t>Spherical coordinate system</a:t>
            </a:r>
          </a:p>
        </p:txBody>
      </p:sp>
    </p:spTree>
    <p:extLst>
      <p:ext uri="{BB962C8B-B14F-4D97-AF65-F5344CB8AC3E}">
        <p14:creationId xmlns:p14="http://schemas.microsoft.com/office/powerpoint/2010/main" val="1718524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EAEE6A-6E7C-832D-A539-5114BB473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675" y="556606"/>
            <a:ext cx="7600650" cy="63512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93384F-0837-8A50-DBFD-F53104C17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4256" y="-97862"/>
            <a:ext cx="10515600" cy="1325563"/>
          </a:xfrm>
        </p:spPr>
        <p:txBody>
          <a:bodyPr/>
          <a:lstStyle/>
          <a:p>
            <a:r>
              <a:rPr lang="en-US" dirty="0"/>
              <a:t>Cylindrical coordinate surfaces</a:t>
            </a:r>
          </a:p>
        </p:txBody>
      </p:sp>
    </p:spTree>
    <p:extLst>
      <p:ext uri="{BB962C8B-B14F-4D97-AF65-F5344CB8AC3E}">
        <p14:creationId xmlns:p14="http://schemas.microsoft.com/office/powerpoint/2010/main" val="833454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5B5D75-2AAF-3213-B8B7-B94D1D13B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10" y="1008686"/>
            <a:ext cx="9151969" cy="5623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4016449-F8E3-C6EA-601E-497864FBF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650" y="29459"/>
            <a:ext cx="10515600" cy="1325563"/>
          </a:xfrm>
        </p:spPr>
        <p:txBody>
          <a:bodyPr/>
          <a:lstStyle/>
          <a:p>
            <a:r>
              <a:rPr lang="en-US" dirty="0"/>
              <a:t>Cylindrical to rectangular conversion</a:t>
            </a:r>
          </a:p>
        </p:txBody>
      </p:sp>
    </p:spTree>
    <p:extLst>
      <p:ext uri="{BB962C8B-B14F-4D97-AF65-F5344CB8AC3E}">
        <p14:creationId xmlns:p14="http://schemas.microsoft.com/office/powerpoint/2010/main" val="3421877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57FBF1-39BF-7E93-C3DD-5D7C47B8E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763" y="1144206"/>
            <a:ext cx="11590134" cy="50482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9768D7D-11ED-2699-32A3-DD783DDDD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8521"/>
            <a:ext cx="10515600" cy="1325563"/>
          </a:xfrm>
        </p:spPr>
        <p:txBody>
          <a:bodyPr/>
          <a:lstStyle/>
          <a:p>
            <a:r>
              <a:rPr lang="en-US" dirty="0"/>
              <a:t>Rectangular to cylindrical conversion</a:t>
            </a:r>
          </a:p>
        </p:txBody>
      </p:sp>
    </p:spTree>
    <p:extLst>
      <p:ext uri="{BB962C8B-B14F-4D97-AF65-F5344CB8AC3E}">
        <p14:creationId xmlns:p14="http://schemas.microsoft.com/office/powerpoint/2010/main" val="484107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80E2A9E-11D6-C185-041F-6C2F34C6B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8" y="956638"/>
            <a:ext cx="10515600" cy="583296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480706-690D-A4F4-DFE7-CAD15723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Rectangular to spherical and cylindrical conversion</a:t>
            </a:r>
          </a:p>
        </p:txBody>
      </p:sp>
    </p:spTree>
    <p:extLst>
      <p:ext uri="{BB962C8B-B14F-4D97-AF65-F5344CB8AC3E}">
        <p14:creationId xmlns:p14="http://schemas.microsoft.com/office/powerpoint/2010/main" val="36022006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EB97-6C3C-BCAF-3E52-72ABE1B9B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683" y="239069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5400" dirty="0"/>
              <a:t>Coordinate Conversion Practice Problems</a:t>
            </a:r>
          </a:p>
        </p:txBody>
      </p:sp>
    </p:spTree>
    <p:extLst>
      <p:ext uri="{BB962C8B-B14F-4D97-AF65-F5344CB8AC3E}">
        <p14:creationId xmlns:p14="http://schemas.microsoft.com/office/powerpoint/2010/main" val="1467359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573CB4-91A4-5ACB-F485-11F5AFC608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969" y="0"/>
            <a:ext cx="8747085" cy="669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4041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BC4F55-B8B5-7586-2D43-14E1923A16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7585" y="292581"/>
            <a:ext cx="7339013" cy="627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31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B33BBD-5524-E6F0-D857-09D063F54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358" y="920489"/>
            <a:ext cx="9377604" cy="444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7344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55FC9-9606-8553-A7D1-256004381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710" y="243611"/>
            <a:ext cx="8660757" cy="661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667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00C345-1263-0228-648A-4E9DCA014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9900" y="232337"/>
            <a:ext cx="6226939" cy="6162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389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EAC504-370E-D04A-9DC6-645AF2845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81"/>
            <a:ext cx="6448425" cy="26098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DE3B17-EE55-344A-60DA-45460A2C1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289" y="1876425"/>
            <a:ext cx="6591300" cy="498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3297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BF07C-479B-CFC5-6A98-20B7EEA28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448"/>
            <a:ext cx="5463251" cy="18529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932665E-CAC5-42B6-83D6-45E776E2A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235" y="1628775"/>
            <a:ext cx="6467475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8169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2311-0A47-954C-E9EB-4900BAF7D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028" y="2668487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PRACTICE SUMS FROM HOWARD ANTON 10</a:t>
            </a:r>
            <a:r>
              <a:rPr lang="en-US" b="1" baseline="30000" dirty="0"/>
              <a:t>th</a:t>
            </a:r>
            <a:r>
              <a:rPr lang="en-US" b="1" dirty="0"/>
              <a:t> Edition Page-837, Exercise: 11.8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2140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B41EEE-F9E8-DF0F-B317-659C32D18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167" y="35287"/>
            <a:ext cx="4784142" cy="66572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3552A3-426C-AF73-9E76-086FCF57E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309" y="35287"/>
            <a:ext cx="5061995" cy="67223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291CC4-DD09-FF05-37AA-370878537A89}"/>
              </a:ext>
            </a:extLst>
          </p:cNvPr>
          <p:cNvSpPr txBox="1"/>
          <p:nvPr/>
        </p:nvSpPr>
        <p:spPr>
          <a:xfrm>
            <a:off x="167021" y="2413337"/>
            <a:ext cx="174777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Express the equations in cylindrical coordinates as equations in rectangular coordinates</a:t>
            </a:r>
          </a:p>
        </p:txBody>
      </p:sp>
    </p:spTree>
    <p:extLst>
      <p:ext uri="{BB962C8B-B14F-4D97-AF65-F5344CB8AC3E}">
        <p14:creationId xmlns:p14="http://schemas.microsoft.com/office/powerpoint/2010/main" val="10630138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7F6FD3-27D0-8902-7ABB-4A0FB8875E14}"/>
              </a:ext>
            </a:extLst>
          </p:cNvPr>
          <p:cNvSpPr txBox="1"/>
          <p:nvPr/>
        </p:nvSpPr>
        <p:spPr>
          <a:xfrm>
            <a:off x="919374" y="2390187"/>
            <a:ext cx="38609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Express the equations in spherical coordinates as equations in rectangular coordinates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1C9690-FC0A-1CA2-E9B3-3426CC9780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336" y="109593"/>
            <a:ext cx="5296925" cy="6638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49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6BC2F9-C980-A360-2BCB-15B25922317F}"/>
              </a:ext>
            </a:extLst>
          </p:cNvPr>
          <p:cNvSpPr txBox="1"/>
          <p:nvPr/>
        </p:nvSpPr>
        <p:spPr>
          <a:xfrm>
            <a:off x="143870" y="2505670"/>
            <a:ext cx="43808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Express the equations in rectangular coordinates as equations in (a) Cylindrical coordinates (b) Spherical coordinates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CB577-42CA-7BFF-3026-E03086856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469" y="0"/>
            <a:ext cx="652768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51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D1F03-5B9A-4203-CA7D-1D5AFDA69E7A}"/>
              </a:ext>
            </a:extLst>
          </p:cNvPr>
          <p:cNvSpPr txBox="1"/>
          <p:nvPr/>
        </p:nvSpPr>
        <p:spPr>
          <a:xfrm>
            <a:off x="143870" y="2505670"/>
            <a:ext cx="48911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Express the equations in rectangular coordinates as equations in (a) Cylindrical coordinates (b) Spherical coordinates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A6BE0-08AC-EB44-CAB6-64EE6CC26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9565" y="-24025"/>
            <a:ext cx="5534810" cy="688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762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5F00-0F97-CF4C-0A0A-7F3AF95B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069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Spherical Equation Surface Sums</a:t>
            </a:r>
          </a:p>
        </p:txBody>
      </p:sp>
    </p:spTree>
    <p:extLst>
      <p:ext uri="{BB962C8B-B14F-4D97-AF65-F5344CB8AC3E}">
        <p14:creationId xmlns:p14="http://schemas.microsoft.com/office/powerpoint/2010/main" val="12501796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7E2843-38ED-5520-7BA1-2D490C96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04" y="0"/>
            <a:ext cx="940401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61411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C02D12-E21E-48D3-6EBD-800847E914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7680" y="-1"/>
            <a:ext cx="8748083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3715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A6CB4-0E39-6962-8BD8-A4FCF1FBA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450" y="0"/>
            <a:ext cx="9673129" cy="6771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242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ADA72-FF52-EE58-6E5F-32676F4096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72647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2099A2-BD81-9260-EB8A-118928D39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7290" y="2529591"/>
            <a:ext cx="3247663" cy="1325563"/>
          </a:xfrm>
        </p:spPr>
        <p:txBody>
          <a:bodyPr>
            <a:normAutofit/>
          </a:bodyPr>
          <a:lstStyle/>
          <a:p>
            <a:r>
              <a:rPr lang="en-US" sz="4800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787770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124</Words>
  <Application>Microsoft Office PowerPoint</Application>
  <PresentationFormat>Widescreen</PresentationFormat>
  <Paragraphs>21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7" baseType="lpstr">
      <vt:lpstr>Arial</vt:lpstr>
      <vt:lpstr>Calibri</vt:lpstr>
      <vt:lpstr>Calibri Light</vt:lpstr>
      <vt:lpstr>Office Theme</vt:lpstr>
      <vt:lpstr>Coordinate Geometry</vt:lpstr>
      <vt:lpstr>Polar Coordinate </vt:lpstr>
      <vt:lpstr>Coordinate conversions</vt:lpstr>
      <vt:lpstr>Coordinate Conversion Example</vt:lpstr>
      <vt:lpstr>Equation Conversion Examples</vt:lpstr>
      <vt:lpstr>Circles in Polar coordinates </vt:lpstr>
      <vt:lpstr>PowerPoint Presentation</vt:lpstr>
      <vt:lpstr>PowerPoint Presentation</vt:lpstr>
      <vt:lpstr>Cylindrical coordinate system</vt:lpstr>
      <vt:lpstr>Equations of conversion</vt:lpstr>
      <vt:lpstr>Spherical coordinate system</vt:lpstr>
      <vt:lpstr>Cylindrical coordinate surfaces</vt:lpstr>
      <vt:lpstr>Cylindrical to rectangular conversion</vt:lpstr>
      <vt:lpstr>Rectangular to cylindrical conversion</vt:lpstr>
      <vt:lpstr>Rectangular to spherical and cylindrical conversion</vt:lpstr>
      <vt:lpstr>Coordinate Conversion Practice Problems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 SUMS FROM HOWARD ANTON 10th Edition Page-837, Exercise: 11.8 </vt:lpstr>
      <vt:lpstr>PowerPoint Presentation</vt:lpstr>
      <vt:lpstr>PowerPoint Presentation</vt:lpstr>
      <vt:lpstr>PowerPoint Presentation</vt:lpstr>
      <vt:lpstr>PowerPoint Presentation</vt:lpstr>
      <vt:lpstr>Spherical Equation Surface Sums</vt:lpstr>
      <vt:lpstr>PowerPoint Presentation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Coordinate Geometry</dc:title>
  <dc:creator>Shaheera Rahman</dc:creator>
  <cp:lastModifiedBy>Shaheera Rahman</cp:lastModifiedBy>
  <cp:revision>14</cp:revision>
  <dcterms:created xsi:type="dcterms:W3CDTF">2023-03-15T05:46:37Z</dcterms:created>
  <dcterms:modified xsi:type="dcterms:W3CDTF">2023-03-29T07:08:37Z</dcterms:modified>
</cp:coreProperties>
</file>