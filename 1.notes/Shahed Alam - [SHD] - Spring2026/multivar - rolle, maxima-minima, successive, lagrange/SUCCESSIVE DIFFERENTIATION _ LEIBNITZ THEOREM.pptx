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7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6d8523a4b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6d8523a4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6d8523a4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6d8523a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SUCCESSIVE DIFFERENTIATION &amp; LEIBNITZ THEOREM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SUCCESSIVE DIFFERENTIATION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6525" y="85825"/>
            <a:ext cx="7629525" cy="59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200" y="298875"/>
            <a:ext cx="11098301" cy="5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100" y="258950"/>
            <a:ext cx="12192000" cy="6004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6525" y="0"/>
            <a:ext cx="6660249" cy="679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28889" l="0" r="0" t="0"/>
          <a:stretch/>
        </p:blipFill>
        <p:spPr>
          <a:xfrm>
            <a:off x="673895" y="450574"/>
            <a:ext cx="6443351" cy="6109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nd Nth derivative of SinX successive derivatives..... - Math Traders"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619" y="0"/>
            <a:ext cx="4921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th Derivative Of Sin (ax+b)|Engineering Mathematics Example - Math Traders"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331" y="0"/>
            <a:ext cx="4921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ctrTitle"/>
          </p:nvPr>
        </p:nvSpPr>
        <p:spPr>
          <a:xfrm>
            <a:off x="1524000" y="16683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LEIBNITZ THEOREM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C:\Users\shaheera.rahman\Desktop\main-qimg-023166ec3c835bdffab8fe5b04181b3b.webp" id="134" name="Google Shape;134;p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880" y="1324927"/>
            <a:ext cx="9291586" cy="2104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503" y="58728"/>
            <a:ext cx="5667497" cy="6740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838200" y="176771"/>
            <a:ext cx="9236765" cy="512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Leibniz Theorem </a:t>
            </a:r>
            <a:endParaRPr/>
          </a:p>
        </p:txBody>
      </p:sp>
      <p:pic>
        <p:nvPicPr>
          <p:cNvPr descr="https://lh3.googleusercontent.com/aD4nhu2XoLZIw8aYRB-_DObZZF7pmb_wAmm6QQeEyIw39CuK49HsIJ4o6DfAqaKa_l9E6j4Tw6-OUqcybJxm2bH9UbjPTWkaNbmkQ8MK7chT7lGXW5wnjlm4fFD3Fb4ioZMU-TcIzMDwzG1LJyIdxf5YnPJQqLzS_1joYSXdxkX3AzOGrUv_FICKUAUgO8Yo3GceGp4yqW0Ey9a0kad3VI0t7pkPiUPzYy9WM0QlOJ7EiKsnMtbvDbouCaqidzOJ5zJ6ZRmYDEC0qlVCwZZ8cF3LLUyjgYjwJmCsqQLIQR2Brm7s4op2frBsI1Hq9sCh4j5uC4ttjh40cujZ11HXc6LOgTBywQwT5eZSoDYpF2tZ6Kv6xEl1wyDi3VZg33G1kZRfWcdYU176EjEPtE7STBHQMsFmkHx3pFlhqrnwuTommHzsrAfgFoedFAHKw_4tRFsI8wKBrm7fPtXesaaHFDA9FS0bfI1du6MU5kP7cbTPDQG1Fyo-YbWFoaKVKnl2LdjhMs4maV95vcmHSou0xcZggDtPIQU3I5u_x-W4kI6B1dvooJvNNnsttukPt7qSdjWX0Buwgukzw4vYFBM6Cz2xXcw-2dDQjUFCbhikuH-gT7coNZ-LRc18lWoeQrYAvrFICzilYOqpEvwUlF0XW1HZdbb2nZ_-A-AFAB6Mtli_6txBCr_mrRHWtluxdA=w955-h657-no?authuser=0" id="146" name="Google Shape;146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32330"/>
          <a:stretch/>
        </p:blipFill>
        <p:spPr>
          <a:xfrm>
            <a:off x="838199" y="887895"/>
            <a:ext cx="8027505" cy="3856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5187580"/>
            <a:ext cx="7604776" cy="149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3.googleusercontent.com/M2-np55-qx9FuLS9LIsUUjPbq5fuH3-4ZNpts4FPFwqUW8HZYV6rMcYu6BctSTTKR93WiKnypT4Qj9ka-uyCJBsUgpQZgCGXVVRbwd0CuwA-3KgjOyTaa8fjTbX_u4814Y7up0wHQhysTrAxhC-fWiKVA_p9Vr2OdW4NLc0OFL5H23kwjC0GHMOgzusMqqM1FLcnArEg_3Pq-_4LrZtAf1xpGdiBzzvlPt3sTzBr85SaNt58EVkTVyj-wyJowdMMWzaq0a2Y3SFrM4n7N6z6xgqac2IDjbStaGiRpZIqLewh5SUAlUJZc6nx9xRe7vAgIRn4yWIoBD8uPfce5xzDlbt7lV07K1spF-6yV71kiu53YVbVQO2Mwj9Xxk70qBAQBLeT3udwt6XzrWfUS_90eN062xIhtQx1BkIYfj2Ufp8PMXyywKcovUqVLK1aVdI1wPzIKXYpB-ZFyDDG4N-8S5ITZaW5X8uFhhGcIp-RgaFm3pZIYhM_r2AQu0XA8gQehqNk1SYCtemEbj-Zzpckdsi9Va4jgM1xiEB6aPfSRKFoiJJtPrfN-zKFp2E6-nJ5mv3er-y3TKe854ttEV2yGnjNO0-Mjiu9Q98VH5d3hl_AgUwzXf9NRKc4H2PKa5v4khdYF1VNhyUjfXju2rUDRj9VHgsRkstbPZK2cJKOihNXDwtM3YkrbtWjeYEBCw=w652-h657-no?authuser=0" id="152" name="Google Shape;1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909" y="304800"/>
            <a:ext cx="8229600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8000" y="0"/>
            <a:ext cx="863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th Derivative of (ax+b)Sinx | Sinx.(ax+b) Solution | Leibnitz Theorem -  Math Traders" id="162" name="Google Shape;1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817" y="723072"/>
            <a:ext cx="10906539" cy="6134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/>
          <p:nvPr/>
        </p:nvSpPr>
        <p:spPr>
          <a:xfrm>
            <a:off x="238540" y="723072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2E2E2E"/>
                </a:solidFill>
                <a:latin typeface="Roboto"/>
                <a:ea typeface="Roboto"/>
                <a:cs typeface="Roboto"/>
                <a:sym typeface="Roboto"/>
              </a:rPr>
              <a:t>If     Y = (ax+b).Sinx        Then, Find         Yn = ?</a:t>
            </a:r>
            <a:endParaRPr b="1" i="0" sz="4400" u="none" cap="none" strike="noStrike">
              <a:solidFill>
                <a:srgbClr val="2E2E2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2200"/>
              <a:buFont typeface="Roboto"/>
              <a:buNone/>
            </a:pPr>
            <a:br>
              <a:rPr b="1" i="0" lang="en-US" sz="2200" u="none" cap="none" strike="noStrike">
                <a:solidFill>
                  <a:srgbClr val="2E2E2E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2200" u="none" cap="none" strike="noStrike">
              <a:solidFill>
                <a:srgbClr val="2E2E2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73959"/>
            <a:ext cx="5813602" cy="6710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175" y="1250576"/>
            <a:ext cx="37528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229" y="2164976"/>
            <a:ext cx="541020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547" y="0"/>
            <a:ext cx="647405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0"/>
            <a:ext cx="518001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7875" y="0"/>
            <a:ext cx="555466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4038" y="0"/>
            <a:ext cx="85423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0888" y="0"/>
            <a:ext cx="81486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713" y="157163"/>
            <a:ext cx="10696575" cy="65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