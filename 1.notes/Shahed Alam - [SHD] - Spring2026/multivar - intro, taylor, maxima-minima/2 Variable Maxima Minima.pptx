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9" r:id="rId4"/>
    <p:sldId id="264" r:id="rId5"/>
    <p:sldId id="260" r:id="rId6"/>
    <p:sldId id="257" r:id="rId7"/>
    <p:sldId id="258" r:id="rId8"/>
    <p:sldId id="265" r:id="rId9"/>
    <p:sldId id="266" r:id="rId10"/>
    <p:sldId id="267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16F61-7BC3-A58D-0F34-4D591BCE5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AD958-157A-442A-9A76-0C7395E37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9F266-65DB-B2FF-70E6-1C6C58767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560D-2B23-4F24-9A5A-0D4D73591A08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2CE4A-4FC0-0476-F6C4-074719B1A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90A25-C7DB-F5BC-038D-FB052267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1EE1-A27A-4E64-B42B-55B77C19B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12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8D15-77C3-1F8C-95DF-F8A58B57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EFA78-4952-61CD-8648-E22C6B30C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66DA7-6B01-3E2D-6A0A-1E9F721CF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560D-2B23-4F24-9A5A-0D4D73591A08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82110-6C11-D936-929E-B7EFB5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1BB43-261E-6B8B-1FCC-5D6A2550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1EE1-A27A-4E64-B42B-55B77C19B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3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5814-9FEF-3E46-4E2E-C3C5AFF4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A9BCE-A684-64ED-FF79-9D261A704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B2728-4886-BA19-38E4-A9430120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560D-2B23-4F24-9A5A-0D4D73591A08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2B5DF-C8D0-6FAC-4EE8-E4AD018A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341EB-DADD-8D32-4194-AD8BE0B7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1EE1-A27A-4E64-B42B-55B77C19B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13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666A6-2920-358D-4B91-EC224223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60FB1-C452-E7AA-C2BE-67D9F7E42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A461A-5443-840E-8A8F-B5727B534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2F987-F750-05C7-4649-24995709F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560D-2B23-4F24-9A5A-0D4D73591A08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F229F-B836-55DA-A841-AE9306339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83259-01DC-DC86-652E-AEB8DC23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1EE1-A27A-4E64-B42B-55B77C19B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2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A8A3A-405A-288E-F1FA-32ECF4E7B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34FCB-B48A-0BC3-5DE2-27953B025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45060-0BC7-22E8-9A21-1C880D920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F38FF-47D0-F8C4-88F5-3647500B9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85664-FFBD-0F67-5C3D-90207ADCA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803317-0ACE-A0C3-21B7-41935E94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560D-2B23-4F24-9A5A-0D4D73591A08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F7BE8B-A147-6090-0C33-713F7C4F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2578F0-8555-6671-F796-A4D66ABC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1EE1-A27A-4E64-B42B-55B77C19B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5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E4B22-C016-1EB9-5479-FCDC8358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81B49E-93A4-DAC2-BFAF-4AE8ED03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560D-2B23-4F24-9A5A-0D4D73591A08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18697-D268-82A8-357C-2436C7A58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CE5AC-CB34-726D-72C4-93F02E1B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1EE1-A27A-4E64-B42B-55B77C19B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1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61C4AB-ED80-17F4-3940-1B5CAC77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560D-2B23-4F24-9A5A-0D4D73591A08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1F2EB4-2497-7047-4C2D-F321912F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FDB72-699B-BDA8-E858-AD31FC565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1EE1-A27A-4E64-B42B-55B77C19B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1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066A-863A-D4C7-4949-63F400BF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0F708-8D22-BD81-64FF-93A5070FA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527DF-8D80-9C9B-3508-DB9B8F72E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390B1-8CFF-F973-1718-668E21C5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560D-2B23-4F24-9A5A-0D4D73591A08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C85D0-9E92-5012-F956-89E0715D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65867-669D-3643-881F-194BBF1F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1EE1-A27A-4E64-B42B-55B77C19B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6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C290A-EE68-1EDB-6F53-7A3F0EDB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C4E2EA-7220-1001-2682-06B52BF35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4C7AD-9FE0-B7D2-7F41-3FF545024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9DEE3-3E35-35F9-DD8F-497B52E1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560D-2B23-4F24-9A5A-0D4D73591A08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6EF6C-FF84-CEFF-03BA-148A80E3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7396C-9C7B-089F-1C3A-C11150D9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1EE1-A27A-4E64-B42B-55B77C19B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57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B69F-AE82-B415-8560-24BC9776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6C9BD-E543-FAAF-CE6D-2E9AB1160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0CF5E-9576-E04F-6BCD-68B5E9CCA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560D-2B23-4F24-9A5A-0D4D73591A08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8C444-FFFA-C787-00A8-6E95B856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B0205-E236-FF3E-B273-7B07999AD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1EE1-A27A-4E64-B42B-55B77C19B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09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A3541D-29D7-23EF-FAC2-67D0A7177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0A510-D8EC-5A72-4D98-9A2ECDF89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BB4E3-600F-8051-9CA6-4F7CDC85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560D-2B23-4F24-9A5A-0D4D73591A08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60FFC-235A-F516-7211-E56527F06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F6039-5FD2-C21F-4CC1-CD1D63A8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A1EE1-A27A-4E64-B42B-55B77C19B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4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9C6448-FA1B-9A70-45B8-7A5BC6DF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3C88B-E40E-B6E3-2115-6CF7F7020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7D8C8-C24F-3B30-01AC-99671F31E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A560D-2B23-4F24-9A5A-0D4D73591A08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2805A-E70D-6A6A-D123-CBA483590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CB21D-718C-3B04-D367-97F21A9C4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A1EE1-A27A-4E64-B42B-55B77C19B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9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CB082-AFE6-45F9-74F5-B13B551489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 Variable Maxima Minima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E9B958-321F-2BFE-1B43-28202FF4A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44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345043-0843-154D-ED0A-6075C6838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501" y="208345"/>
            <a:ext cx="8187160" cy="614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AFE57-1A57-F5E8-0817-188F4871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F9A3B-4C6D-F88C-F12F-06A006DF2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53" y="1793316"/>
            <a:ext cx="10886693" cy="405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7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575A-7694-1D5F-7DE7-FB6232166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Saddle Point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95A465-3BEE-965B-C64C-C6A9786A4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87" y="1690688"/>
            <a:ext cx="7915404" cy="2973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3A8DD0-3E0E-B865-8B61-C90E539EF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360" y="2422591"/>
            <a:ext cx="3727048" cy="413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6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D627-7426-5E1F-90D0-1DEFE515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12" y="2518017"/>
            <a:ext cx="10515600" cy="1325563"/>
          </a:xfrm>
        </p:spPr>
        <p:txBody>
          <a:bodyPr/>
          <a:lstStyle/>
          <a:p>
            <a:r>
              <a:rPr lang="en-US" dirty="0"/>
              <a:t>Practice Problems</a:t>
            </a:r>
          </a:p>
        </p:txBody>
      </p:sp>
    </p:spTree>
    <p:extLst>
      <p:ext uri="{BB962C8B-B14F-4D97-AF65-F5344CB8AC3E}">
        <p14:creationId xmlns:p14="http://schemas.microsoft.com/office/powerpoint/2010/main" val="55448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6DFD85-7D33-2117-CC03-36A544E09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04" y="141791"/>
            <a:ext cx="7484511" cy="31917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389CF7-DFBE-379C-791E-E3C43DA6B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16" y="3628663"/>
            <a:ext cx="9875561" cy="246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3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C0FE19-7BBE-96F0-3BDA-996A5207C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846" y="325537"/>
            <a:ext cx="9302308" cy="643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92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F3980F-BC61-FC96-D89C-04DB458C2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23" y="266354"/>
            <a:ext cx="10472048" cy="649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08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6FA8D6-B7AB-F7CA-2E4E-63006E2A2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93" y="290967"/>
            <a:ext cx="11435788" cy="646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53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FFF9DB-8A60-8439-7369-2A11A92FE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87044" cy="1226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448149-B98B-1653-E1E2-90B3BC059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077" y="1226916"/>
            <a:ext cx="3025541" cy="55991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0448CD-FCAA-F563-8D79-36345BE9B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" y="3074766"/>
            <a:ext cx="2905125" cy="1552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A01B6D-3D93-7716-A723-B624009D0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26916"/>
            <a:ext cx="2914650" cy="18478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B7A2A4-D58F-4470-4E01-5062DFB981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3618" y="1226916"/>
            <a:ext cx="6170221" cy="559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388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0EAA7D-30F4-A57E-33FE-9E6EC32C5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25" y="92597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792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B542B4-6AF4-92D3-94CE-59163AD3D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42" y="104172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21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</Words>
  <Application>Microsoft Office PowerPoint</Application>
  <PresentationFormat>Widescreen</PresentationFormat>
  <Paragraphs>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2 Variable Maxima Minima</vt:lpstr>
      <vt:lpstr>PowerPoint Presentation</vt:lpstr>
      <vt:lpstr>Theory</vt:lpstr>
      <vt:lpstr>Saddle Point</vt:lpstr>
      <vt:lpstr>Practice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Variable Maxima Minima</dc:title>
  <dc:creator>Shaheera Rahman</dc:creator>
  <cp:lastModifiedBy>Shaheera Rahman</cp:lastModifiedBy>
  <cp:revision>5</cp:revision>
  <dcterms:created xsi:type="dcterms:W3CDTF">2023-03-21T06:57:48Z</dcterms:created>
  <dcterms:modified xsi:type="dcterms:W3CDTF">2023-03-23T04:42:16Z</dcterms:modified>
</cp:coreProperties>
</file>