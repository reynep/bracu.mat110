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73" r:id="rId3"/>
    <p:sldId id="272" r:id="rId4"/>
    <p:sldId id="268" r:id="rId5"/>
    <p:sldId id="261" r:id="rId6"/>
    <p:sldId id="260" r:id="rId7"/>
    <p:sldId id="275" r:id="rId8"/>
    <p:sldId id="274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00" autoAdjust="0"/>
    <p:restoredTop sz="94660"/>
  </p:normalViewPr>
  <p:slideViewPr>
    <p:cSldViewPr snapToGrid="0">
      <p:cViewPr varScale="1">
        <p:scale>
          <a:sx n="72" d="100"/>
          <a:sy n="72" d="100"/>
        </p:scale>
        <p:origin x="660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246086-EF38-46B2-ABBF-2BF8B89CC22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47EADC5-8CEB-40C9-9623-861D3984D54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2DAC5DF-86AF-46AD-9640-A532AE648D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BD7A88-7D19-42CF-A67D-203FCE35BA2A}" type="datetimeFigureOut">
              <a:rPr lang="en-US" smtClean="0"/>
              <a:t>2/20/2022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7C94BAB-B3EA-4712-BDC3-66CAB4A3EB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EB8AA9A-F7A9-4D2C-A75E-94174C20B9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D18F2D-B4F4-4B00-AB50-F5A258F53A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676916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A6D56C-9E81-456C-8FD8-847B6DBB4A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1C735D1-8885-41A2-B523-AB8DD7A23C5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F5331DD-4FEE-49A7-BBB6-2428CDAA65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BD7A88-7D19-42CF-A67D-203FCE35BA2A}" type="datetimeFigureOut">
              <a:rPr lang="en-US" smtClean="0"/>
              <a:t>2/20/2022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4805011-2159-427C-A236-042A90A804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0F24015-19B6-48A4-B325-CD8826382F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D18F2D-B4F4-4B00-AB50-F5A258F53A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499809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D2A61B-E57C-4F58-8AE2-5578E4F2B4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ACF21F7-DE0B-4A68-93ED-8D23A2AF798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695B903-B141-4701-AFEF-083BBBBFB3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BD7A88-7D19-42CF-A67D-203FCE35BA2A}" type="datetimeFigureOut">
              <a:rPr lang="en-US" smtClean="0"/>
              <a:t>2/20/2022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B8690E8-575D-4B4C-925A-963002BE52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6FA5A12-D177-4501-BEF6-7529B029C7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D18F2D-B4F4-4B00-AB50-F5A258F53A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28841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13A0B1-BD76-4756-9D0F-84C0A9FA24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AEC0B21-AA0F-4417-90E7-C835DF7F9B0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6045F8B-0F82-4394-86BA-E0D19D84D9D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B041529-C60C-4C1C-BEC3-5BCA53A76C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BD7A88-7D19-42CF-A67D-203FCE35BA2A}" type="datetimeFigureOut">
              <a:rPr lang="en-US" smtClean="0"/>
              <a:t>2/20/2022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29211EB-B99D-45B4-8346-1E3D48FE11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BC2A62F-8BAF-4174-87D7-400FC9FFAD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D18F2D-B4F4-4B00-AB50-F5A258F53A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707215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3FB4B2-9ABA-414D-98FF-6DC869D023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754A3E8-369C-4894-A95B-EE81C599DCC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BEDF806-A798-4D25-AA72-4A8F51DC9DC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4A7F027-413A-415D-A215-5C442F33254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40EDBD7-80BA-4AFD-9EBB-3FB3661ABDD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CD74F9C-DB97-48AB-B36C-37CB8FFA17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BD7A88-7D19-42CF-A67D-203FCE35BA2A}" type="datetimeFigureOut">
              <a:rPr lang="en-US" smtClean="0"/>
              <a:t>2/20/2022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57EACAC-23FA-44C9-8677-45E5E238C8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A62025C-BE58-4D8C-B74C-3DF94C31F2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D18F2D-B4F4-4B00-AB50-F5A258F53A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359471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11E650-3330-42B2-96AA-F4B191B822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70E7268-05CD-4C14-BA9F-B9BB499781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BD7A88-7D19-42CF-A67D-203FCE35BA2A}" type="datetimeFigureOut">
              <a:rPr lang="en-US" smtClean="0"/>
              <a:t>2/20/2022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BABE96E-8A15-4CB3-8D9D-48C60C48B5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95AE4A0-4A14-4650-9347-EEE1B717C4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D18F2D-B4F4-4B00-AB50-F5A258F53A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815010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FBF0F90-97FB-4374-9272-B8117CDFA0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BD7A88-7D19-42CF-A67D-203FCE35BA2A}" type="datetimeFigureOut">
              <a:rPr lang="en-US" smtClean="0"/>
              <a:t>2/20/2022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E36856C-C492-4A46-80D6-024868E334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E3411D7-1101-4C42-9FB0-A9BF4FD29B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D18F2D-B4F4-4B00-AB50-F5A258F53A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058918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6AA8D3-96C6-4CA8-BBF9-A17106A351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1B4375E-B0B8-43B2-97CA-2AC8AEE7686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413E92C-D0AF-478B-97DA-0643649C438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9754E23-D27B-4CB7-BC3C-7FE90E6F04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BD7A88-7D19-42CF-A67D-203FCE35BA2A}" type="datetimeFigureOut">
              <a:rPr lang="en-US" smtClean="0"/>
              <a:t>2/20/2022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4054B3F-1FF6-42B2-9E1D-72DF7CA765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FE561DC-8D2C-4BDA-948D-102DF7AE9D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D18F2D-B4F4-4B00-AB50-F5A258F53A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4669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81078A-2B5D-46EB-9F07-991ED2AD50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AC7EFC7-7975-4A41-B750-101D552F7A8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7EF089F-640A-47AC-86DA-28D4CA5CDC4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09E90FD-DB2A-463E-86B6-2127A25D85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BD7A88-7D19-42CF-A67D-203FCE35BA2A}" type="datetimeFigureOut">
              <a:rPr lang="en-US" smtClean="0"/>
              <a:t>2/20/2022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6FA6640-895F-4405-AAC6-80A89B9BF4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C1157C9-2BD4-41AE-B340-E8CC701F1D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D18F2D-B4F4-4B00-AB50-F5A258F53A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365824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481909-B2F2-438E-9A4E-3CFBCCB37C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3B47343-9A07-4422-9666-7D1F5954BAB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29D2251-530C-49F7-A8F7-DC5560E942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BD7A88-7D19-42CF-A67D-203FCE35BA2A}" type="datetimeFigureOut">
              <a:rPr lang="en-US" smtClean="0"/>
              <a:t>2/20/2022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51BCE0B-4D2F-4261-B545-E3B9DAA751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E0D27D8-C64C-4B59-B75E-7763EC27CC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D18F2D-B4F4-4B00-AB50-F5A258F53A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255129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A89F91C-9470-4DD6-BE8E-A6C1306A4BA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9D1DBAD-31E9-4AC6-95DA-9341D66CBAD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6FFA9F9-93D4-4209-AF79-6E1B195697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BD7A88-7D19-42CF-A67D-203FCE35BA2A}" type="datetimeFigureOut">
              <a:rPr lang="en-US" smtClean="0"/>
              <a:t>2/20/2022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C55AB10-E04D-46D7-9E38-B5E6FB2CCA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9BDB124-EA39-4128-A00F-0784341545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D18F2D-B4F4-4B00-AB50-F5A258F53A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138076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FB7B377-E3CF-4227-AEA0-C407C0795E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3342586-081E-4C55-B780-25D4B7BC52B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F08AA3D-53F1-4254-9345-40D5695DAF2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CBD7A88-7D19-42CF-A67D-203FCE35BA2A}" type="datetimeFigureOut">
              <a:rPr lang="en-US" smtClean="0"/>
              <a:t>2/20/2022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BE56C83-E1E7-4B13-BD31-4671160F270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14A4427-1094-47B7-996B-8C29E57BD68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D18F2D-B4F4-4B00-AB50-F5A258F53A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727643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5" Type="http://schemas.microsoft.com/office/2007/relationships/hdphoto" Target="../media/hdphoto3.wdp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microsoft.com/office/2007/relationships/hdphoto" Target="../media/hdphoto4.wdp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microsoft.com/office/2007/relationships/hdphoto" Target="../media/hdphoto5.wdp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3" Type="http://schemas.microsoft.com/office/2007/relationships/hdphoto" Target="../media/hdphoto6.wdp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microsoft.com/office/2007/relationships/hdphoto" Target="../media/hdphoto7.wdp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Relationship Id="rId5" Type="http://schemas.microsoft.com/office/2007/relationships/hdphoto" Target="../media/hdphoto8.wdp"/><Relationship Id="rId4" Type="http://schemas.openxmlformats.org/officeDocument/2006/relationships/image" Target="../media/image10.png"/></Relationships>
</file>

<file path=ppt/slides/_rels/slide8.xml.rels><?xml version="1.0" encoding="UTF-8" standalone="yes"?>
<Relationships xmlns="http://schemas.openxmlformats.org/package/2006/relationships"><Relationship Id="rId3" Type="http://schemas.microsoft.com/office/2007/relationships/hdphoto" Target="../media/hdphoto8.wdp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F9E467-9AB0-438E-A3DC-A7156799DE0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LEIBNITZ THEOREM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D1C1F27-6EA6-4212-AA2D-AEBF57EE9D1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Prepared by </a:t>
            </a:r>
          </a:p>
          <a:p>
            <a:r>
              <a:rPr lang="en-US" dirty="0"/>
              <a:t>Md Saif Kabir,</a:t>
            </a:r>
          </a:p>
          <a:p>
            <a:r>
              <a:rPr lang="en-US" dirty="0"/>
              <a:t>Lecturer, OAA</a:t>
            </a:r>
          </a:p>
        </p:txBody>
      </p:sp>
    </p:spTree>
    <p:extLst>
      <p:ext uri="{BB962C8B-B14F-4D97-AF65-F5344CB8AC3E}">
        <p14:creationId xmlns:p14="http://schemas.microsoft.com/office/powerpoint/2010/main" val="66776525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BDCA729D-4E94-4578-91C9-4279F6D9039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contrast="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8503" y="58728"/>
            <a:ext cx="5667497" cy="67405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7346266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CF2420-3243-4914-856A-2C65FF5BAA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76771"/>
            <a:ext cx="9236765" cy="512341"/>
          </a:xfrm>
        </p:spPr>
        <p:txBody>
          <a:bodyPr>
            <a:normAutofit fontScale="90000"/>
          </a:bodyPr>
          <a:lstStyle/>
          <a:p>
            <a:r>
              <a:rPr lang="en-US" dirty="0"/>
              <a:t>Leibniz Theorem </a:t>
            </a:r>
          </a:p>
        </p:txBody>
      </p:sp>
      <p:pic>
        <p:nvPicPr>
          <p:cNvPr id="8194" name="Picture 2" descr="https://lh3.googleusercontent.com/aD4nhu2XoLZIw8aYRB-_DObZZF7pmb_wAmm6QQeEyIw39CuK49HsIJ4o6DfAqaKa_l9E6j4Tw6-OUqcybJxm2bH9UbjPTWkaNbmkQ8MK7chT7lGXW5wnjlm4fFD3Fb4ioZMU-TcIzMDwzG1LJyIdxf5YnPJQqLzS_1joYSXdxkX3AzOGrUv_FICKUAUgO8Yo3GceGp4yqW0Ey9a0kad3VI0t7pkPiUPzYy9WM0QlOJ7EiKsnMtbvDbouCaqidzOJ5zJ6ZRmYDEC0qlVCwZZ8cF3LLUyjgYjwJmCsqQLIQR2Brm7s4op2frBsI1Hq9sCh4j5uC4ttjh40cujZ11HXc6LOgTBywQwT5eZSoDYpF2tZ6Kv6xEl1wyDi3VZg33G1kZRfWcdYU176EjEPtE7STBHQMsFmkHx3pFlhqrnwuTommHzsrAfgFoedFAHKw_4tRFsI8wKBrm7fPtXesaaHFDA9FS0bfI1du6MU5kP7cbTPDQG1Fyo-YbWFoaKVKnl2LdjhMs4maV95vcmHSou0xcZggDtPIQU3I5u_x-W4kI6B1dvooJvNNnsttukPt7qSdjWX0Buwgukzw4vYFBM6Cz2xXcw-2dDQjUFCbhikuH-gT7coNZ-LRc18lWoeQrYAvrFICzilYOqpEvwUlF0XW1HZdbb2nZ_-A-AFAB6Mtli_6txBCr_mrRHWtluxdA=w955-h657-no?authuser=0">
            <a:extLst>
              <a:ext uri="{FF2B5EF4-FFF2-40B4-BE49-F238E27FC236}">
                <a16:creationId xmlns:a16="http://schemas.microsoft.com/office/drawing/2014/main" id="{56DC1953-F44E-4556-86DA-1167A9D0B00B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0"/>
                    </a14:imgEffect>
                    <a14:imgEffect>
                      <a14:brightnessContrast contrast="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t="32330"/>
          <a:stretch/>
        </p:blipFill>
        <p:spPr bwMode="auto">
          <a:xfrm>
            <a:off x="838199" y="887895"/>
            <a:ext cx="8027505" cy="38563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CD72D9C9-EB2B-4DD7-9115-1C88B7BA5B0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rightnessContrast contrast="4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838200" y="5187580"/>
            <a:ext cx="7604776" cy="14936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9961869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 descr="https://lh3.googleusercontent.com/M2-np55-qx9FuLS9LIsUUjPbq5fuH3-4ZNpts4FPFwqUW8HZYV6rMcYu6BctSTTKR93WiKnypT4Qj9ka-uyCJBsUgpQZgCGXVVRbwd0CuwA-3KgjOyTaa8fjTbX_u4814Y7up0wHQhysTrAxhC-fWiKVA_p9Vr2OdW4NLc0OFL5H23kwjC0GHMOgzusMqqM1FLcnArEg_3Pq-_4LrZtAf1xpGdiBzzvlPt3sTzBr85SaNt58EVkTVyj-wyJowdMMWzaq0a2Y3SFrM4n7N6z6xgqac2IDjbStaGiRpZIqLewh5SUAlUJZc6nx9xRe7vAgIRn4yWIoBD8uPfce5xzDlbt7lV07K1spF-6yV71kiu53YVbVQO2Mwj9Xxk70qBAQBLeT3udwt6XzrWfUS_90eN062xIhtQx1BkIYfj2Ufp8PMXyywKcovUqVLK1aVdI1wPzIKXYpB-ZFyDDG4N-8S5ITZaW5X8uFhhGcIp-RgaFm3pZIYhM_r2AQu0XA8gQehqNk1SYCtemEbj-Zzpckdsi9Va4jgM1xiEB6aPfSRKFoiJJtPrfN-zKFp2E6-nJ5mv3er-y3TKe854ttEV2yGnjNO0-Mjiu9Q98VH5d3hl_AgUwzXf9NRKc4H2PKa5v4khdYF1VNhyUjfXju2rUDRj9VHgsRkstbPZK2cJKOihNXDwtM3YkrbtWjeYEBCw=w652-h657-no?authuser=0">
            <a:extLst>
              <a:ext uri="{FF2B5EF4-FFF2-40B4-BE49-F238E27FC236}">
                <a16:creationId xmlns:a16="http://schemas.microsoft.com/office/drawing/2014/main" id="{71EA1DFE-BC73-4605-8EA1-A54A2FC6B82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33000"/>
                    </a14:imgEffect>
                    <a14:imgEffect>
                      <a14:brightnessContrast contrast="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4909" y="304800"/>
            <a:ext cx="8229600" cy="6248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5668450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61FFC26-CA29-4D4B-A2F1-FA329754C17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0"/>
                    </a14:imgEffect>
                    <a14:imgEffect>
                      <a14:brightnessContrast contrast="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0" y="73959"/>
            <a:ext cx="5813602" cy="6710082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EEA0510E-0FA6-497B-82E3-AB93A73229F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9175" y="1250576"/>
            <a:ext cx="3752850" cy="91440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AA9C00B1-A346-4552-95A3-FABA3712FCF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8229" y="2164976"/>
            <a:ext cx="5410200" cy="5905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5791551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0B74F96-E15E-4EAE-ACB7-C768FABFCF0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0"/>
                    </a14:imgEffect>
                    <a14:imgEffect>
                      <a14:brightnessContrast contrast="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98547" y="0"/>
            <a:ext cx="647405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837222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2F53A39-B339-4757-9C4F-4675C087186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contrast="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45774" y="559572"/>
            <a:ext cx="8322365" cy="6030404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E273142F-506F-422C-8845-A794DCEAB325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rightnessContrast contrast="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1" r="62898" b="33514"/>
          <a:stretch/>
        </p:blipFill>
        <p:spPr>
          <a:xfrm>
            <a:off x="8799443" y="2796541"/>
            <a:ext cx="3392557" cy="36476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4930414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38001706-902A-4678-8F16-CB7DB6917335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contrast="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46522"/>
          <a:stretch/>
        </p:blipFill>
        <p:spPr>
          <a:xfrm>
            <a:off x="251791" y="150541"/>
            <a:ext cx="5844209" cy="65569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8472405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1237</TotalTime>
  <Words>13</Words>
  <Application>Microsoft Office PowerPoint</Application>
  <PresentationFormat>Widescreen</PresentationFormat>
  <Paragraphs>5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Arial</vt:lpstr>
      <vt:lpstr>Calibri</vt:lpstr>
      <vt:lpstr>Calibri Light</vt:lpstr>
      <vt:lpstr>Office Theme</vt:lpstr>
      <vt:lpstr>LEIBNITZ THEOREM</vt:lpstr>
      <vt:lpstr>PowerPoint Presentation</vt:lpstr>
      <vt:lpstr>Leibniz Theorem 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Easy method with Leibniz Theorem </dc:title>
  <dc:creator>SAIF-PC</dc:creator>
  <cp:lastModifiedBy>SAIF-PC</cp:lastModifiedBy>
  <cp:revision>3</cp:revision>
  <dcterms:created xsi:type="dcterms:W3CDTF">2021-11-07T09:16:15Z</dcterms:created>
  <dcterms:modified xsi:type="dcterms:W3CDTF">2022-02-20T09:11:22Z</dcterms:modified>
</cp:coreProperties>
</file>