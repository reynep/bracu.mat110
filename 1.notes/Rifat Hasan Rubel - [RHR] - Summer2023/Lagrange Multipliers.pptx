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1" r:id="rId4"/>
    <p:sldId id="262" r:id="rId5"/>
    <p:sldId id="263" r:id="rId6"/>
    <p:sldId id="259" r:id="rId7"/>
    <p:sldId id="258" r:id="rId8"/>
    <p:sldId id="257" r:id="rId9"/>
    <p:sldId id="266" r:id="rId10"/>
    <p:sldId id="25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E96AD-A1D0-4B0F-9E8E-26CF0AD6EF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4916BC-2C3C-455E-B92E-C15CC0ECD3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892F9-4E56-45BB-B020-0A4A19AA8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35D4F-A772-48F9-BFD6-8CB5AEEEF375}" type="datetimeFigureOut">
              <a:rPr lang="en-US" smtClean="0"/>
              <a:t>4/5/2022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16F66-04E9-4391-8EE2-8FEEB82D1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12EBF-FB59-46DF-8C4F-77D9231A8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11A63-3D60-4B2A-BF01-3E2F52C7B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41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4028E-9AAE-488B-A606-1CB2339D6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58A4F-775E-449A-BAC4-056D74DD7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C539B-6832-4452-B140-FC9A3C7FA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35D4F-A772-48F9-BFD6-8CB5AEEEF375}" type="datetimeFigureOut">
              <a:rPr lang="en-US" smtClean="0"/>
              <a:t>4/5/2022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4BE14-C7AB-4038-A98D-5A2F6BBCB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3C2D29-9F3D-4A69-BDD7-39E36693B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11A63-3D60-4B2A-BF01-3E2F52C7B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4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4E6F8-D22A-4F11-9A83-E492B93FD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5D5359-89E0-45C9-83D1-6ACB1E7C79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EA268-0B05-4FA2-AC69-F47F8C0E7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35D4F-A772-48F9-BFD6-8CB5AEEEF375}" type="datetimeFigureOut">
              <a:rPr lang="en-US" smtClean="0"/>
              <a:t>4/5/2022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35DCA-C78D-46A1-94D9-E6B1601C6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11872-DADF-4DE3-8760-769C24A77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11A63-3D60-4B2A-BF01-3E2F52C7B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374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DC648-8B55-4513-9BD1-209378508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97ABB-D7D4-482F-A7E5-CE2D817BB2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6CA2C8-684C-45DD-A905-4E9B5EFEDA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AA0B68-0562-44B8-A1FC-E927D43D8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35D4F-A772-48F9-BFD6-8CB5AEEEF375}" type="datetimeFigureOut">
              <a:rPr lang="en-US" smtClean="0"/>
              <a:t>4/5/2022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7051DF-3F42-475F-86A3-25CE874A8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5F0C2C-DA19-442D-9780-2F19CEA03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11A63-3D60-4B2A-BF01-3E2F52C7B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734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62C81-B35E-4EA6-9B24-102257AF6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2A8BC0-F961-4F7D-A281-79FC65599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4100D8-9A13-4CB2-8311-20B016F6C7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DBF639-1827-40DC-B39A-78D9471186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F7DB50-AF71-4824-9B26-90DAF95E06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D78A61-9632-4D7D-B76A-8EA146710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35D4F-A772-48F9-BFD6-8CB5AEEEF375}" type="datetimeFigureOut">
              <a:rPr lang="en-US" smtClean="0"/>
              <a:t>4/5/2022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07EF67-72FA-41F8-8416-E66992471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BAB9C6-E11F-4CDD-913C-ABADF9D32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11A63-3D60-4B2A-BF01-3E2F52C7B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58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E1D2-8B9A-4707-B374-81D712D2B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E9A4A0-2075-48F2-8203-8D06EAEA0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35D4F-A772-48F9-BFD6-8CB5AEEEF375}" type="datetimeFigureOut">
              <a:rPr lang="en-US" smtClean="0"/>
              <a:t>4/5/2022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F4D98D-0118-4DCE-962A-0AF1665A2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614109-4721-4444-B597-5B13645F1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11A63-3D60-4B2A-BF01-3E2F52C7B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979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A76009-8881-41DD-85F3-59E949B64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35D4F-A772-48F9-BFD6-8CB5AEEEF375}" type="datetimeFigureOut">
              <a:rPr lang="en-US" smtClean="0"/>
              <a:t>4/5/2022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A36847-3450-445D-A53F-CCBF021EC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7403B7-DBA4-49F8-ABB5-5BD1AA053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11A63-3D60-4B2A-BF01-3E2F52C7B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13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DF814-3E06-4E19-8BF9-1148298C1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0FAB3-8285-49B9-A573-D13F8F8EA4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647F2B-607B-4981-AD3F-00FCEEE326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F83A07-E068-4E67-893C-E14144831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35D4F-A772-48F9-BFD6-8CB5AEEEF375}" type="datetimeFigureOut">
              <a:rPr lang="en-US" smtClean="0"/>
              <a:t>4/5/2022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64CD73-EBD5-45A3-9EC9-27BB5A159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B3A8AD-76C5-4C1B-92F2-01B171659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11A63-3D60-4B2A-BF01-3E2F52C7B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761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02F52-AA3E-438B-87E4-D16892722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A27E07-AFA3-4899-85BD-C806391B8C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2CE98F-0CF4-4A13-B307-821B5FA122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E5DC19-257A-4D75-AF70-64EDC916A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35D4F-A772-48F9-BFD6-8CB5AEEEF375}" type="datetimeFigureOut">
              <a:rPr lang="en-US" smtClean="0"/>
              <a:t>4/5/2022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5767B4-8FC7-4BB2-8541-2DAF0C1EE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2BE0E3-C047-405D-83C5-5A40912E0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11A63-3D60-4B2A-BF01-3E2F52C7B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355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BC192-11F4-458B-AD8A-65DDA1B2E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DE6B7E-13DA-4CDD-824F-2D204C29CF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722CC-70B4-497F-B153-9B4F35F79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35D4F-A772-48F9-BFD6-8CB5AEEEF375}" type="datetimeFigureOut">
              <a:rPr lang="en-US" smtClean="0"/>
              <a:t>4/5/2022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605FA-734C-4ABB-A8E4-DF4E36091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0C8BA-B466-4852-BFC8-E9C750C7C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11A63-3D60-4B2A-BF01-3E2F52C7B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019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B999F-6EE9-4086-84BB-CF74D29BA8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F4EA73-A3FD-474D-B1CB-4ED5A34732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00256-6093-4BA6-B848-21FE08A69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35D4F-A772-48F9-BFD6-8CB5AEEEF375}" type="datetimeFigureOut">
              <a:rPr lang="en-US" smtClean="0"/>
              <a:t>4/5/2022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2516FE-B3D5-46FB-BB6C-1D917D23E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84761-1FEC-4AFC-9BE5-6CC0A205C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11A63-3D60-4B2A-BF01-3E2F52C7B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220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055026-0245-423E-AA6E-B250A6443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F5EDD-3586-44C2-8ABC-2C3F10E31D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E5842-6B8A-4A45-9BB3-A00EDBB342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B35D4F-A772-48F9-BFD6-8CB5AEEEF375}" type="datetimeFigureOut">
              <a:rPr lang="en-US" smtClean="0"/>
              <a:t>4/5/2022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9B220-406C-4BC1-B91F-2F51E465EB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ED0F8F-33CD-4112-8869-3F09E05BA6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911A63-3D60-4B2A-BF01-3E2F52C7B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589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4CCDA-9F62-466D-ADB1-0B16B0C4C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416" y="231319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/>
              <a:t>Lagrange Multipliers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DB95A4-235C-4568-9E09-F88FD838A1D8}"/>
              </a:ext>
            </a:extLst>
          </p:cNvPr>
          <p:cNvSpPr txBox="1"/>
          <p:nvPr/>
        </p:nvSpPr>
        <p:spPr>
          <a:xfrm>
            <a:off x="5103428" y="3526204"/>
            <a:ext cx="160358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i="1" dirty="0"/>
              <a:t>Prepared by </a:t>
            </a:r>
          </a:p>
          <a:p>
            <a:pPr algn="ctr"/>
            <a:r>
              <a:rPr lang="en-US" sz="2000" i="1" dirty="0"/>
              <a:t>Md Saif Kabir</a:t>
            </a:r>
          </a:p>
          <a:p>
            <a:pPr algn="ctr"/>
            <a:r>
              <a:rPr lang="en-US" sz="2000" i="1" dirty="0"/>
              <a:t>Lecturer, OAA</a:t>
            </a:r>
          </a:p>
        </p:txBody>
      </p:sp>
    </p:spTree>
    <p:extLst>
      <p:ext uri="{BB962C8B-B14F-4D97-AF65-F5344CB8AC3E}">
        <p14:creationId xmlns:p14="http://schemas.microsoft.com/office/powerpoint/2010/main" val="3978572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F605E5-6ADB-4242-9119-2D1623DA52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95250" y="857250"/>
            <a:ext cx="6858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132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8CFE2B-E528-4798-8590-ED1AB90365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120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3B5D29-470C-47ED-BFFC-80FDFFC352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719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94714A-6865-4667-814E-08ABBFDA7B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0D6F4D-7DA9-441E-B058-39F33CFBF2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482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A08969-1918-4DB0-8DD1-7C47106B18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894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ECD108-FF63-4745-B7BC-9F1DDAE6BC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013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F4675C-5BE3-4466-92CC-95124CA743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0FFAD2-8088-491D-ADFA-1CC1736743A5}"/>
              </a:ext>
            </a:extLst>
          </p:cNvPr>
          <p:cNvSpPr txBox="1"/>
          <p:nvPr/>
        </p:nvSpPr>
        <p:spPr>
          <a:xfrm>
            <a:off x="5380382" y="5976730"/>
            <a:ext cx="323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See the working in the next slide</a:t>
            </a:r>
          </a:p>
        </p:txBody>
      </p:sp>
    </p:spTree>
    <p:extLst>
      <p:ext uri="{BB962C8B-B14F-4D97-AF65-F5344CB8AC3E}">
        <p14:creationId xmlns:p14="http://schemas.microsoft.com/office/powerpoint/2010/main" val="190514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190A10-C3AF-400E-A58F-1E4B423CF0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3255" y="202095"/>
            <a:ext cx="6445489" cy="645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9671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7C9F7A-5256-49BD-938D-B8704EC94F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664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17</Words>
  <Application>Microsoft Office PowerPoint</Application>
  <PresentationFormat>Widescreen</PresentationFormat>
  <Paragraphs>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Lagrange Multipliers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Lagrange Multipliers</dc:title>
  <dc:creator>SAIF-PC</dc:creator>
  <cp:lastModifiedBy>SAIF-PC</cp:lastModifiedBy>
  <cp:revision>3</cp:revision>
  <dcterms:created xsi:type="dcterms:W3CDTF">2021-12-14T08:44:34Z</dcterms:created>
  <dcterms:modified xsi:type="dcterms:W3CDTF">2022-04-05T08:31:34Z</dcterms:modified>
</cp:coreProperties>
</file>