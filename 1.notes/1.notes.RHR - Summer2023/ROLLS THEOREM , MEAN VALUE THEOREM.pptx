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  <p:sldId id="258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3A1A4-E4F9-4CC6-BA2B-99F787149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299FE-AADF-47EE-B9A2-0CBE20334F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791B8-4E6C-4426-87F2-7D814146B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6059B-FE52-4B5A-BB9C-C352B61DCFDC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7F786-4967-46EF-B924-0C9DBF0D4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F0E0-BD49-490A-85D0-212FDFCC1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F537-5DFB-4D31-9FBA-9C2D34FF8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240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890D1-68AB-4E42-AB50-3FC16B8AB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572DD-4470-45A6-9C36-320CB2786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A90DB-B68A-4160-B5FE-73931251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6059B-FE52-4B5A-BB9C-C352B61DCFDC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8549-1358-4609-ABC6-434BCA2E6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B4428-AF29-4D84-A7FE-500AAEAA6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F537-5DFB-4D31-9FBA-9C2D34FF8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984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3798D-0438-4949-A0AB-8713A19A5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224EA-6388-4B8C-8C34-A93234710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EC445-CADB-4231-A6D4-7241E1DAF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6059B-FE52-4B5A-BB9C-C352B61DCFDC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A859D-E5C1-4D2A-92ED-AF794F4F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7CC95-1547-4E0B-85AB-6837DE554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F537-5DFB-4D31-9FBA-9C2D34FF8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721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84F83-9184-44BB-8E65-B507C61E6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1DE13-96E2-44FC-BEB1-4D43649260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912F4-754D-439C-9E4A-A2A831D32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44C9E-8C75-4F52-BBD0-BDA607D54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6059B-FE52-4B5A-BB9C-C352B61DCFDC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84F1D-110A-4DCB-92C1-AD836A988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A6304-2D91-4B56-A0A4-AC7DE75C7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F537-5DFB-4D31-9FBA-9C2D34FF8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6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A4C8D-0C29-4306-A8DB-5D286B24D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897C8-B128-43E5-9E06-A1A3F98E6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7CFC5-C0EB-4A69-9496-584898770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6E6AF9-7106-4DC8-B668-5A10677ED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46A48A-AA87-4E73-B913-CC5AFE20EC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CB837A-5535-4BA6-89E3-96C925431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6059B-FE52-4B5A-BB9C-C352B61DCFDC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B6552-CBD4-4A11-8F4B-123895F67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F9AA6-BE55-41EA-A8CB-6EC480747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F537-5DFB-4D31-9FBA-9C2D34FF8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25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9398E-7A2F-4174-9BCB-643030EEB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0A02D5-53AF-492A-94FF-398E5692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6059B-FE52-4B5A-BB9C-C352B61DCFDC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AF28B-B2B8-4F5E-875E-7E08D8F5D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78646-C14E-48FA-BF84-D57D5C945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F537-5DFB-4D31-9FBA-9C2D34FF8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64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C85FA6-1B6B-4D2F-8F15-46377D5D5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6059B-FE52-4B5A-BB9C-C352B61DCFDC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0D07EE-B3E3-42A2-91C6-75E44784F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13E5F-5965-42E6-A153-9EE9D27F6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F537-5DFB-4D31-9FBA-9C2D34FF8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3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EEBE-5D68-4DFC-A7BB-3EA8EAE21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53B1E-4889-41F9-A121-D2E50B5BB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04FFE-5448-42BA-B19B-B3B5F950C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8A68E2-587E-4C70-B32D-444F0362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6059B-FE52-4B5A-BB9C-C352B61DCFDC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71BBD-1CA9-4E57-B34C-3B9B643E9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F5955-35A1-4D44-BC20-68CF8787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F537-5DFB-4D31-9FBA-9C2D34FF8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51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562D3-548A-4F8B-9974-D56EEB8BB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83D560-9F76-4023-BBE2-D67F965A20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E68770-097A-406F-A3E4-7F8AB00F9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0A1CC-CDA1-415A-BF61-90B0E299E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6059B-FE52-4B5A-BB9C-C352B61DCFDC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4D1FC-C48B-462B-B0CC-A834B09BC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75D31-C49F-45CF-9AD7-8796628E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F537-5DFB-4D31-9FBA-9C2D34FF8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2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B50DF-56E9-4A08-9B90-813026363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7645BB-CEBE-4CF3-8C9E-D91C2E7A3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111BB-4264-496A-871B-FC39FE08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6059B-FE52-4B5A-BB9C-C352B61DCFDC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52F18-AD03-48F0-85DA-A8AE8D857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9CC0A-39A3-4F72-BE71-B862398D5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F537-5DFB-4D31-9FBA-9C2D34FF8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65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CB1112-EDFA-4B62-ABFE-6F0F82D93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863E61-B5C8-410A-A1F9-B9D2AF18E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2FAF1-1A6D-4E7B-8A1A-464767F96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6059B-FE52-4B5A-BB9C-C352B61DCFDC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68788-5BE2-4755-9296-ACB91441E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36C0D-40F0-4A74-9422-DC4345768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F537-5DFB-4D31-9FBA-9C2D34FF8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95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FF59F8-7650-448F-9E88-33A8F2E7C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51DD3-3010-4FB0-9E94-85C3DC0CB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9B382-2EE2-4B0F-A2FD-CBBC02228C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6059B-FE52-4B5A-BB9C-C352B61DCFDC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1D3F0-5020-42B0-8B0F-CAD2AEF126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21120-D5C6-45FF-A8EC-771FF3A48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BF537-5DFB-4D31-9FBA-9C2D34FF8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980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1D47992-D9B5-477C-B63B-102DAABC7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570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5400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Rockwell Condensed" panose="02060603050405020104"/>
              </a:rPr>
              <a:t>ROLLS THEOREM</a:t>
            </a:r>
            <a:r>
              <a:rPr kumimoji="0" lang="en-US" sz="5400" b="0" i="0" u="none" strike="noStrike" kern="1200" cap="all" spc="0" normalizeH="0" baseline="0" noProof="0" dirty="0">
                <a:ln>
                  <a:noFill/>
                </a:ln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effectLst/>
                <a:uLnTx/>
                <a:uFillTx/>
                <a:latin typeface="Rockwell Condensed" panose="02060603050405020104"/>
                <a:ea typeface="+mj-ea"/>
                <a:cs typeface="+mj-cs"/>
              </a:rPr>
              <a:t> , </a:t>
            </a:r>
            <a:r>
              <a:rPr lang="en-US" sz="5400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Rockwell Condensed" panose="02060603050405020104"/>
              </a:rPr>
              <a:t>MEAN VALUE THEOREM</a:t>
            </a:r>
            <a:br>
              <a:rPr kumimoji="0" lang="en-US" sz="5400" b="0" i="0" u="none" strike="noStrike" kern="1200" cap="all" spc="0" normalizeH="0" baseline="0" noProof="0" dirty="0">
                <a:ln>
                  <a:noFill/>
                </a:ln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effectLst/>
                <a:uLnTx/>
                <a:uFillTx/>
                <a:latin typeface="Rockwell Condensed" panose="02060603050405020104"/>
                <a:ea typeface="+mj-ea"/>
                <a:cs typeface="+mj-cs"/>
              </a:rPr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8774D8-2FD9-4250-82B3-6E436330D072}"/>
              </a:ext>
            </a:extLst>
          </p:cNvPr>
          <p:cNvSpPr txBox="1"/>
          <p:nvPr/>
        </p:nvSpPr>
        <p:spPr>
          <a:xfrm>
            <a:off x="4306956" y="3429000"/>
            <a:ext cx="29168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Prepared by</a:t>
            </a:r>
          </a:p>
          <a:p>
            <a:pPr algn="ctr"/>
            <a:r>
              <a:rPr lang="en-US" sz="2400" dirty="0"/>
              <a:t>Md Saif Kabir</a:t>
            </a:r>
          </a:p>
          <a:p>
            <a:pPr algn="ctr"/>
            <a:r>
              <a:rPr lang="en-US" sz="2400" dirty="0" err="1"/>
              <a:t>Lecturer,OAA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00988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DA0B58-959E-4CF7-96FE-A866830A435F}"/>
              </a:ext>
            </a:extLst>
          </p:cNvPr>
          <p:cNvSpPr txBox="1"/>
          <p:nvPr/>
        </p:nvSpPr>
        <p:spPr>
          <a:xfrm>
            <a:off x="609600" y="66347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Rockwell Condensed" panose="02060603050405020104"/>
              </a:rPr>
              <a:t>ROLLS THEOREM</a:t>
            </a:r>
            <a:r>
              <a:rPr kumimoji="0" lang="en-US" sz="3600" b="0" i="0" u="none" strike="noStrike" kern="1200" cap="all" spc="0" normalizeH="0" baseline="0" noProof="0" dirty="0">
                <a:ln>
                  <a:noFill/>
                </a:ln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effectLst/>
                <a:uLnTx/>
                <a:uFillTx/>
                <a:latin typeface="Rockwell Condensed" panose="02060603050405020104"/>
                <a:ea typeface="+mj-ea"/>
                <a:cs typeface="+mj-cs"/>
              </a:rPr>
              <a:t> 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BF800-5852-47ED-A72C-845009888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22" y="1309804"/>
            <a:ext cx="6926332" cy="546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979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30279A-0B2D-47EE-B353-4A11287DF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95" y="635482"/>
            <a:ext cx="8492159" cy="514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972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986473-EB9B-4652-9A56-A9A5B59DD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32" y="938837"/>
            <a:ext cx="8565252" cy="49803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B82D61-C20B-48F3-98D4-212A42232C68}"/>
              </a:ext>
            </a:extLst>
          </p:cNvPr>
          <p:cNvSpPr txBox="1"/>
          <p:nvPr/>
        </p:nvSpPr>
        <p:spPr>
          <a:xfrm>
            <a:off x="318052" y="35406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cap="all" dirty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Rockwell Condensed" panose="02060603050405020104"/>
              </a:rPr>
              <a:t>MEAN VALUE THEOREM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44968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77BE12-D302-42FD-885F-EB3C7E06D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26" y="1026007"/>
            <a:ext cx="8043655" cy="432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59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19EFED-A8D1-4D51-B301-06A22493F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25" y="416673"/>
            <a:ext cx="6846197" cy="602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02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Rockwell Condensed</vt:lpstr>
      <vt:lpstr>Office Theme</vt:lpstr>
      <vt:lpstr>ROLLS THEOREM , MEAN VALUE THEOREM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ROLLS THEOREM , MEAN VALUE THEOREM </dc:title>
  <dc:creator>SAIF-PC</dc:creator>
  <cp:lastModifiedBy>SAIF-PC</cp:lastModifiedBy>
  <cp:revision>1</cp:revision>
  <dcterms:created xsi:type="dcterms:W3CDTF">2022-03-03T12:43:48Z</dcterms:created>
  <dcterms:modified xsi:type="dcterms:W3CDTF">2022-03-03T12:44:07Z</dcterms:modified>
</cp:coreProperties>
</file>