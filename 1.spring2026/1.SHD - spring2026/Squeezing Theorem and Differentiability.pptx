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3" r:id="rId4"/>
    <p:sldId id="262" r:id="rId5"/>
    <p:sldId id="264" r:id="rId6"/>
    <p:sldId id="260" r:id="rId7"/>
    <p:sldId id="257" r:id="rId8"/>
    <p:sldId id="259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B7622-4858-4023-AC98-8A11C352D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78778-7F3F-4F40-B78C-22E3D6673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8E56E-977C-4B30-A5A4-C5365B87A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5D746-5A08-4D96-BA0C-DB98B65FD19B}" type="datetimeFigureOut">
              <a:rPr lang="en-US" smtClean="0"/>
              <a:t>6/13/2022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D1FBD-7DD3-446B-9F26-6DF03C1B5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7CE9-16FA-4D35-97AF-409CA3F66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F57AD-9118-491C-9DBA-C4C933AB5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73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E6E89-913D-408D-ADAA-B4F54D130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53689-FF8D-4093-B760-EE08353BF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36C04-3801-4599-A4F2-DE5CAC41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5D746-5A08-4D96-BA0C-DB98B65FD19B}" type="datetimeFigureOut">
              <a:rPr lang="en-US" smtClean="0"/>
              <a:t>6/13/2022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8028F-31CB-4BCD-8C7E-515306FBC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C0827-CFEB-4DF4-867F-7E934F4C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F57AD-9118-491C-9DBA-C4C933AB5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3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88EC-F96B-4BB7-A166-3535CC3CD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B504E-36AF-49C9-BACA-C0423DBD8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F6DA5-8BE0-435E-AA80-05106D42C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5D746-5A08-4D96-BA0C-DB98B65FD19B}" type="datetimeFigureOut">
              <a:rPr lang="en-US" smtClean="0"/>
              <a:t>6/13/2022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33FE0-1851-41A0-8DA1-CF423833C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279C3-48F1-40BD-BAC5-88A12CE09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F57AD-9118-491C-9DBA-C4C933AB5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94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2027C-EA66-49AE-B23E-D2EA8E1D6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6BB23-4074-4946-B3F3-55C6F1368A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61F3E-C88C-4685-8595-DE2D67880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EDB78-0A7C-4A90-BE87-1255E7B0A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5D746-5A08-4D96-BA0C-DB98B65FD19B}" type="datetimeFigureOut">
              <a:rPr lang="en-US" smtClean="0"/>
              <a:t>6/13/2022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780FF-A3F2-40B0-BA02-4E8F556B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02293-7B53-48FC-A7FA-8ADC31D1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F57AD-9118-491C-9DBA-C4C933AB5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30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95CD7-687B-4837-AD5E-FEA23AE59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54850-10A8-4A5F-A6D5-E0A0DE415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66531-3103-457A-8660-8A6CCEFA4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8A48E-2E0C-4820-8816-E770C7FF7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47DE67-7E49-42ED-9C23-C404240E5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EFC5A3-2C41-4696-AFD1-1DC700A80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5D746-5A08-4D96-BA0C-DB98B65FD19B}" type="datetimeFigureOut">
              <a:rPr lang="en-US" smtClean="0"/>
              <a:t>6/13/2022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9C2D7-492C-4305-8F1B-802C341B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B80A58-C978-417A-B2D6-E13C2C120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F57AD-9118-491C-9DBA-C4C933AB5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7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7AFF4-0BC3-4BF6-A035-C4E514743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2CEAA-64E2-48B6-B0DD-505B1E2D4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5D746-5A08-4D96-BA0C-DB98B65FD19B}" type="datetimeFigureOut">
              <a:rPr lang="en-US" smtClean="0"/>
              <a:t>6/13/2022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C4AB8-51B0-47F4-AE7A-68613E330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98371-B267-4044-93F5-3412621E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F57AD-9118-491C-9DBA-C4C933AB5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9DB3D9-7B70-438C-BC4E-EC1A163DB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5D746-5A08-4D96-BA0C-DB98B65FD19B}" type="datetimeFigureOut">
              <a:rPr lang="en-US" smtClean="0"/>
              <a:t>6/13/2022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342A63-7488-4439-B8DD-31EFA69D4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49C40-153A-4B24-BE59-226D79267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F57AD-9118-491C-9DBA-C4C933AB5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83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B7DE-564B-46E0-B6D4-A4787B2B0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9ADC-DE4A-47EB-992F-402F86390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B2D97-0537-46FB-9EF4-3F6199876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7FB6D-247E-40F7-82BF-5D483F7E8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5D746-5A08-4D96-BA0C-DB98B65FD19B}" type="datetimeFigureOut">
              <a:rPr lang="en-US" smtClean="0"/>
              <a:t>6/13/2022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DD305-79A0-40B7-A404-5F457407A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D4641-F574-4E7C-B4C7-8B5E97D2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F57AD-9118-491C-9DBA-C4C933AB5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24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C4300-F6CB-4616-8372-DB8DF95F9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A1609B-A9FA-4F8A-934B-9EDD364FE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ECA17-D828-45E6-846B-8ABB5F6E4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9BC69-7CBF-4836-90BB-8FD78FACD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5D746-5A08-4D96-BA0C-DB98B65FD19B}" type="datetimeFigureOut">
              <a:rPr lang="en-US" smtClean="0"/>
              <a:t>6/13/2022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252DA-668C-45C5-9E7D-5114C305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32694-51AA-4363-AE86-2FC4DB39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F57AD-9118-491C-9DBA-C4C933AB5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37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9C2DE-6E92-405D-8B42-6BB29B919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E71FF-AEC5-47BC-9BE2-95A7AD47D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20B8A-CEF7-41FE-AE81-C646C5873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5D746-5A08-4D96-BA0C-DB98B65FD19B}" type="datetimeFigureOut">
              <a:rPr lang="en-US" smtClean="0"/>
              <a:t>6/13/2022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E0DA4-B7E9-4BE0-B559-6F040D61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5638F-B8D5-4654-98A4-62622333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F57AD-9118-491C-9DBA-C4C933AB5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4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51216A-2BBC-4ACF-8137-CE1B1A2B2C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608A0-0AE2-4AB7-88F6-ED3AFCAB4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CD984-E036-48A9-9A50-9B5300F7F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5D746-5A08-4D96-BA0C-DB98B65FD19B}" type="datetimeFigureOut">
              <a:rPr lang="en-US" smtClean="0"/>
              <a:t>6/13/2022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10334-7C78-4DFB-9B89-AB04B7F7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F37A8-6242-4E87-A78E-A24CB4E0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F57AD-9118-491C-9DBA-C4C933AB5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942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265F1-CBAC-4156-AD74-110E627F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2F789-72AA-401D-B24D-5328B93EB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59BE6-0BC8-429C-B549-E30F977B9A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5D746-5A08-4D96-BA0C-DB98B65FD19B}" type="datetimeFigureOut">
              <a:rPr lang="en-US" smtClean="0"/>
              <a:t>6/13/2022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FD4BF-91DB-46AE-8A7D-6484C98E4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54C6-8811-4ABA-87F3-72A22C79A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F57AD-9118-491C-9DBA-C4C933AB5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430EF-5473-4D07-ACE0-48F2684E55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Squeezing Theorem and Differentiability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56D1C-B5D6-4DA8-998A-5DB9956448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Md Saif Kabir,</a:t>
            </a:r>
          </a:p>
          <a:p>
            <a:r>
              <a:rPr lang="en-US" dirty="0"/>
              <a:t>Lecturer, OAA</a:t>
            </a:r>
          </a:p>
        </p:txBody>
      </p:sp>
    </p:spTree>
    <p:extLst>
      <p:ext uri="{BB962C8B-B14F-4D97-AF65-F5344CB8AC3E}">
        <p14:creationId xmlns:p14="http://schemas.microsoft.com/office/powerpoint/2010/main" val="342354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0E3897-714E-9BD4-18E4-068C59943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18" y="1419061"/>
            <a:ext cx="6938134" cy="54389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B643F9-4BBE-3A72-441E-AE20B1FDB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99" y="130243"/>
            <a:ext cx="734377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546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56C648-F44D-43A9-9794-133036407A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30"/>
          <a:stretch/>
        </p:blipFill>
        <p:spPr>
          <a:xfrm>
            <a:off x="0" y="93329"/>
            <a:ext cx="9161752" cy="39130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48D6E3-B50E-D45A-F35C-CE4D05BC9C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75" b="16340"/>
          <a:stretch/>
        </p:blipFill>
        <p:spPr>
          <a:xfrm>
            <a:off x="8108054" y="3670854"/>
            <a:ext cx="4004434" cy="312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75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2919D1-EBA1-47E7-81C9-09E553230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72" y="1149926"/>
            <a:ext cx="11143438" cy="358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892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5E7791-847B-4280-A52F-A468FB626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08" y="734291"/>
            <a:ext cx="10208798" cy="574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941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lh4.googleusercontent.com/dY04UYP9yPHTGMOoUHr1f2l3LPJsxw_lqiOlKlJmkOe8cL8hIM63wyZk3eXeSzCtnuGL2vmhBLpAZnkwXrCW6LwujwGc7bmRkHOKRPF1bC_IEuyJ2nn9nlF3Lx9gMswc4cxwTwtW_qiKFN0WBw">
            <a:extLst>
              <a:ext uri="{FF2B5EF4-FFF2-40B4-BE49-F238E27FC236}">
                <a16:creationId xmlns:a16="http://schemas.microsoft.com/office/drawing/2014/main" id="{B19FCAFE-9A2F-42B4-B27E-B16464A5F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98" y="831274"/>
            <a:ext cx="3155950" cy="983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94CE00D-9F44-409D-B865-A9C88E4998C3}"/>
              </a:ext>
            </a:extLst>
          </p:cNvPr>
          <p:cNvSpPr/>
          <p:nvPr/>
        </p:nvSpPr>
        <p:spPr>
          <a:xfrm>
            <a:off x="118341" y="304800"/>
            <a:ext cx="4426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Test the continuity of the following function: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4F3CC-9429-48C2-87DD-B5C70238552D}"/>
              </a:ext>
            </a:extLst>
          </p:cNvPr>
          <p:cNvSpPr txBox="1"/>
          <p:nvPr/>
        </p:nvSpPr>
        <p:spPr>
          <a:xfrm>
            <a:off x="1692645" y="1972088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x=a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5B97EA-B33A-44A7-8063-C02DE3A22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238" y="674132"/>
            <a:ext cx="8147916" cy="611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294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71DD4A-2512-47E9-A65B-6E5607F51B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8" r="3929"/>
          <a:stretch/>
        </p:blipFill>
        <p:spPr>
          <a:xfrm>
            <a:off x="1524001" y="898381"/>
            <a:ext cx="8298872" cy="59596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92E411-D024-4566-93E8-57464FB2A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29"/>
            <a:ext cx="4336473" cy="9027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49794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https://lh3.googleusercontent.com/GF2lr6mneQYyY9Ni0oclGJ3O5bIoUpP417C-po5Y4R800J4ccDHxQ9uZeMSqKyxV9wPKxz358kx7oGlQ43jZYv1cJa2ZW-mbJlyKhKNjpzyeX9SkSSl9JaCI_2w4tYgt8OJJIvUKGUPtvwOYOKwhBtl3165lFtyobpP6L-zPl5eQOd8LVmbRVv5GoV9Xh3T6kWJXBpDx6FxYgIVo1J_E3SvzpTDrhTGw3SHBV2JF0o6n5pTajuSmSrJkq7R6S4pBgzlBB0mHqPVMR30W69vbTB2qbG2fBSrMsM2cx878m6SyFzpUqknZSrScIZUUI2zZvzqf18WBWPfXADgl1940XhMZ_3CUsRIZBuX-BLnEQYy183kixHXh6BRo1ZVwgmlH9Dz21bvqB5kkzdd7n6_DkF4zMjOKhqkI8N9kSutjVSq4QEcsuVfDInuMjoqrWcA_btEM6boZ0tOuLynKFScbWwUHCwuohnDQWbo4z4f9f1igPFBYSEXC5IMUVq2UmSGmO-heRu9vHKeo-dky12bpTtYHrFnxZMnHJaJBD1YQ54WgNdsK-006Biy82O-K8qgkcDCVKGJ6Z4VuH07JpsHfxJ4fqYQ1eHVwdBZBqM7vXYoJV9o4ub_-5iJxaPQTBKYBHZc7AK0L43viGB7dSmUDWg-mLEJ2nKdsdQRfsleSKZoIdygKBNTFDVXYmQWymA=w675-h730-no?authuser=0">
            <a:extLst>
              <a:ext uri="{FF2B5EF4-FFF2-40B4-BE49-F238E27FC236}">
                <a16:creationId xmlns:a16="http://schemas.microsoft.com/office/drawing/2014/main" id="{F317D9DA-6D06-411E-BB24-1559DD824B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9999" y="161203"/>
            <a:ext cx="7447392" cy="6535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7" name="Picture 15" descr="https://lh3.googleusercontent.com/FxQ9-u8xyBNBt8p6BXs8c60PCA_blaBhTR4LMAxxRi7eeL9ngSW2euTnba767bpn5hms0Depj6gUfAKI_kjNFntJEiu4WjGr23AdevW3orDWILKxMHKev679P3HEl8-eGJvxVnkbAjSd2IEJCw">
            <a:extLst>
              <a:ext uri="{FF2B5EF4-FFF2-40B4-BE49-F238E27FC236}">
                <a16:creationId xmlns:a16="http://schemas.microsoft.com/office/drawing/2014/main" id="{C4DD8CD4-9E7E-4F47-B0FF-390BE7960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87" y="387926"/>
            <a:ext cx="2242210" cy="78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B938CC-BF82-4A84-B7B8-01D87FCC86CB}"/>
              </a:ext>
            </a:extLst>
          </p:cNvPr>
          <p:cNvSpPr txBox="1"/>
          <p:nvPr/>
        </p:nvSpPr>
        <p:spPr>
          <a:xfrm>
            <a:off x="304801" y="1413164"/>
            <a:ext cx="423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Determine the differentiability at x=9?</a:t>
            </a:r>
          </a:p>
        </p:txBody>
      </p:sp>
    </p:spTree>
    <p:extLst>
      <p:ext uri="{BB962C8B-B14F-4D97-AF65-F5344CB8AC3E}">
        <p14:creationId xmlns:p14="http://schemas.microsoft.com/office/powerpoint/2010/main" val="823421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5501BE-F027-4D71-A602-F81C9667D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27" y="363681"/>
            <a:ext cx="8174182" cy="613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56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31</Words>
  <Application>Microsoft Office PowerPoint</Application>
  <PresentationFormat>Widescreen</PresentationFormat>
  <Paragraphs>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Squeezing Theorem and Differentiability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Squeezing Theorem and Differentiability</dc:title>
  <dc:creator>SAIF-PC</dc:creator>
  <cp:lastModifiedBy>SAIF-PC</cp:lastModifiedBy>
  <cp:revision>2</cp:revision>
  <dcterms:created xsi:type="dcterms:W3CDTF">2022-02-13T08:16:54Z</dcterms:created>
  <dcterms:modified xsi:type="dcterms:W3CDTF">2022-06-13T08:50:26Z</dcterms:modified>
</cp:coreProperties>
</file>