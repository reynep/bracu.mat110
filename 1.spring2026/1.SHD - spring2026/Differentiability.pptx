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jqsxSiPUR2ZFdMWS3QyDvSmAw5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2556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2666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2007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4034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0243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6829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89397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9378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783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9903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3568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01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Differentiability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825" y="636607"/>
            <a:ext cx="10824349" cy="4768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4907666" cy="259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592729"/>
            <a:ext cx="3565003" cy="4207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81822" y="0"/>
            <a:ext cx="3646026" cy="6608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7916" y="76200"/>
            <a:ext cx="6206261" cy="6530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36456" y="613552"/>
            <a:ext cx="4995441" cy="5917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966" y="160779"/>
            <a:ext cx="5673029" cy="2709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92077" y="68318"/>
            <a:ext cx="4233586" cy="6721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6387"/>
            <a:ext cx="7618007" cy="1869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4650" y="1715343"/>
            <a:ext cx="5487968" cy="4482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9219" y="871683"/>
            <a:ext cx="4861367" cy="532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271" y="-1"/>
            <a:ext cx="5962815" cy="184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271" y="1769602"/>
            <a:ext cx="3966018" cy="4917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9639" y="18206"/>
            <a:ext cx="4490011" cy="2840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03523" y="2672702"/>
            <a:ext cx="3538372" cy="4167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2525" y="486226"/>
            <a:ext cx="7158098" cy="5885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/>
          <p:nvPr/>
        </p:nvSpPr>
        <p:spPr>
          <a:xfrm>
            <a:off x="3047036" y="3247227"/>
            <a:ext cx="6094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450" y="0"/>
            <a:ext cx="4605408" cy="3247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03403" y="2796130"/>
            <a:ext cx="7866363" cy="3697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616943" y="882138"/>
            <a:ext cx="6678955" cy="5009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7060" y="0"/>
            <a:ext cx="51435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894475" y="83127"/>
            <a:ext cx="4738255" cy="6317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Differentiability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Differentiability</dc:title>
  <dc:creator>Shaheera Rahman</dc:creator>
  <cp:lastModifiedBy>Windows User</cp:lastModifiedBy>
  <cp:revision>1</cp:revision>
  <dcterms:created xsi:type="dcterms:W3CDTF">2023-03-14T08:39:10Z</dcterms:created>
  <dcterms:modified xsi:type="dcterms:W3CDTF">2023-10-11T04:35:12Z</dcterms:modified>
</cp:coreProperties>
</file>